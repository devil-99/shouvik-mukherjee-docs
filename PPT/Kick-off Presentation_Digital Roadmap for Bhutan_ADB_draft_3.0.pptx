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theme/theme4.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5.xml" ContentType="application/vnd.openxmlformats-officedocument.theme+xml"/>
  <Override PartName="/ppt/tags/tag54.xml" ContentType="application/vnd.openxmlformats-officedocument.presentationml.tags+xml"/>
  <Override PartName="/ppt/tags/tag55.xml" ContentType="application/vnd.openxmlformats-officedocument.presentationml.tags+xml"/>
  <Override PartName="/ppt/notesSlides/notesSlide1.xml" ContentType="application/vnd.openxmlformats-officedocument.presentationml.notesSlide+xml"/>
  <Override PartName="/ppt/tags/tag5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57.xml" ContentType="application/vnd.openxmlformats-officedocument.presentationml.tags+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3.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xml" ContentType="application/vnd.openxmlformats-officedocument.presentationml.notesSlide+xml"/>
  <Override PartName="/ppt/tags/tag73.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4"/>
    <p:sldMasterId id="2147485133" r:id="rId5"/>
    <p:sldMasterId id="2147485304" r:id="rId6"/>
    <p:sldMasterId id="2147485347" r:id="rId7"/>
  </p:sldMasterIdLst>
  <p:notesMasterIdLst>
    <p:notesMasterId r:id="rId24"/>
  </p:notesMasterIdLst>
  <p:sldIdLst>
    <p:sldId id="971" r:id="rId8"/>
    <p:sldId id="955" r:id="rId9"/>
    <p:sldId id="453" r:id="rId10"/>
    <p:sldId id="2147347746" r:id="rId11"/>
    <p:sldId id="2147347730" r:id="rId12"/>
    <p:sldId id="2147347689" r:id="rId13"/>
    <p:sldId id="510" r:id="rId14"/>
    <p:sldId id="2147347731" r:id="rId15"/>
    <p:sldId id="2147347745" r:id="rId16"/>
    <p:sldId id="2147347732" r:id="rId17"/>
    <p:sldId id="972" r:id="rId18"/>
    <p:sldId id="2147347738" r:id="rId19"/>
    <p:sldId id="2147347739" r:id="rId20"/>
    <p:sldId id="2147347741" r:id="rId21"/>
    <p:sldId id="481" r:id="rId22"/>
    <p:sldId id="2147347697"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408558-2DBB-6E5F-F0A5-C12E7278D878}" name="Mukherjee, Shouvik" initials="SM" userId="S::shomukherjee@deloitte.com::8a0946e8-3a6b-4d5c-947d-73f4cd578335" providerId="AD"/>
  <p188:author id="{5C2E7482-808A-54CF-D63F-DD5A4340B72C}" name="Mani, Siddharth" initials="SM" userId="S::simani@deloitte.com::ea703a10-db50-4df5-bf72-1a564ac3e5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Dhawan, Shubham" initials="DS" lastIdx="15" clrIdx="6">
    <p:extLst>
      <p:ext uri="{19B8F6BF-5375-455C-9EA6-DF929625EA0E}">
        <p15:presenceInfo xmlns:p15="http://schemas.microsoft.com/office/powerpoint/2012/main" userId="S::shudhawan@deloitte.com::e457b5f3-1f3d-4d58-917e-9019c3073c41" providerId="AD"/>
      </p:ext>
    </p:extLst>
  </p:cmAuthor>
  <p:cmAuthor id="1" name="Kulkarni, Rajeev" initials="KR" lastIdx="42" clrIdx="0">
    <p:extLst>
      <p:ext uri="{19B8F6BF-5375-455C-9EA6-DF929625EA0E}">
        <p15:presenceInfo xmlns:p15="http://schemas.microsoft.com/office/powerpoint/2012/main" userId="S-1-5-21-776561741-1482476501-682003330-326525" providerId="AD"/>
      </p:ext>
    </p:extLst>
  </p:cmAuthor>
  <p:cmAuthor id="8" name="Sharma, Piyush" initials="SP" lastIdx="2" clrIdx="7">
    <p:extLst>
      <p:ext uri="{19B8F6BF-5375-455C-9EA6-DF929625EA0E}">
        <p15:presenceInfo xmlns:p15="http://schemas.microsoft.com/office/powerpoint/2012/main" userId="S::psharma12@deloitte.com::2d18546c-9080-478c-ad55-454124390050"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9" name="Hariharan, P." initials="HP [3]" lastIdx="5" clrIdx="8">
    <p:extLst>
      <p:ext uri="{19B8F6BF-5375-455C-9EA6-DF929625EA0E}">
        <p15:presenceInfo xmlns:p15="http://schemas.microsoft.com/office/powerpoint/2012/main" userId="Hariharan, P." providerId="None"/>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Mani, Siddharth" initials="MS" lastIdx="2" clrIdx="4">
    <p:extLst>
      <p:ext uri="{19B8F6BF-5375-455C-9EA6-DF929625EA0E}">
        <p15:presenceInfo xmlns:p15="http://schemas.microsoft.com/office/powerpoint/2012/main" userId="S-1-5-21-776561741-1482476501-682003330-605679" providerId="AD"/>
      </p:ext>
    </p:extLst>
  </p:cmAuthor>
  <p:cmAuthor id="6" name="Hariharan, P." initials="HP [2]" lastIdx="8" clrIdx="5">
    <p:extLst>
      <p:ext uri="{19B8F6BF-5375-455C-9EA6-DF929625EA0E}">
        <p15:presenceInfo xmlns:p15="http://schemas.microsoft.com/office/powerpoint/2012/main" userId="S::phariharan@deloitte.com::e1113b81-c672-4010-8bf3-3bb1a1ab88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90D"/>
    <a:srgbClr val="007CB0"/>
    <a:srgbClr val="0D8390"/>
    <a:srgbClr val="F2F2F2"/>
    <a:srgbClr val="37C4FF"/>
    <a:srgbClr val="004F59"/>
    <a:srgbClr val="43B02A"/>
    <a:srgbClr val="1D670A"/>
    <a:srgbClr val="86BC25"/>
    <a:srgbClr val="046A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ra, Sayan" userId="5f9b069e-390c-41f3-af3f-6bd4b0fb9710" providerId="ADAL" clId="{5F6DACBC-C6C5-402D-9AD4-4F151885458C}"/>
    <pc:docChg chg="undo redo custSel addSld delSld modSld sldOrd">
      <pc:chgData name="Mitra, Sayan" userId="5f9b069e-390c-41f3-af3f-6bd4b0fb9710" providerId="ADAL" clId="{5F6DACBC-C6C5-402D-9AD4-4F151885458C}" dt="2025-02-17T00:58:39.970" v="2418" actId="207"/>
      <pc:docMkLst>
        <pc:docMk/>
      </pc:docMkLst>
      <pc:sldChg chg="del">
        <pc:chgData name="Mitra, Sayan" userId="5f9b069e-390c-41f3-af3f-6bd4b0fb9710" providerId="ADAL" clId="{5F6DACBC-C6C5-402D-9AD4-4F151885458C}" dt="2025-02-16T09:59:37.411" v="1997" actId="47"/>
        <pc:sldMkLst>
          <pc:docMk/>
          <pc:sldMk cId="114268880" sldId="457"/>
        </pc:sldMkLst>
      </pc:sldChg>
      <pc:sldChg chg="del">
        <pc:chgData name="Mitra, Sayan" userId="5f9b069e-390c-41f3-af3f-6bd4b0fb9710" providerId="ADAL" clId="{5F6DACBC-C6C5-402D-9AD4-4F151885458C}" dt="2025-02-16T10:05:48.769" v="2000" actId="47"/>
        <pc:sldMkLst>
          <pc:docMk/>
          <pc:sldMk cId="396097498" sldId="501"/>
        </pc:sldMkLst>
      </pc:sldChg>
      <pc:sldChg chg="delCm">
        <pc:chgData name="Mitra, Sayan" userId="5f9b069e-390c-41f3-af3f-6bd4b0fb9710" providerId="ADAL" clId="{5F6DACBC-C6C5-402D-9AD4-4F151885458C}" dt="2025-02-17T00:29:26.523" v="2154"/>
        <pc:sldMkLst>
          <pc:docMk/>
          <pc:sldMk cId="124143458" sldId="955"/>
        </pc:sldMkLst>
        <pc:extLst>
          <p:ext xmlns:p="http://schemas.openxmlformats.org/presentationml/2006/main" uri="{D6D511B9-2390-475A-947B-AFAB55BFBCF1}">
            <pc226:cmChg xmlns:pc226="http://schemas.microsoft.com/office/powerpoint/2022/06/main/command" chg="del">
              <pc226:chgData name="Mitra, Sayan" userId="5f9b069e-390c-41f3-af3f-6bd4b0fb9710" providerId="ADAL" clId="{5F6DACBC-C6C5-402D-9AD4-4F151885458C}" dt="2025-02-17T00:29:26.523" v="2154"/>
              <pc2:cmMkLst xmlns:pc2="http://schemas.microsoft.com/office/powerpoint/2019/9/main/command">
                <pc:docMk/>
                <pc:sldMk cId="124143458" sldId="955"/>
                <pc2:cmMk id="{EEC6D69A-6037-4A46-979E-52AF463244C1}"/>
              </pc2:cmMkLst>
            </pc226:cmChg>
          </p:ext>
        </pc:extLst>
      </pc:sldChg>
      <pc:sldChg chg="modSp mod ord">
        <pc:chgData name="Mitra, Sayan" userId="5f9b069e-390c-41f3-af3f-6bd4b0fb9710" providerId="ADAL" clId="{5F6DACBC-C6C5-402D-9AD4-4F151885458C}" dt="2025-02-17T00:56:09.173" v="2199" actId="6549"/>
        <pc:sldMkLst>
          <pc:docMk/>
          <pc:sldMk cId="399483182" sldId="2147347689"/>
        </pc:sldMkLst>
        <pc:spChg chg="mod">
          <ac:chgData name="Mitra, Sayan" userId="5f9b069e-390c-41f3-af3f-6bd4b0fb9710" providerId="ADAL" clId="{5F6DACBC-C6C5-402D-9AD4-4F151885458C}" dt="2025-02-17T00:56:09.173" v="2199" actId="6549"/>
          <ac:spMkLst>
            <pc:docMk/>
            <pc:sldMk cId="399483182" sldId="2147347689"/>
            <ac:spMk id="26" creationId="{9336F296-96C8-FC7A-54E9-F25ED4A5D529}"/>
          </ac:spMkLst>
        </pc:spChg>
        <pc:spChg chg="mod">
          <ac:chgData name="Mitra, Sayan" userId="5f9b069e-390c-41f3-af3f-6bd4b0fb9710" providerId="ADAL" clId="{5F6DACBC-C6C5-402D-9AD4-4F151885458C}" dt="2025-02-16T09:59:45.516" v="1999" actId="20577"/>
          <ac:spMkLst>
            <pc:docMk/>
            <pc:sldMk cId="399483182" sldId="2147347689"/>
            <ac:spMk id="31" creationId="{C04C7245-6898-39CB-1F04-B38AE8B33F12}"/>
          </ac:spMkLst>
        </pc:spChg>
        <pc:spChg chg="mod">
          <ac:chgData name="Mitra, Sayan" userId="5f9b069e-390c-41f3-af3f-6bd4b0fb9710" providerId="ADAL" clId="{5F6DACBC-C6C5-402D-9AD4-4F151885458C}" dt="2025-02-17T00:27:23.231" v="2130" actId="1036"/>
          <ac:spMkLst>
            <pc:docMk/>
            <pc:sldMk cId="399483182" sldId="2147347689"/>
            <ac:spMk id="39" creationId="{14B757CE-EF45-3014-B1D2-6208DA8DCB43}"/>
          </ac:spMkLst>
        </pc:spChg>
        <pc:spChg chg="mod">
          <ac:chgData name="Mitra, Sayan" userId="5f9b069e-390c-41f3-af3f-6bd4b0fb9710" providerId="ADAL" clId="{5F6DACBC-C6C5-402D-9AD4-4F151885458C}" dt="2025-02-17T00:27:10.101" v="2109" actId="1035"/>
          <ac:spMkLst>
            <pc:docMk/>
            <pc:sldMk cId="399483182" sldId="2147347689"/>
            <ac:spMk id="45" creationId="{A7485BC9-1AA9-F56F-E861-9FE0A5065DE3}"/>
          </ac:spMkLst>
        </pc:spChg>
        <pc:spChg chg="mod">
          <ac:chgData name="Mitra, Sayan" userId="5f9b069e-390c-41f3-af3f-6bd4b0fb9710" providerId="ADAL" clId="{5F6DACBC-C6C5-402D-9AD4-4F151885458C}" dt="2025-02-17T00:27:17.658" v="2126" actId="1036"/>
          <ac:spMkLst>
            <pc:docMk/>
            <pc:sldMk cId="399483182" sldId="2147347689"/>
            <ac:spMk id="53" creationId="{D542C3C4-F960-12D9-A203-DD3650064A2B}"/>
          </ac:spMkLst>
        </pc:spChg>
        <pc:spChg chg="mod">
          <ac:chgData name="Mitra, Sayan" userId="5f9b069e-390c-41f3-af3f-6bd4b0fb9710" providerId="ADAL" clId="{5F6DACBC-C6C5-402D-9AD4-4F151885458C}" dt="2025-02-17T00:27:02.221" v="2091" actId="12788"/>
          <ac:spMkLst>
            <pc:docMk/>
            <pc:sldMk cId="399483182" sldId="2147347689"/>
            <ac:spMk id="60" creationId="{E4DFB8C5-3923-F394-B91C-7D407E6CD620}"/>
          </ac:spMkLst>
        </pc:spChg>
        <pc:spChg chg="mod">
          <ac:chgData name="Mitra, Sayan" userId="5f9b069e-390c-41f3-af3f-6bd4b0fb9710" providerId="ADAL" clId="{5F6DACBC-C6C5-402D-9AD4-4F151885458C}" dt="2025-02-17T00:26:01.267" v="2074" actId="1035"/>
          <ac:spMkLst>
            <pc:docMk/>
            <pc:sldMk cId="399483182" sldId="2147347689"/>
            <ac:spMk id="195" creationId="{5AAFB5BE-79E4-A8C6-1153-60DF9D0A2D45}"/>
          </ac:spMkLst>
        </pc:spChg>
      </pc:sldChg>
      <pc:sldChg chg="ord">
        <pc:chgData name="Mitra, Sayan" userId="5f9b069e-390c-41f3-af3f-6bd4b0fb9710" providerId="ADAL" clId="{5F6DACBC-C6C5-402D-9AD4-4F151885458C}" dt="2025-02-16T10:06:45.437" v="2008"/>
        <pc:sldMkLst>
          <pc:docMk/>
          <pc:sldMk cId="3259243359" sldId="2147347697"/>
        </pc:sldMkLst>
      </pc:sldChg>
      <pc:sldChg chg="modSp del mod">
        <pc:chgData name="Mitra, Sayan" userId="5f9b069e-390c-41f3-af3f-6bd4b0fb9710" providerId="ADAL" clId="{5F6DACBC-C6C5-402D-9AD4-4F151885458C}" dt="2025-02-16T04:09:50.075" v="1789" actId="47"/>
        <pc:sldMkLst>
          <pc:docMk/>
          <pc:sldMk cId="3523782250" sldId="2147347726"/>
        </pc:sldMkLst>
        <pc:spChg chg="mod">
          <ac:chgData name="Mitra, Sayan" userId="5f9b069e-390c-41f3-af3f-6bd4b0fb9710" providerId="ADAL" clId="{5F6DACBC-C6C5-402D-9AD4-4F151885458C}" dt="2025-02-16T03:51:49.409" v="823"/>
          <ac:spMkLst>
            <pc:docMk/>
            <pc:sldMk cId="3523782250" sldId="2147347726"/>
            <ac:spMk id="450" creationId="{1B6750FD-EFC7-8C95-A5FF-F016704247DC}"/>
          </ac:spMkLst>
        </pc:spChg>
        <pc:cxnChg chg="mod">
          <ac:chgData name="Mitra, Sayan" userId="5f9b069e-390c-41f3-af3f-6bd4b0fb9710" providerId="ADAL" clId="{5F6DACBC-C6C5-402D-9AD4-4F151885458C}" dt="2025-02-16T03:50:28.406" v="822" actId="1076"/>
          <ac:cxnSpMkLst>
            <pc:docMk/>
            <pc:sldMk cId="3523782250" sldId="2147347726"/>
            <ac:cxnSpMk id="451" creationId="{84EE3877-424A-C980-8351-F1B3DB382E1A}"/>
          </ac:cxnSpMkLst>
        </pc:cxnChg>
      </pc:sldChg>
      <pc:sldChg chg="modSp mod">
        <pc:chgData name="Mitra, Sayan" userId="5f9b069e-390c-41f3-af3f-6bd4b0fb9710" providerId="ADAL" clId="{5F6DACBC-C6C5-402D-9AD4-4F151885458C}" dt="2025-02-16T09:57:53.504" v="1990" actId="20577"/>
        <pc:sldMkLst>
          <pc:docMk/>
          <pc:sldMk cId="4254946250" sldId="2147347730"/>
        </pc:sldMkLst>
        <pc:spChg chg="mod">
          <ac:chgData name="Mitra, Sayan" userId="5f9b069e-390c-41f3-af3f-6bd4b0fb9710" providerId="ADAL" clId="{5F6DACBC-C6C5-402D-9AD4-4F151885458C}" dt="2025-02-16T09:57:53.504" v="1990" actId="20577"/>
          <ac:spMkLst>
            <pc:docMk/>
            <pc:sldMk cId="4254946250" sldId="2147347730"/>
            <ac:spMk id="6" creationId="{00000000-0000-0000-0000-000000000000}"/>
          </ac:spMkLst>
        </pc:spChg>
      </pc:sldChg>
      <pc:sldChg chg="ord">
        <pc:chgData name="Mitra, Sayan" userId="5f9b069e-390c-41f3-af3f-6bd4b0fb9710" providerId="ADAL" clId="{5F6DACBC-C6C5-402D-9AD4-4F151885458C}" dt="2025-02-16T10:06:06.239" v="2002"/>
        <pc:sldMkLst>
          <pc:docMk/>
          <pc:sldMk cId="731393111" sldId="2147347732"/>
        </pc:sldMkLst>
      </pc:sldChg>
      <pc:sldChg chg="ord">
        <pc:chgData name="Mitra, Sayan" userId="5f9b069e-390c-41f3-af3f-6bd4b0fb9710" providerId="ADAL" clId="{5F6DACBC-C6C5-402D-9AD4-4F151885458C}" dt="2025-02-16T10:08:43.016" v="2010"/>
        <pc:sldMkLst>
          <pc:docMk/>
          <pc:sldMk cId="2935134037" sldId="2147347739"/>
        </pc:sldMkLst>
      </pc:sldChg>
      <pc:sldChg chg="del">
        <pc:chgData name="Mitra, Sayan" userId="5f9b069e-390c-41f3-af3f-6bd4b0fb9710" providerId="ADAL" clId="{5F6DACBC-C6C5-402D-9AD4-4F151885458C}" dt="2025-02-16T03:52:15.667" v="825" actId="47"/>
        <pc:sldMkLst>
          <pc:docMk/>
          <pc:sldMk cId="1194493291" sldId="2147347740"/>
        </pc:sldMkLst>
      </pc:sldChg>
      <pc:sldChg chg="addSp delSp modSp add mod ord">
        <pc:chgData name="Mitra, Sayan" userId="5f9b069e-390c-41f3-af3f-6bd4b0fb9710" providerId="ADAL" clId="{5F6DACBC-C6C5-402D-9AD4-4F151885458C}" dt="2025-02-16T04:24:31.044" v="1945" actId="478"/>
        <pc:sldMkLst>
          <pc:docMk/>
          <pc:sldMk cId="90001048" sldId="2147347741"/>
        </pc:sldMkLst>
        <pc:spChg chg="del mod">
          <ac:chgData name="Mitra, Sayan" userId="5f9b069e-390c-41f3-af3f-6bd4b0fb9710" providerId="ADAL" clId="{5F6DACBC-C6C5-402D-9AD4-4F151885458C}" dt="2025-02-16T04:24:31.044" v="1945" actId="478"/>
          <ac:spMkLst>
            <pc:docMk/>
            <pc:sldMk cId="90001048" sldId="2147347741"/>
            <ac:spMk id="2" creationId="{00000000-0000-0000-0000-000000000000}"/>
          </ac:spMkLst>
        </pc:spChg>
        <pc:spChg chg="add mod">
          <ac:chgData name="Mitra, Sayan" userId="5f9b069e-390c-41f3-af3f-6bd4b0fb9710" providerId="ADAL" clId="{5F6DACBC-C6C5-402D-9AD4-4F151885458C}" dt="2025-02-16T02:25:28.797" v="17" actId="1036"/>
          <ac:spMkLst>
            <pc:docMk/>
            <pc:sldMk cId="90001048" sldId="2147347741"/>
            <ac:spMk id="3" creationId="{72777B17-8E1A-A97B-5D19-0E1F560DCED8}"/>
          </ac:spMkLst>
        </pc:spChg>
        <pc:spChg chg="add mod">
          <ac:chgData name="Mitra, Sayan" userId="5f9b069e-390c-41f3-af3f-6bd4b0fb9710" providerId="ADAL" clId="{5F6DACBC-C6C5-402D-9AD4-4F151885458C}" dt="2025-02-16T02:25:28.797" v="17" actId="1036"/>
          <ac:spMkLst>
            <pc:docMk/>
            <pc:sldMk cId="90001048" sldId="2147347741"/>
            <ac:spMk id="4" creationId="{C3B2BB10-2FB9-0135-9838-002D49A1CE11}"/>
          </ac:spMkLst>
        </pc:spChg>
        <pc:spChg chg="add mod">
          <ac:chgData name="Mitra, Sayan" userId="5f9b069e-390c-41f3-af3f-6bd4b0fb9710" providerId="ADAL" clId="{5F6DACBC-C6C5-402D-9AD4-4F151885458C}" dt="2025-02-16T02:25:28.797" v="17" actId="1036"/>
          <ac:spMkLst>
            <pc:docMk/>
            <pc:sldMk cId="90001048" sldId="2147347741"/>
            <ac:spMk id="5" creationId="{0749D799-F7E4-C9D8-AC75-4DAADFC7533B}"/>
          </ac:spMkLst>
        </pc:spChg>
        <pc:spChg chg="mod">
          <ac:chgData name="Mitra, Sayan" userId="5f9b069e-390c-41f3-af3f-6bd4b0fb9710" providerId="ADAL" clId="{5F6DACBC-C6C5-402D-9AD4-4F151885458C}" dt="2025-02-16T04:24:20.306" v="1943" actId="20577"/>
          <ac:spMkLst>
            <pc:docMk/>
            <pc:sldMk cId="90001048" sldId="2147347741"/>
            <ac:spMk id="6" creationId="{00000000-0000-0000-0000-000000000000}"/>
          </ac:spMkLst>
        </pc:spChg>
        <pc:spChg chg="add mod">
          <ac:chgData name="Mitra, Sayan" userId="5f9b069e-390c-41f3-af3f-6bd4b0fb9710" providerId="ADAL" clId="{5F6DACBC-C6C5-402D-9AD4-4F151885458C}" dt="2025-02-16T02:26:09.624" v="23" actId="208"/>
          <ac:spMkLst>
            <pc:docMk/>
            <pc:sldMk cId="90001048" sldId="2147347741"/>
            <ac:spMk id="7" creationId="{8D0602E9-05C8-44BC-4431-40AAC275E07B}"/>
          </ac:spMkLst>
        </pc:spChg>
        <pc:spChg chg="add mod">
          <ac:chgData name="Mitra, Sayan" userId="5f9b069e-390c-41f3-af3f-6bd4b0fb9710" providerId="ADAL" clId="{5F6DACBC-C6C5-402D-9AD4-4F151885458C}" dt="2025-02-16T02:26:02.466" v="21" actId="208"/>
          <ac:spMkLst>
            <pc:docMk/>
            <pc:sldMk cId="90001048" sldId="2147347741"/>
            <ac:spMk id="8" creationId="{D87963E3-716A-F1ED-3D90-F55615B858D9}"/>
          </ac:spMkLst>
        </pc:spChg>
        <pc:spChg chg="add mod">
          <ac:chgData name="Mitra, Sayan" userId="5f9b069e-390c-41f3-af3f-6bd4b0fb9710" providerId="ADAL" clId="{5F6DACBC-C6C5-402D-9AD4-4F151885458C}" dt="2025-02-16T02:26:19.892" v="24" actId="208"/>
          <ac:spMkLst>
            <pc:docMk/>
            <pc:sldMk cId="90001048" sldId="2147347741"/>
            <ac:spMk id="9" creationId="{04346775-CA37-846B-EBF3-3637CE67F563}"/>
          </ac:spMkLst>
        </pc:spChg>
        <pc:spChg chg="add mod">
          <ac:chgData name="Mitra, Sayan" userId="5f9b069e-390c-41f3-af3f-6bd4b0fb9710" providerId="ADAL" clId="{5F6DACBC-C6C5-402D-9AD4-4F151885458C}" dt="2025-02-16T02:25:28.797" v="17" actId="1036"/>
          <ac:spMkLst>
            <pc:docMk/>
            <pc:sldMk cId="90001048" sldId="2147347741"/>
            <ac:spMk id="11" creationId="{2E82EB00-B860-5502-6053-B00B37F7A603}"/>
          </ac:spMkLst>
        </pc:spChg>
        <pc:spChg chg="add mod">
          <ac:chgData name="Mitra, Sayan" userId="5f9b069e-390c-41f3-af3f-6bd4b0fb9710" providerId="ADAL" clId="{5F6DACBC-C6C5-402D-9AD4-4F151885458C}" dt="2025-02-16T02:25:28.797" v="17" actId="1036"/>
          <ac:spMkLst>
            <pc:docMk/>
            <pc:sldMk cId="90001048" sldId="2147347741"/>
            <ac:spMk id="12" creationId="{BB4D0200-7ACF-0958-37A9-F247BFF3265F}"/>
          </ac:spMkLst>
        </pc:spChg>
        <pc:spChg chg="add mod">
          <ac:chgData name="Mitra, Sayan" userId="5f9b069e-390c-41f3-af3f-6bd4b0fb9710" providerId="ADAL" clId="{5F6DACBC-C6C5-402D-9AD4-4F151885458C}" dt="2025-02-16T02:25:49.960" v="19" actId="207"/>
          <ac:spMkLst>
            <pc:docMk/>
            <pc:sldMk cId="90001048" sldId="2147347741"/>
            <ac:spMk id="13" creationId="{74E55EA0-8B0C-9A11-CBF1-9FB2268D09A1}"/>
          </ac:spMkLst>
        </pc:spChg>
        <pc:spChg chg="add mod">
          <ac:chgData name="Mitra, Sayan" userId="5f9b069e-390c-41f3-af3f-6bd4b0fb9710" providerId="ADAL" clId="{5F6DACBC-C6C5-402D-9AD4-4F151885458C}" dt="2025-02-16T02:25:49.960" v="19" actId="207"/>
          <ac:spMkLst>
            <pc:docMk/>
            <pc:sldMk cId="90001048" sldId="2147347741"/>
            <ac:spMk id="15" creationId="{DF0041CA-D173-96DD-B414-ADC7E4632F30}"/>
          </ac:spMkLst>
        </pc:spChg>
        <pc:spChg chg="add mod">
          <ac:chgData name="Mitra, Sayan" userId="5f9b069e-390c-41f3-af3f-6bd4b0fb9710" providerId="ADAL" clId="{5F6DACBC-C6C5-402D-9AD4-4F151885458C}" dt="2025-02-16T02:25:49.960" v="19" actId="207"/>
          <ac:spMkLst>
            <pc:docMk/>
            <pc:sldMk cId="90001048" sldId="2147347741"/>
            <ac:spMk id="16" creationId="{16A89D1C-7A12-A1D5-5AB0-57575BF2E14F}"/>
          </ac:spMkLst>
        </pc:spChg>
        <pc:spChg chg="add mod">
          <ac:chgData name="Mitra, Sayan" userId="5f9b069e-390c-41f3-af3f-6bd4b0fb9710" providerId="ADAL" clId="{5F6DACBC-C6C5-402D-9AD4-4F151885458C}" dt="2025-02-16T02:25:49.960" v="19" actId="207"/>
          <ac:spMkLst>
            <pc:docMk/>
            <pc:sldMk cId="90001048" sldId="2147347741"/>
            <ac:spMk id="17" creationId="{7906E8D2-261F-152B-45AC-AD012EA3B93D}"/>
          </ac:spMkLst>
        </pc:spChg>
        <pc:spChg chg="add mod">
          <ac:chgData name="Mitra, Sayan" userId="5f9b069e-390c-41f3-af3f-6bd4b0fb9710" providerId="ADAL" clId="{5F6DACBC-C6C5-402D-9AD4-4F151885458C}" dt="2025-02-16T02:25:28.797" v="17" actId="1036"/>
          <ac:spMkLst>
            <pc:docMk/>
            <pc:sldMk cId="90001048" sldId="2147347741"/>
            <ac:spMk id="18" creationId="{62486F29-99D0-6FBE-3F8E-0D10921A1A60}"/>
          </ac:spMkLst>
        </pc:spChg>
        <pc:spChg chg="add mod">
          <ac:chgData name="Mitra, Sayan" userId="5f9b069e-390c-41f3-af3f-6bd4b0fb9710" providerId="ADAL" clId="{5F6DACBC-C6C5-402D-9AD4-4F151885458C}" dt="2025-02-16T02:25:28.797" v="17" actId="1036"/>
          <ac:spMkLst>
            <pc:docMk/>
            <pc:sldMk cId="90001048" sldId="2147347741"/>
            <ac:spMk id="19" creationId="{250C7E74-87DD-116B-CDE6-EECB33AFC457}"/>
          </ac:spMkLst>
        </pc:spChg>
        <pc:spChg chg="add mod">
          <ac:chgData name="Mitra, Sayan" userId="5f9b069e-390c-41f3-af3f-6bd4b0fb9710" providerId="ADAL" clId="{5F6DACBC-C6C5-402D-9AD4-4F151885458C}" dt="2025-02-16T02:25:49.960" v="19" actId="207"/>
          <ac:spMkLst>
            <pc:docMk/>
            <pc:sldMk cId="90001048" sldId="2147347741"/>
            <ac:spMk id="20" creationId="{AA73E74D-731D-1018-BEB1-A5FA85E498F6}"/>
          </ac:spMkLst>
        </pc:spChg>
        <pc:spChg chg="add mod">
          <ac:chgData name="Mitra, Sayan" userId="5f9b069e-390c-41f3-af3f-6bd4b0fb9710" providerId="ADAL" clId="{5F6DACBC-C6C5-402D-9AD4-4F151885458C}" dt="2025-02-16T02:25:28.797" v="17" actId="1036"/>
          <ac:spMkLst>
            <pc:docMk/>
            <pc:sldMk cId="90001048" sldId="2147347741"/>
            <ac:spMk id="21" creationId="{D5C7F0FF-DFBA-9895-C3E9-9EF0B6B4BEDB}"/>
          </ac:spMkLst>
        </pc:spChg>
        <pc:spChg chg="add mod">
          <ac:chgData name="Mitra, Sayan" userId="5f9b069e-390c-41f3-af3f-6bd4b0fb9710" providerId="ADAL" clId="{5F6DACBC-C6C5-402D-9AD4-4F151885458C}" dt="2025-02-16T02:25:28.797" v="17" actId="1036"/>
          <ac:spMkLst>
            <pc:docMk/>
            <pc:sldMk cId="90001048" sldId="2147347741"/>
            <ac:spMk id="22" creationId="{C03C79EA-4319-3A9B-5A25-013F07069D30}"/>
          </ac:spMkLst>
        </pc:spChg>
        <pc:spChg chg="add mod">
          <ac:chgData name="Mitra, Sayan" userId="5f9b069e-390c-41f3-af3f-6bd4b0fb9710" providerId="ADAL" clId="{5F6DACBC-C6C5-402D-9AD4-4F151885458C}" dt="2025-02-16T02:25:28.797" v="17" actId="1036"/>
          <ac:spMkLst>
            <pc:docMk/>
            <pc:sldMk cId="90001048" sldId="2147347741"/>
            <ac:spMk id="23" creationId="{B686C51A-608B-94CC-85ED-9A691D7C9ABF}"/>
          </ac:spMkLst>
        </pc:spChg>
        <pc:spChg chg="add mod">
          <ac:chgData name="Mitra, Sayan" userId="5f9b069e-390c-41f3-af3f-6bd4b0fb9710" providerId="ADAL" clId="{5F6DACBC-C6C5-402D-9AD4-4F151885458C}" dt="2025-02-16T02:25:28.797" v="17" actId="1036"/>
          <ac:spMkLst>
            <pc:docMk/>
            <pc:sldMk cId="90001048" sldId="2147347741"/>
            <ac:spMk id="24" creationId="{2E68C303-4C93-6095-F405-57EA99D9155B}"/>
          </ac:spMkLst>
        </pc:spChg>
        <pc:spChg chg="add mod">
          <ac:chgData name="Mitra, Sayan" userId="5f9b069e-390c-41f3-af3f-6bd4b0fb9710" providerId="ADAL" clId="{5F6DACBC-C6C5-402D-9AD4-4F151885458C}" dt="2025-02-16T02:25:28.797" v="17" actId="1036"/>
          <ac:spMkLst>
            <pc:docMk/>
            <pc:sldMk cId="90001048" sldId="2147347741"/>
            <ac:spMk id="25" creationId="{3A3E4F1A-7151-FB3A-883C-0C6492B0F3DC}"/>
          </ac:spMkLst>
        </pc:spChg>
        <pc:spChg chg="add mod">
          <ac:chgData name="Mitra, Sayan" userId="5f9b069e-390c-41f3-af3f-6bd4b0fb9710" providerId="ADAL" clId="{5F6DACBC-C6C5-402D-9AD4-4F151885458C}" dt="2025-02-16T02:25:28.797" v="17" actId="1036"/>
          <ac:spMkLst>
            <pc:docMk/>
            <pc:sldMk cId="90001048" sldId="2147347741"/>
            <ac:spMk id="26" creationId="{0DA73EDC-4AA2-6575-66B8-5F359BABB702}"/>
          </ac:spMkLst>
        </pc:spChg>
        <pc:spChg chg="add mod">
          <ac:chgData name="Mitra, Sayan" userId="5f9b069e-390c-41f3-af3f-6bd4b0fb9710" providerId="ADAL" clId="{5F6DACBC-C6C5-402D-9AD4-4F151885458C}" dt="2025-02-16T02:25:28.797" v="17" actId="1036"/>
          <ac:spMkLst>
            <pc:docMk/>
            <pc:sldMk cId="90001048" sldId="2147347741"/>
            <ac:spMk id="27" creationId="{5AF6D510-D308-941D-E6CC-556C85B4D355}"/>
          </ac:spMkLst>
        </pc:spChg>
        <pc:spChg chg="add mod">
          <ac:chgData name="Mitra, Sayan" userId="5f9b069e-390c-41f3-af3f-6bd4b0fb9710" providerId="ADAL" clId="{5F6DACBC-C6C5-402D-9AD4-4F151885458C}" dt="2025-02-16T02:25:28.797" v="17" actId="1036"/>
          <ac:spMkLst>
            <pc:docMk/>
            <pc:sldMk cId="90001048" sldId="2147347741"/>
            <ac:spMk id="28" creationId="{77F5D842-4DF9-D002-FAF5-DBAA9502D046}"/>
          </ac:spMkLst>
        </pc:spChg>
        <pc:spChg chg="add mod">
          <ac:chgData name="Mitra, Sayan" userId="5f9b069e-390c-41f3-af3f-6bd4b0fb9710" providerId="ADAL" clId="{5F6DACBC-C6C5-402D-9AD4-4F151885458C}" dt="2025-02-16T02:25:28.797" v="17" actId="1036"/>
          <ac:spMkLst>
            <pc:docMk/>
            <pc:sldMk cId="90001048" sldId="2147347741"/>
            <ac:spMk id="29" creationId="{08FCC618-0051-A96A-C634-6B6A6500BF63}"/>
          </ac:spMkLst>
        </pc:spChg>
        <pc:spChg chg="add mod">
          <ac:chgData name="Mitra, Sayan" userId="5f9b069e-390c-41f3-af3f-6bd4b0fb9710" providerId="ADAL" clId="{5F6DACBC-C6C5-402D-9AD4-4F151885458C}" dt="2025-02-16T02:25:28.797" v="17" actId="1036"/>
          <ac:spMkLst>
            <pc:docMk/>
            <pc:sldMk cId="90001048" sldId="2147347741"/>
            <ac:spMk id="30" creationId="{C732147A-EED9-A01D-5FDB-132A129F9AF3}"/>
          </ac:spMkLst>
        </pc:spChg>
        <pc:spChg chg="add mod">
          <ac:chgData name="Mitra, Sayan" userId="5f9b069e-390c-41f3-af3f-6bd4b0fb9710" providerId="ADAL" clId="{5F6DACBC-C6C5-402D-9AD4-4F151885458C}" dt="2025-02-16T02:25:28.797" v="17" actId="1036"/>
          <ac:spMkLst>
            <pc:docMk/>
            <pc:sldMk cId="90001048" sldId="2147347741"/>
            <ac:spMk id="31" creationId="{2D995B8A-5DB0-F8F2-EA50-EDACA12BF09D}"/>
          </ac:spMkLst>
        </pc:spChg>
        <pc:spChg chg="add mod">
          <ac:chgData name="Mitra, Sayan" userId="5f9b069e-390c-41f3-af3f-6bd4b0fb9710" providerId="ADAL" clId="{5F6DACBC-C6C5-402D-9AD4-4F151885458C}" dt="2025-02-16T02:25:28.797" v="17" actId="1036"/>
          <ac:spMkLst>
            <pc:docMk/>
            <pc:sldMk cId="90001048" sldId="2147347741"/>
            <ac:spMk id="32" creationId="{668D7514-1E45-AD1C-C09D-D38AE35DB136}"/>
          </ac:spMkLst>
        </pc:spChg>
        <pc:spChg chg="add mod">
          <ac:chgData name="Mitra, Sayan" userId="5f9b069e-390c-41f3-af3f-6bd4b0fb9710" providerId="ADAL" clId="{5F6DACBC-C6C5-402D-9AD4-4F151885458C}" dt="2025-02-16T02:25:28.797" v="17" actId="1036"/>
          <ac:spMkLst>
            <pc:docMk/>
            <pc:sldMk cId="90001048" sldId="2147347741"/>
            <ac:spMk id="33" creationId="{CEBD8EC7-8F0A-171A-CE66-7DA75C8524A0}"/>
          </ac:spMkLst>
        </pc:spChg>
        <pc:spChg chg="add mod">
          <ac:chgData name="Mitra, Sayan" userId="5f9b069e-390c-41f3-af3f-6bd4b0fb9710" providerId="ADAL" clId="{5F6DACBC-C6C5-402D-9AD4-4F151885458C}" dt="2025-02-16T02:25:28.797" v="17" actId="1036"/>
          <ac:spMkLst>
            <pc:docMk/>
            <pc:sldMk cId="90001048" sldId="2147347741"/>
            <ac:spMk id="34" creationId="{060A1061-A4F0-C8D2-9690-16ECE7B7C3D6}"/>
          </ac:spMkLst>
        </pc:spChg>
        <pc:spChg chg="add mod">
          <ac:chgData name="Mitra, Sayan" userId="5f9b069e-390c-41f3-af3f-6bd4b0fb9710" providerId="ADAL" clId="{5F6DACBC-C6C5-402D-9AD4-4F151885458C}" dt="2025-02-16T02:25:28.797" v="17" actId="1036"/>
          <ac:spMkLst>
            <pc:docMk/>
            <pc:sldMk cId="90001048" sldId="2147347741"/>
            <ac:spMk id="35" creationId="{7A630E2B-ACCC-1410-CC48-871E26617AAE}"/>
          </ac:spMkLst>
        </pc:spChg>
        <pc:spChg chg="add mod">
          <ac:chgData name="Mitra, Sayan" userId="5f9b069e-390c-41f3-af3f-6bd4b0fb9710" providerId="ADAL" clId="{5F6DACBC-C6C5-402D-9AD4-4F151885458C}" dt="2025-02-16T02:25:28.797" v="17" actId="1036"/>
          <ac:spMkLst>
            <pc:docMk/>
            <pc:sldMk cId="90001048" sldId="2147347741"/>
            <ac:spMk id="36" creationId="{A8C9CD4B-B9B2-525E-5D3C-58914E7D2ECA}"/>
          </ac:spMkLst>
        </pc:spChg>
        <pc:spChg chg="add mod">
          <ac:chgData name="Mitra, Sayan" userId="5f9b069e-390c-41f3-af3f-6bd4b0fb9710" providerId="ADAL" clId="{5F6DACBC-C6C5-402D-9AD4-4F151885458C}" dt="2025-02-16T02:25:28.797" v="17" actId="1036"/>
          <ac:spMkLst>
            <pc:docMk/>
            <pc:sldMk cId="90001048" sldId="2147347741"/>
            <ac:spMk id="37" creationId="{5BF75A4F-977E-2D4B-1C9C-3974F1E4AA53}"/>
          </ac:spMkLst>
        </pc:spChg>
        <pc:spChg chg="add mod">
          <ac:chgData name="Mitra, Sayan" userId="5f9b069e-390c-41f3-af3f-6bd4b0fb9710" providerId="ADAL" clId="{5F6DACBC-C6C5-402D-9AD4-4F151885458C}" dt="2025-02-16T02:25:28.797" v="17" actId="1036"/>
          <ac:spMkLst>
            <pc:docMk/>
            <pc:sldMk cId="90001048" sldId="2147347741"/>
            <ac:spMk id="38" creationId="{48A910BB-A0B8-95CD-6EBF-8B9F92F68BB2}"/>
          </ac:spMkLst>
        </pc:spChg>
        <pc:spChg chg="add mod">
          <ac:chgData name="Mitra, Sayan" userId="5f9b069e-390c-41f3-af3f-6bd4b0fb9710" providerId="ADAL" clId="{5F6DACBC-C6C5-402D-9AD4-4F151885458C}" dt="2025-02-16T02:25:28.797" v="17" actId="1036"/>
          <ac:spMkLst>
            <pc:docMk/>
            <pc:sldMk cId="90001048" sldId="2147347741"/>
            <ac:spMk id="39" creationId="{B4DD4CB3-1703-40AB-B7F5-2FB78E1EEDD1}"/>
          </ac:spMkLst>
        </pc:spChg>
        <pc:spChg chg="add mod">
          <ac:chgData name="Mitra, Sayan" userId="5f9b069e-390c-41f3-af3f-6bd4b0fb9710" providerId="ADAL" clId="{5F6DACBC-C6C5-402D-9AD4-4F151885458C}" dt="2025-02-16T02:25:28.797" v="17" actId="1036"/>
          <ac:spMkLst>
            <pc:docMk/>
            <pc:sldMk cId="90001048" sldId="2147347741"/>
            <ac:spMk id="40" creationId="{E09D4448-21B3-3C96-891B-3916AF223082}"/>
          </ac:spMkLst>
        </pc:spChg>
        <pc:spChg chg="add mod">
          <ac:chgData name="Mitra, Sayan" userId="5f9b069e-390c-41f3-af3f-6bd4b0fb9710" providerId="ADAL" clId="{5F6DACBC-C6C5-402D-9AD4-4F151885458C}" dt="2025-02-16T02:25:28.797" v="17" actId="1036"/>
          <ac:spMkLst>
            <pc:docMk/>
            <pc:sldMk cId="90001048" sldId="2147347741"/>
            <ac:spMk id="41" creationId="{70F8ED19-2E3D-21D3-8D2C-8FE43491F10F}"/>
          </ac:spMkLst>
        </pc:spChg>
        <pc:spChg chg="add mod">
          <ac:chgData name="Mitra, Sayan" userId="5f9b069e-390c-41f3-af3f-6bd4b0fb9710" providerId="ADAL" clId="{5F6DACBC-C6C5-402D-9AD4-4F151885458C}" dt="2025-02-16T02:25:28.797" v="17" actId="1036"/>
          <ac:spMkLst>
            <pc:docMk/>
            <pc:sldMk cId="90001048" sldId="2147347741"/>
            <ac:spMk id="43" creationId="{E59749EC-74B7-E44C-B494-72C072AB2EE4}"/>
          </ac:spMkLst>
        </pc:spChg>
        <pc:spChg chg="add mod">
          <ac:chgData name="Mitra, Sayan" userId="5f9b069e-390c-41f3-af3f-6bd4b0fb9710" providerId="ADAL" clId="{5F6DACBC-C6C5-402D-9AD4-4F151885458C}" dt="2025-02-16T02:25:28.797" v="17" actId="1036"/>
          <ac:spMkLst>
            <pc:docMk/>
            <pc:sldMk cId="90001048" sldId="2147347741"/>
            <ac:spMk id="44" creationId="{59FA5B5D-BC61-B4AB-E235-EBC69008B035}"/>
          </ac:spMkLst>
        </pc:spChg>
        <pc:spChg chg="add mod">
          <ac:chgData name="Mitra, Sayan" userId="5f9b069e-390c-41f3-af3f-6bd4b0fb9710" providerId="ADAL" clId="{5F6DACBC-C6C5-402D-9AD4-4F151885458C}" dt="2025-02-16T02:25:28.797" v="17" actId="1036"/>
          <ac:spMkLst>
            <pc:docMk/>
            <pc:sldMk cId="90001048" sldId="2147347741"/>
            <ac:spMk id="45" creationId="{9B264D12-AB9B-C37B-0193-CEAFAA2DC5B4}"/>
          </ac:spMkLst>
        </pc:spChg>
        <pc:spChg chg="add mod">
          <ac:chgData name="Mitra, Sayan" userId="5f9b069e-390c-41f3-af3f-6bd4b0fb9710" providerId="ADAL" clId="{5F6DACBC-C6C5-402D-9AD4-4F151885458C}" dt="2025-02-16T02:25:28.797" v="17" actId="1036"/>
          <ac:spMkLst>
            <pc:docMk/>
            <pc:sldMk cId="90001048" sldId="2147347741"/>
            <ac:spMk id="46" creationId="{24A088E3-FDF9-03FA-DBFA-452CF9B7F2D6}"/>
          </ac:spMkLst>
        </pc:spChg>
        <pc:spChg chg="add mod">
          <ac:chgData name="Mitra, Sayan" userId="5f9b069e-390c-41f3-af3f-6bd4b0fb9710" providerId="ADAL" clId="{5F6DACBC-C6C5-402D-9AD4-4F151885458C}" dt="2025-02-16T02:25:28.797" v="17" actId="1036"/>
          <ac:spMkLst>
            <pc:docMk/>
            <pc:sldMk cId="90001048" sldId="2147347741"/>
            <ac:spMk id="47" creationId="{46CDC5B3-C368-F8D6-F367-7E820C2B8078}"/>
          </ac:spMkLst>
        </pc:spChg>
        <pc:spChg chg="add mod">
          <ac:chgData name="Mitra, Sayan" userId="5f9b069e-390c-41f3-af3f-6bd4b0fb9710" providerId="ADAL" clId="{5F6DACBC-C6C5-402D-9AD4-4F151885458C}" dt="2025-02-16T02:25:28.797" v="17" actId="1036"/>
          <ac:spMkLst>
            <pc:docMk/>
            <pc:sldMk cId="90001048" sldId="2147347741"/>
            <ac:spMk id="48" creationId="{94FA9F56-36A1-B458-2424-C9EF9C242EB0}"/>
          </ac:spMkLst>
        </pc:spChg>
        <pc:spChg chg="add mod">
          <ac:chgData name="Mitra, Sayan" userId="5f9b069e-390c-41f3-af3f-6bd4b0fb9710" providerId="ADAL" clId="{5F6DACBC-C6C5-402D-9AD4-4F151885458C}" dt="2025-02-16T02:25:28.797" v="17" actId="1036"/>
          <ac:spMkLst>
            <pc:docMk/>
            <pc:sldMk cId="90001048" sldId="2147347741"/>
            <ac:spMk id="49" creationId="{C7C69DED-51B8-32DB-D040-E7FAEED8DB6B}"/>
          </ac:spMkLst>
        </pc:spChg>
        <pc:spChg chg="add mod">
          <ac:chgData name="Mitra, Sayan" userId="5f9b069e-390c-41f3-af3f-6bd4b0fb9710" providerId="ADAL" clId="{5F6DACBC-C6C5-402D-9AD4-4F151885458C}" dt="2025-02-16T02:25:28.797" v="17" actId="1036"/>
          <ac:spMkLst>
            <pc:docMk/>
            <pc:sldMk cId="90001048" sldId="2147347741"/>
            <ac:spMk id="50" creationId="{0E3B60CB-19FA-05C3-5639-FEF2217471FA}"/>
          </ac:spMkLst>
        </pc:spChg>
        <pc:spChg chg="add mod">
          <ac:chgData name="Mitra, Sayan" userId="5f9b069e-390c-41f3-af3f-6bd4b0fb9710" providerId="ADAL" clId="{5F6DACBC-C6C5-402D-9AD4-4F151885458C}" dt="2025-02-16T02:25:28.797" v="17" actId="1036"/>
          <ac:spMkLst>
            <pc:docMk/>
            <pc:sldMk cId="90001048" sldId="2147347741"/>
            <ac:spMk id="51" creationId="{86BEA48E-B775-2488-1EE0-F707F0F73004}"/>
          </ac:spMkLst>
        </pc:spChg>
        <pc:spChg chg="add mod">
          <ac:chgData name="Mitra, Sayan" userId="5f9b069e-390c-41f3-af3f-6bd4b0fb9710" providerId="ADAL" clId="{5F6DACBC-C6C5-402D-9AD4-4F151885458C}" dt="2025-02-16T02:25:28.797" v="17" actId="1036"/>
          <ac:spMkLst>
            <pc:docMk/>
            <pc:sldMk cId="90001048" sldId="2147347741"/>
            <ac:spMk id="52" creationId="{71212A27-0B7E-0181-3BD9-54B6DE1BBA07}"/>
          </ac:spMkLst>
        </pc:spChg>
        <pc:spChg chg="add mod">
          <ac:chgData name="Mitra, Sayan" userId="5f9b069e-390c-41f3-af3f-6bd4b0fb9710" providerId="ADAL" clId="{5F6DACBC-C6C5-402D-9AD4-4F151885458C}" dt="2025-02-16T02:25:28.797" v="17" actId="1036"/>
          <ac:spMkLst>
            <pc:docMk/>
            <pc:sldMk cId="90001048" sldId="2147347741"/>
            <ac:spMk id="53" creationId="{CC3BF9ED-EA8F-6FF7-CB7C-175C1575C3FE}"/>
          </ac:spMkLst>
        </pc:spChg>
        <pc:spChg chg="add mod">
          <ac:chgData name="Mitra, Sayan" userId="5f9b069e-390c-41f3-af3f-6bd4b0fb9710" providerId="ADAL" clId="{5F6DACBC-C6C5-402D-9AD4-4F151885458C}" dt="2025-02-16T02:25:28.797" v="17" actId="1036"/>
          <ac:spMkLst>
            <pc:docMk/>
            <pc:sldMk cId="90001048" sldId="2147347741"/>
            <ac:spMk id="54" creationId="{B9CFBF87-4179-D872-F6D8-355722C8646E}"/>
          </ac:spMkLst>
        </pc:spChg>
        <pc:spChg chg="add mod">
          <ac:chgData name="Mitra, Sayan" userId="5f9b069e-390c-41f3-af3f-6bd4b0fb9710" providerId="ADAL" clId="{5F6DACBC-C6C5-402D-9AD4-4F151885458C}" dt="2025-02-16T02:25:28.797" v="17" actId="1036"/>
          <ac:spMkLst>
            <pc:docMk/>
            <pc:sldMk cId="90001048" sldId="2147347741"/>
            <ac:spMk id="55" creationId="{4BB5BE44-3DDA-EADD-A9E7-F53BC9520472}"/>
          </ac:spMkLst>
        </pc:spChg>
        <pc:spChg chg="add mod">
          <ac:chgData name="Mitra, Sayan" userId="5f9b069e-390c-41f3-af3f-6bd4b0fb9710" providerId="ADAL" clId="{5F6DACBC-C6C5-402D-9AD4-4F151885458C}" dt="2025-02-16T02:25:28.797" v="17" actId="1036"/>
          <ac:spMkLst>
            <pc:docMk/>
            <pc:sldMk cId="90001048" sldId="2147347741"/>
            <ac:spMk id="56" creationId="{8AA9E3CF-4770-8137-ECCD-61B4D7DCCFEC}"/>
          </ac:spMkLst>
        </pc:spChg>
        <pc:spChg chg="add mod">
          <ac:chgData name="Mitra, Sayan" userId="5f9b069e-390c-41f3-af3f-6bd4b0fb9710" providerId="ADAL" clId="{5F6DACBC-C6C5-402D-9AD4-4F151885458C}" dt="2025-02-16T02:25:28.797" v="17" actId="1036"/>
          <ac:spMkLst>
            <pc:docMk/>
            <pc:sldMk cId="90001048" sldId="2147347741"/>
            <ac:spMk id="57" creationId="{DFDAD701-8B84-C85D-0ED8-D2617A93F544}"/>
          </ac:spMkLst>
        </pc:spChg>
        <pc:spChg chg="add mod">
          <ac:chgData name="Mitra, Sayan" userId="5f9b069e-390c-41f3-af3f-6bd4b0fb9710" providerId="ADAL" clId="{5F6DACBC-C6C5-402D-9AD4-4F151885458C}" dt="2025-02-16T02:25:28.797" v="17" actId="1036"/>
          <ac:spMkLst>
            <pc:docMk/>
            <pc:sldMk cId="90001048" sldId="2147347741"/>
            <ac:spMk id="58" creationId="{76630786-A370-4CE6-F620-130113FA51AE}"/>
          </ac:spMkLst>
        </pc:spChg>
        <pc:spChg chg="add mod">
          <ac:chgData name="Mitra, Sayan" userId="5f9b069e-390c-41f3-af3f-6bd4b0fb9710" providerId="ADAL" clId="{5F6DACBC-C6C5-402D-9AD4-4F151885458C}" dt="2025-02-16T02:25:49.960" v="19" actId="207"/>
          <ac:spMkLst>
            <pc:docMk/>
            <pc:sldMk cId="90001048" sldId="2147347741"/>
            <ac:spMk id="59" creationId="{C8801734-6A31-2659-C279-7894ACB537FB}"/>
          </ac:spMkLst>
        </pc:spChg>
        <pc:spChg chg="add mod">
          <ac:chgData name="Mitra, Sayan" userId="5f9b069e-390c-41f3-af3f-6bd4b0fb9710" providerId="ADAL" clId="{5F6DACBC-C6C5-402D-9AD4-4F151885458C}" dt="2025-02-16T02:25:28.797" v="17" actId="1036"/>
          <ac:spMkLst>
            <pc:docMk/>
            <pc:sldMk cId="90001048" sldId="2147347741"/>
            <ac:spMk id="60" creationId="{830B0DAE-8236-CF5B-CFC5-FB6387331494}"/>
          </ac:spMkLst>
        </pc:spChg>
        <pc:spChg chg="add mod">
          <ac:chgData name="Mitra, Sayan" userId="5f9b069e-390c-41f3-af3f-6bd4b0fb9710" providerId="ADAL" clId="{5F6DACBC-C6C5-402D-9AD4-4F151885458C}" dt="2025-02-16T02:25:28.797" v="17" actId="1036"/>
          <ac:spMkLst>
            <pc:docMk/>
            <pc:sldMk cId="90001048" sldId="2147347741"/>
            <ac:spMk id="61" creationId="{BF111D0F-E151-4BC0-16F0-3F8D1730D377}"/>
          </ac:spMkLst>
        </pc:spChg>
        <pc:spChg chg="add mod">
          <ac:chgData name="Mitra, Sayan" userId="5f9b069e-390c-41f3-af3f-6bd4b0fb9710" providerId="ADAL" clId="{5F6DACBC-C6C5-402D-9AD4-4F151885458C}" dt="2025-02-16T02:25:28.797" v="17" actId="1036"/>
          <ac:spMkLst>
            <pc:docMk/>
            <pc:sldMk cId="90001048" sldId="2147347741"/>
            <ac:spMk id="62" creationId="{2F40B321-9612-F3D1-0BFF-DE519B4E7041}"/>
          </ac:spMkLst>
        </pc:spChg>
        <pc:spChg chg="add mod">
          <ac:chgData name="Mitra, Sayan" userId="5f9b069e-390c-41f3-af3f-6bd4b0fb9710" providerId="ADAL" clId="{5F6DACBC-C6C5-402D-9AD4-4F151885458C}" dt="2025-02-16T02:25:28.797" v="17" actId="1036"/>
          <ac:spMkLst>
            <pc:docMk/>
            <pc:sldMk cId="90001048" sldId="2147347741"/>
            <ac:spMk id="63" creationId="{AC897E73-EC94-A654-D92F-4C23E445D730}"/>
          </ac:spMkLst>
        </pc:spChg>
        <pc:spChg chg="add mod">
          <ac:chgData name="Mitra, Sayan" userId="5f9b069e-390c-41f3-af3f-6bd4b0fb9710" providerId="ADAL" clId="{5F6DACBC-C6C5-402D-9AD4-4F151885458C}" dt="2025-02-16T02:25:28.797" v="17" actId="1036"/>
          <ac:spMkLst>
            <pc:docMk/>
            <pc:sldMk cId="90001048" sldId="2147347741"/>
            <ac:spMk id="64" creationId="{ECF115C4-1A78-CDE7-99D7-BF5930BC114D}"/>
          </ac:spMkLst>
        </pc:spChg>
        <pc:spChg chg="add mod">
          <ac:chgData name="Mitra, Sayan" userId="5f9b069e-390c-41f3-af3f-6bd4b0fb9710" providerId="ADAL" clId="{5F6DACBC-C6C5-402D-9AD4-4F151885458C}" dt="2025-02-16T02:25:28.797" v="17" actId="1036"/>
          <ac:spMkLst>
            <pc:docMk/>
            <pc:sldMk cId="90001048" sldId="2147347741"/>
            <ac:spMk id="65" creationId="{13D52562-35E5-4782-7506-C2015DCFF01A}"/>
          </ac:spMkLst>
        </pc:spChg>
        <pc:spChg chg="add mod">
          <ac:chgData name="Mitra, Sayan" userId="5f9b069e-390c-41f3-af3f-6bd4b0fb9710" providerId="ADAL" clId="{5F6DACBC-C6C5-402D-9AD4-4F151885458C}" dt="2025-02-16T02:25:28.797" v="17" actId="1036"/>
          <ac:spMkLst>
            <pc:docMk/>
            <pc:sldMk cId="90001048" sldId="2147347741"/>
            <ac:spMk id="66" creationId="{CE64E6EB-07D0-BB5F-1626-7AA3E133DFE9}"/>
          </ac:spMkLst>
        </pc:spChg>
        <pc:spChg chg="add mod">
          <ac:chgData name="Mitra, Sayan" userId="5f9b069e-390c-41f3-af3f-6bd4b0fb9710" providerId="ADAL" clId="{5F6DACBC-C6C5-402D-9AD4-4F151885458C}" dt="2025-02-16T02:25:28.797" v="17" actId="1036"/>
          <ac:spMkLst>
            <pc:docMk/>
            <pc:sldMk cId="90001048" sldId="2147347741"/>
            <ac:spMk id="67" creationId="{DD7B32F1-435E-D636-2398-BC80E2B0F104}"/>
          </ac:spMkLst>
        </pc:spChg>
        <pc:spChg chg="add mod">
          <ac:chgData name="Mitra, Sayan" userId="5f9b069e-390c-41f3-af3f-6bd4b0fb9710" providerId="ADAL" clId="{5F6DACBC-C6C5-402D-9AD4-4F151885458C}" dt="2025-02-16T02:25:28.797" v="17" actId="1036"/>
          <ac:spMkLst>
            <pc:docMk/>
            <pc:sldMk cId="90001048" sldId="2147347741"/>
            <ac:spMk id="68" creationId="{B7AEBF9C-C5CB-A334-84B2-0BF54310C026}"/>
          </ac:spMkLst>
        </pc:spChg>
        <pc:spChg chg="add mod">
          <ac:chgData name="Mitra, Sayan" userId="5f9b069e-390c-41f3-af3f-6bd4b0fb9710" providerId="ADAL" clId="{5F6DACBC-C6C5-402D-9AD4-4F151885458C}" dt="2025-02-16T02:25:28.797" v="17" actId="1036"/>
          <ac:spMkLst>
            <pc:docMk/>
            <pc:sldMk cId="90001048" sldId="2147347741"/>
            <ac:spMk id="69" creationId="{6B0FC5EB-E866-713C-B15D-A11454680C58}"/>
          </ac:spMkLst>
        </pc:spChg>
        <pc:spChg chg="add mod">
          <ac:chgData name="Mitra, Sayan" userId="5f9b069e-390c-41f3-af3f-6bd4b0fb9710" providerId="ADAL" clId="{5F6DACBC-C6C5-402D-9AD4-4F151885458C}" dt="2025-02-16T02:25:28.797" v="17" actId="1036"/>
          <ac:spMkLst>
            <pc:docMk/>
            <pc:sldMk cId="90001048" sldId="2147347741"/>
            <ac:spMk id="70" creationId="{0D9C36FF-3C28-3ACB-2093-5D3AB2BB3A87}"/>
          </ac:spMkLst>
        </pc:spChg>
        <pc:spChg chg="add mod">
          <ac:chgData name="Mitra, Sayan" userId="5f9b069e-390c-41f3-af3f-6bd4b0fb9710" providerId="ADAL" clId="{5F6DACBC-C6C5-402D-9AD4-4F151885458C}" dt="2025-02-16T02:25:28.797" v="17" actId="1036"/>
          <ac:spMkLst>
            <pc:docMk/>
            <pc:sldMk cId="90001048" sldId="2147347741"/>
            <ac:spMk id="71" creationId="{3F85407A-DC10-A0F4-D204-EC59FC2ABB95}"/>
          </ac:spMkLst>
        </pc:spChg>
        <pc:spChg chg="add mod">
          <ac:chgData name="Mitra, Sayan" userId="5f9b069e-390c-41f3-af3f-6bd4b0fb9710" providerId="ADAL" clId="{5F6DACBC-C6C5-402D-9AD4-4F151885458C}" dt="2025-02-16T02:25:49.960" v="19" actId="207"/>
          <ac:spMkLst>
            <pc:docMk/>
            <pc:sldMk cId="90001048" sldId="2147347741"/>
            <ac:spMk id="72" creationId="{0DCCD489-C12A-9948-4A89-89AA389B81FF}"/>
          </ac:spMkLst>
        </pc:spChg>
        <pc:spChg chg="add mod">
          <ac:chgData name="Mitra, Sayan" userId="5f9b069e-390c-41f3-af3f-6bd4b0fb9710" providerId="ADAL" clId="{5F6DACBC-C6C5-402D-9AD4-4F151885458C}" dt="2025-02-16T02:25:55.122" v="20" actId="207"/>
          <ac:spMkLst>
            <pc:docMk/>
            <pc:sldMk cId="90001048" sldId="2147347741"/>
            <ac:spMk id="73" creationId="{CCBE8293-3DD5-0330-2142-A66F2968318A}"/>
          </ac:spMkLst>
        </pc:spChg>
        <pc:spChg chg="add mod">
          <ac:chgData name="Mitra, Sayan" userId="5f9b069e-390c-41f3-af3f-6bd4b0fb9710" providerId="ADAL" clId="{5F6DACBC-C6C5-402D-9AD4-4F151885458C}" dt="2025-02-16T02:25:49.960" v="19" actId="207"/>
          <ac:spMkLst>
            <pc:docMk/>
            <pc:sldMk cId="90001048" sldId="2147347741"/>
            <ac:spMk id="74" creationId="{83A20B83-AC22-37E4-E5A1-A0CA84BCDAD0}"/>
          </ac:spMkLst>
        </pc:spChg>
        <pc:spChg chg="add mod">
          <ac:chgData name="Mitra, Sayan" userId="5f9b069e-390c-41f3-af3f-6bd4b0fb9710" providerId="ADAL" clId="{5F6DACBC-C6C5-402D-9AD4-4F151885458C}" dt="2025-02-16T02:26:06.461" v="22" actId="208"/>
          <ac:spMkLst>
            <pc:docMk/>
            <pc:sldMk cId="90001048" sldId="2147347741"/>
            <ac:spMk id="75" creationId="{C3F0B352-A031-4FC7-B303-412B5C812468}"/>
          </ac:spMkLst>
        </pc:spChg>
        <pc:spChg chg="add mod">
          <ac:chgData name="Mitra, Sayan" userId="5f9b069e-390c-41f3-af3f-6bd4b0fb9710" providerId="ADAL" clId="{5F6DACBC-C6C5-402D-9AD4-4F151885458C}" dt="2025-02-16T02:25:49.960" v="19" actId="207"/>
          <ac:spMkLst>
            <pc:docMk/>
            <pc:sldMk cId="90001048" sldId="2147347741"/>
            <ac:spMk id="76" creationId="{D7A52400-5DBA-4275-EDF4-D9838EE5DABC}"/>
          </ac:spMkLst>
        </pc:spChg>
        <pc:spChg chg="add mod">
          <ac:chgData name="Mitra, Sayan" userId="5f9b069e-390c-41f3-af3f-6bd4b0fb9710" providerId="ADAL" clId="{5F6DACBC-C6C5-402D-9AD4-4F151885458C}" dt="2025-02-16T02:25:49.960" v="19" actId="207"/>
          <ac:spMkLst>
            <pc:docMk/>
            <pc:sldMk cId="90001048" sldId="2147347741"/>
            <ac:spMk id="77" creationId="{A35265DB-055D-B1B2-E3A4-118C28BA18BC}"/>
          </ac:spMkLst>
        </pc:spChg>
        <pc:spChg chg="add mod">
          <ac:chgData name="Mitra, Sayan" userId="5f9b069e-390c-41f3-af3f-6bd4b0fb9710" providerId="ADAL" clId="{5F6DACBC-C6C5-402D-9AD4-4F151885458C}" dt="2025-02-16T02:25:28.797" v="17" actId="1036"/>
          <ac:spMkLst>
            <pc:docMk/>
            <pc:sldMk cId="90001048" sldId="2147347741"/>
            <ac:spMk id="78" creationId="{96B51501-2D74-EA2A-FFFD-0D6F3C06D216}"/>
          </ac:spMkLst>
        </pc:spChg>
        <pc:spChg chg="add mod">
          <ac:chgData name="Mitra, Sayan" userId="5f9b069e-390c-41f3-af3f-6bd4b0fb9710" providerId="ADAL" clId="{5F6DACBC-C6C5-402D-9AD4-4F151885458C}" dt="2025-02-16T02:25:28.797" v="17" actId="1036"/>
          <ac:spMkLst>
            <pc:docMk/>
            <pc:sldMk cId="90001048" sldId="2147347741"/>
            <ac:spMk id="79" creationId="{D2E43E77-11F9-D336-6F9E-9DAB938DCAB0}"/>
          </ac:spMkLst>
        </pc:spChg>
        <pc:spChg chg="add mod">
          <ac:chgData name="Mitra, Sayan" userId="5f9b069e-390c-41f3-af3f-6bd4b0fb9710" providerId="ADAL" clId="{5F6DACBC-C6C5-402D-9AD4-4F151885458C}" dt="2025-02-16T02:25:28.797" v="17" actId="1036"/>
          <ac:spMkLst>
            <pc:docMk/>
            <pc:sldMk cId="90001048" sldId="2147347741"/>
            <ac:spMk id="80" creationId="{09648237-73FB-1143-107B-CE810B286CF9}"/>
          </ac:spMkLst>
        </pc:spChg>
        <pc:spChg chg="add mod">
          <ac:chgData name="Mitra, Sayan" userId="5f9b069e-390c-41f3-af3f-6bd4b0fb9710" providerId="ADAL" clId="{5F6DACBC-C6C5-402D-9AD4-4F151885458C}" dt="2025-02-16T02:25:28.797" v="17" actId="1036"/>
          <ac:spMkLst>
            <pc:docMk/>
            <pc:sldMk cId="90001048" sldId="2147347741"/>
            <ac:spMk id="81" creationId="{8A4AAA4D-F80C-8C49-F644-CA127709A3DA}"/>
          </ac:spMkLst>
        </pc:spChg>
        <pc:spChg chg="add mod">
          <ac:chgData name="Mitra, Sayan" userId="5f9b069e-390c-41f3-af3f-6bd4b0fb9710" providerId="ADAL" clId="{5F6DACBC-C6C5-402D-9AD4-4F151885458C}" dt="2025-02-16T02:25:28.797" v="17" actId="1036"/>
          <ac:spMkLst>
            <pc:docMk/>
            <pc:sldMk cId="90001048" sldId="2147347741"/>
            <ac:spMk id="82" creationId="{9A1F50E1-5264-07F5-4982-A1D564FBAA71}"/>
          </ac:spMkLst>
        </pc:spChg>
        <pc:spChg chg="add mod">
          <ac:chgData name="Mitra, Sayan" userId="5f9b069e-390c-41f3-af3f-6bd4b0fb9710" providerId="ADAL" clId="{5F6DACBC-C6C5-402D-9AD4-4F151885458C}" dt="2025-02-16T02:25:28.797" v="17" actId="1036"/>
          <ac:spMkLst>
            <pc:docMk/>
            <pc:sldMk cId="90001048" sldId="2147347741"/>
            <ac:spMk id="83" creationId="{8CCD8E00-1EC6-2662-0C83-58C1DB51B5BB}"/>
          </ac:spMkLst>
        </pc:spChg>
        <pc:spChg chg="add mod">
          <ac:chgData name="Mitra, Sayan" userId="5f9b069e-390c-41f3-af3f-6bd4b0fb9710" providerId="ADAL" clId="{5F6DACBC-C6C5-402D-9AD4-4F151885458C}" dt="2025-02-16T02:25:28.797" v="17" actId="1036"/>
          <ac:spMkLst>
            <pc:docMk/>
            <pc:sldMk cId="90001048" sldId="2147347741"/>
            <ac:spMk id="84" creationId="{7447752A-58BE-C45C-17D6-54473665A5C1}"/>
          </ac:spMkLst>
        </pc:spChg>
        <pc:graphicFrameChg chg="del">
          <ac:chgData name="Mitra, Sayan" userId="5f9b069e-390c-41f3-af3f-6bd4b0fb9710" providerId="ADAL" clId="{5F6DACBC-C6C5-402D-9AD4-4F151885458C}" dt="2025-02-16T02:25:22.537" v="3" actId="478"/>
          <ac:graphicFrameMkLst>
            <pc:docMk/>
            <pc:sldMk cId="90001048" sldId="2147347741"/>
            <ac:graphicFrameMk id="14" creationId="{BCE1F67E-928A-F030-99F4-355DBF9E33F4}"/>
          </ac:graphicFrameMkLst>
        </pc:graphicFrameChg>
      </pc:sldChg>
      <pc:sldChg chg="addSp delSp modSp add del mod ord">
        <pc:chgData name="Mitra, Sayan" userId="5f9b069e-390c-41f3-af3f-6bd4b0fb9710" providerId="ADAL" clId="{5F6DACBC-C6C5-402D-9AD4-4F151885458C}" dt="2025-02-16T04:15:12.598" v="1853" actId="47"/>
        <pc:sldMkLst>
          <pc:docMk/>
          <pc:sldMk cId="845347520" sldId="2147347742"/>
        </pc:sldMkLst>
        <pc:spChg chg="del">
          <ac:chgData name="Mitra, Sayan" userId="5f9b069e-390c-41f3-af3f-6bd4b0fb9710" providerId="ADAL" clId="{5F6DACBC-C6C5-402D-9AD4-4F151885458C}" dt="2025-02-16T02:40:39.649" v="26" actId="478"/>
          <ac:spMkLst>
            <pc:docMk/>
            <pc:sldMk cId="845347520" sldId="2147347742"/>
            <ac:spMk id="3" creationId="{2F6591A4-166D-D006-A6AA-191A37B3A947}"/>
          </ac:spMkLst>
        </pc:spChg>
        <pc:spChg chg="add mod">
          <ac:chgData name="Mitra, Sayan" userId="5f9b069e-390c-41f3-af3f-6bd4b0fb9710" providerId="ADAL" clId="{5F6DACBC-C6C5-402D-9AD4-4F151885458C}" dt="2025-02-16T03:12:01.747" v="488" actId="1038"/>
          <ac:spMkLst>
            <pc:docMk/>
            <pc:sldMk cId="845347520" sldId="2147347742"/>
            <ac:spMk id="4" creationId="{21B913B1-ACD3-F927-C4A7-B9F84044B83B}"/>
          </ac:spMkLst>
        </pc:spChg>
        <pc:spChg chg="add mod">
          <ac:chgData name="Mitra, Sayan" userId="5f9b069e-390c-41f3-af3f-6bd4b0fb9710" providerId="ADAL" clId="{5F6DACBC-C6C5-402D-9AD4-4F151885458C}" dt="2025-02-16T03:32:04.098" v="605" actId="207"/>
          <ac:spMkLst>
            <pc:docMk/>
            <pc:sldMk cId="845347520" sldId="2147347742"/>
            <ac:spMk id="5" creationId="{1C4187ED-1DB7-25D5-9B45-64F414C6A957}"/>
          </ac:spMkLst>
        </pc:spChg>
        <pc:spChg chg="mod">
          <ac:chgData name="Mitra, Sayan" userId="5f9b069e-390c-41f3-af3f-6bd4b0fb9710" providerId="ADAL" clId="{5F6DACBC-C6C5-402D-9AD4-4F151885458C}" dt="2025-02-16T03:32:37.962" v="610" actId="208"/>
          <ac:spMkLst>
            <pc:docMk/>
            <pc:sldMk cId="845347520" sldId="2147347742"/>
            <ac:spMk id="8" creationId="{E26C8EAF-80E4-1DAF-0E04-FD94C0A3E217}"/>
          </ac:spMkLst>
        </pc:spChg>
        <pc:spChg chg="mod">
          <ac:chgData name="Mitra, Sayan" userId="5f9b069e-390c-41f3-af3f-6bd4b0fb9710" providerId="ADAL" clId="{5F6DACBC-C6C5-402D-9AD4-4F151885458C}" dt="2025-02-16T03:32:37.962" v="610" actId="208"/>
          <ac:spMkLst>
            <pc:docMk/>
            <pc:sldMk cId="845347520" sldId="2147347742"/>
            <ac:spMk id="11" creationId="{82318631-52D8-CE9E-6FF0-AA053C82C223}"/>
          </ac:spMkLst>
        </pc:spChg>
        <pc:spChg chg="add mod">
          <ac:chgData name="Mitra, Sayan" userId="5f9b069e-390c-41f3-af3f-6bd4b0fb9710" providerId="ADAL" clId="{5F6DACBC-C6C5-402D-9AD4-4F151885458C}" dt="2025-02-16T02:41:03.689" v="41" actId="1038"/>
          <ac:spMkLst>
            <pc:docMk/>
            <pc:sldMk cId="845347520" sldId="2147347742"/>
            <ac:spMk id="12" creationId="{B0B8D0B2-197C-A6D1-6D74-8DA6C6D005DE}"/>
          </ac:spMkLst>
        </pc:spChg>
        <pc:spChg chg="add del mod">
          <ac:chgData name="Mitra, Sayan" userId="5f9b069e-390c-41f3-af3f-6bd4b0fb9710" providerId="ADAL" clId="{5F6DACBC-C6C5-402D-9AD4-4F151885458C}" dt="2025-02-16T02:51:49.555" v="42" actId="478"/>
          <ac:spMkLst>
            <pc:docMk/>
            <pc:sldMk cId="845347520" sldId="2147347742"/>
            <ac:spMk id="13" creationId="{F2714C93-B1FC-D763-70BA-48CAA5C1F23F}"/>
          </ac:spMkLst>
        </pc:spChg>
        <pc:spChg chg="add mod">
          <ac:chgData name="Mitra, Sayan" userId="5f9b069e-390c-41f3-af3f-6bd4b0fb9710" providerId="ADAL" clId="{5F6DACBC-C6C5-402D-9AD4-4F151885458C}" dt="2025-02-16T02:53:07.193" v="118" actId="1037"/>
          <ac:spMkLst>
            <pc:docMk/>
            <pc:sldMk cId="845347520" sldId="2147347742"/>
            <ac:spMk id="14" creationId="{84A285DF-3B9D-53BC-8718-2B71EDB08F7D}"/>
          </ac:spMkLst>
        </pc:spChg>
        <pc:spChg chg="add mod">
          <ac:chgData name="Mitra, Sayan" userId="5f9b069e-390c-41f3-af3f-6bd4b0fb9710" providerId="ADAL" clId="{5F6DACBC-C6C5-402D-9AD4-4F151885458C}" dt="2025-02-16T03:32:25.432" v="609" actId="208"/>
          <ac:spMkLst>
            <pc:docMk/>
            <pc:sldMk cId="845347520" sldId="2147347742"/>
            <ac:spMk id="15" creationId="{155D05E8-278A-BAA1-CE47-274C298AA4DA}"/>
          </ac:spMkLst>
        </pc:spChg>
        <pc:spChg chg="add mod">
          <ac:chgData name="Mitra, Sayan" userId="5f9b069e-390c-41f3-af3f-6bd4b0fb9710" providerId="ADAL" clId="{5F6DACBC-C6C5-402D-9AD4-4F151885458C}" dt="2025-02-16T02:53:07.193" v="118" actId="1037"/>
          <ac:spMkLst>
            <pc:docMk/>
            <pc:sldMk cId="845347520" sldId="2147347742"/>
            <ac:spMk id="16" creationId="{E6A56213-02A8-FE5B-D1EE-745D944940F8}"/>
          </ac:spMkLst>
        </pc:spChg>
        <pc:spChg chg="add mod">
          <ac:chgData name="Mitra, Sayan" userId="5f9b069e-390c-41f3-af3f-6bd4b0fb9710" providerId="ADAL" clId="{5F6DACBC-C6C5-402D-9AD4-4F151885458C}" dt="2025-02-16T03:32:25.432" v="609" actId="208"/>
          <ac:spMkLst>
            <pc:docMk/>
            <pc:sldMk cId="845347520" sldId="2147347742"/>
            <ac:spMk id="17" creationId="{B47134F8-CFBC-FDF9-6CAD-84000D848D64}"/>
          </ac:spMkLst>
        </pc:spChg>
        <pc:spChg chg="add del mod">
          <ac:chgData name="Mitra, Sayan" userId="5f9b069e-390c-41f3-af3f-6bd4b0fb9710" providerId="ADAL" clId="{5F6DACBC-C6C5-402D-9AD4-4F151885458C}" dt="2025-02-16T02:52:10.492" v="69" actId="478"/>
          <ac:spMkLst>
            <pc:docMk/>
            <pc:sldMk cId="845347520" sldId="2147347742"/>
            <ac:spMk id="18" creationId="{96896A4B-2920-B37B-52C2-73700D1C6103}"/>
          </ac:spMkLst>
        </pc:spChg>
        <pc:spChg chg="add del mod">
          <ac:chgData name="Mitra, Sayan" userId="5f9b069e-390c-41f3-af3f-6bd4b0fb9710" providerId="ADAL" clId="{5F6DACBC-C6C5-402D-9AD4-4F151885458C}" dt="2025-02-16T02:51:51.338" v="43" actId="478"/>
          <ac:spMkLst>
            <pc:docMk/>
            <pc:sldMk cId="845347520" sldId="2147347742"/>
            <ac:spMk id="19" creationId="{9F3588B7-20B8-9DC2-3BAC-33965C7FD3BB}"/>
          </ac:spMkLst>
        </pc:spChg>
        <pc:spChg chg="add del mod">
          <ac:chgData name="Mitra, Sayan" userId="5f9b069e-390c-41f3-af3f-6bd4b0fb9710" providerId="ADAL" clId="{5F6DACBC-C6C5-402D-9AD4-4F151885458C}" dt="2025-02-16T02:51:56.255" v="45" actId="478"/>
          <ac:spMkLst>
            <pc:docMk/>
            <pc:sldMk cId="845347520" sldId="2147347742"/>
            <ac:spMk id="20" creationId="{FEF68E07-F423-5FB9-F81E-7E2D489875C5}"/>
          </ac:spMkLst>
        </pc:spChg>
        <pc:spChg chg="add del mod">
          <ac:chgData name="Mitra, Sayan" userId="5f9b069e-390c-41f3-af3f-6bd4b0fb9710" providerId="ADAL" clId="{5F6DACBC-C6C5-402D-9AD4-4F151885458C}" dt="2025-02-16T02:51:53.379" v="44" actId="478"/>
          <ac:spMkLst>
            <pc:docMk/>
            <pc:sldMk cId="845347520" sldId="2147347742"/>
            <ac:spMk id="21" creationId="{66D655AD-078F-5954-544C-DD391D2730DC}"/>
          </ac:spMkLst>
        </pc:spChg>
        <pc:spChg chg="add del mod">
          <ac:chgData name="Mitra, Sayan" userId="5f9b069e-390c-41f3-af3f-6bd4b0fb9710" providerId="ADAL" clId="{5F6DACBC-C6C5-402D-9AD4-4F151885458C}" dt="2025-02-16T03:25:28.050" v="599" actId="478"/>
          <ac:spMkLst>
            <pc:docMk/>
            <pc:sldMk cId="845347520" sldId="2147347742"/>
            <ac:spMk id="22" creationId="{27621C4F-2A72-E8D8-E6C3-D892BEFADC93}"/>
          </ac:spMkLst>
        </pc:spChg>
        <pc:spChg chg="add del mod">
          <ac:chgData name="Mitra, Sayan" userId="5f9b069e-390c-41f3-af3f-6bd4b0fb9710" providerId="ADAL" clId="{5F6DACBC-C6C5-402D-9AD4-4F151885458C}" dt="2025-02-16T03:04:44.025" v="437" actId="478"/>
          <ac:spMkLst>
            <pc:docMk/>
            <pc:sldMk cId="845347520" sldId="2147347742"/>
            <ac:spMk id="27" creationId="{2163904A-0576-4ED3-83AD-2A27E005CF3F}"/>
          </ac:spMkLst>
        </pc:spChg>
        <pc:spChg chg="add mod">
          <ac:chgData name="Mitra, Sayan" userId="5f9b069e-390c-41f3-af3f-6bd4b0fb9710" providerId="ADAL" clId="{5F6DACBC-C6C5-402D-9AD4-4F151885458C}" dt="2025-02-16T02:53:07.193" v="118" actId="1037"/>
          <ac:spMkLst>
            <pc:docMk/>
            <pc:sldMk cId="845347520" sldId="2147347742"/>
            <ac:spMk id="28" creationId="{4E076299-0405-CFC1-5BAC-4E681F58C609}"/>
          </ac:spMkLst>
        </pc:spChg>
        <pc:spChg chg="add mod">
          <ac:chgData name="Mitra, Sayan" userId="5f9b069e-390c-41f3-af3f-6bd4b0fb9710" providerId="ADAL" clId="{5F6DACBC-C6C5-402D-9AD4-4F151885458C}" dt="2025-02-16T02:53:07.193" v="118" actId="1037"/>
          <ac:spMkLst>
            <pc:docMk/>
            <pc:sldMk cId="845347520" sldId="2147347742"/>
            <ac:spMk id="29" creationId="{E7F43F0B-00E3-8825-BFA8-7BDC85639325}"/>
          </ac:spMkLst>
        </pc:spChg>
        <pc:spChg chg="add mod">
          <ac:chgData name="Mitra, Sayan" userId="5f9b069e-390c-41f3-af3f-6bd4b0fb9710" providerId="ADAL" clId="{5F6DACBC-C6C5-402D-9AD4-4F151885458C}" dt="2025-02-16T02:53:07.193" v="118" actId="1037"/>
          <ac:spMkLst>
            <pc:docMk/>
            <pc:sldMk cId="845347520" sldId="2147347742"/>
            <ac:spMk id="30" creationId="{67B2A3E9-CC8C-E419-E23E-DE3243B97085}"/>
          </ac:spMkLst>
        </pc:spChg>
        <pc:spChg chg="add mod">
          <ac:chgData name="Mitra, Sayan" userId="5f9b069e-390c-41f3-af3f-6bd4b0fb9710" providerId="ADAL" clId="{5F6DACBC-C6C5-402D-9AD4-4F151885458C}" dt="2025-02-16T02:53:07.193" v="118" actId="1037"/>
          <ac:spMkLst>
            <pc:docMk/>
            <pc:sldMk cId="845347520" sldId="2147347742"/>
            <ac:spMk id="31" creationId="{1AAA8DF9-F188-53D8-CFFD-5D13E1B98C5D}"/>
          </ac:spMkLst>
        </pc:spChg>
        <pc:spChg chg="add mod">
          <ac:chgData name="Mitra, Sayan" userId="5f9b069e-390c-41f3-af3f-6bd4b0fb9710" providerId="ADAL" clId="{5F6DACBC-C6C5-402D-9AD4-4F151885458C}" dt="2025-02-16T02:53:07.193" v="118" actId="1037"/>
          <ac:spMkLst>
            <pc:docMk/>
            <pc:sldMk cId="845347520" sldId="2147347742"/>
            <ac:spMk id="32" creationId="{4CF0A664-2CE4-57BD-FEDE-31135FC21E04}"/>
          </ac:spMkLst>
        </pc:spChg>
        <pc:spChg chg="add mod">
          <ac:chgData name="Mitra, Sayan" userId="5f9b069e-390c-41f3-af3f-6bd4b0fb9710" providerId="ADAL" clId="{5F6DACBC-C6C5-402D-9AD4-4F151885458C}" dt="2025-02-16T02:53:07.193" v="118" actId="1037"/>
          <ac:spMkLst>
            <pc:docMk/>
            <pc:sldMk cId="845347520" sldId="2147347742"/>
            <ac:spMk id="33" creationId="{7993B2DD-B3E8-4358-DC0B-946966918B64}"/>
          </ac:spMkLst>
        </pc:spChg>
        <pc:spChg chg="add mod">
          <ac:chgData name="Mitra, Sayan" userId="5f9b069e-390c-41f3-af3f-6bd4b0fb9710" providerId="ADAL" clId="{5F6DACBC-C6C5-402D-9AD4-4F151885458C}" dt="2025-02-16T02:53:07.193" v="118" actId="1037"/>
          <ac:spMkLst>
            <pc:docMk/>
            <pc:sldMk cId="845347520" sldId="2147347742"/>
            <ac:spMk id="34" creationId="{7E7118CB-6D5D-CA72-38DA-AB06C8FA5F02}"/>
          </ac:spMkLst>
        </pc:spChg>
        <pc:spChg chg="add mod">
          <ac:chgData name="Mitra, Sayan" userId="5f9b069e-390c-41f3-af3f-6bd4b0fb9710" providerId="ADAL" clId="{5F6DACBC-C6C5-402D-9AD4-4F151885458C}" dt="2025-02-16T02:53:07.193" v="118" actId="1037"/>
          <ac:spMkLst>
            <pc:docMk/>
            <pc:sldMk cId="845347520" sldId="2147347742"/>
            <ac:spMk id="35" creationId="{65EAF331-ABC1-D4B1-01A8-31CBCECA2CA1}"/>
          </ac:spMkLst>
        </pc:spChg>
        <pc:spChg chg="add mod">
          <ac:chgData name="Mitra, Sayan" userId="5f9b069e-390c-41f3-af3f-6bd4b0fb9710" providerId="ADAL" clId="{5F6DACBC-C6C5-402D-9AD4-4F151885458C}" dt="2025-02-16T02:53:07.193" v="118" actId="1037"/>
          <ac:spMkLst>
            <pc:docMk/>
            <pc:sldMk cId="845347520" sldId="2147347742"/>
            <ac:spMk id="36" creationId="{F142C116-91DB-D494-223F-727C6510B88F}"/>
          </ac:spMkLst>
        </pc:spChg>
        <pc:spChg chg="add mod">
          <ac:chgData name="Mitra, Sayan" userId="5f9b069e-390c-41f3-af3f-6bd4b0fb9710" providerId="ADAL" clId="{5F6DACBC-C6C5-402D-9AD4-4F151885458C}" dt="2025-02-16T02:53:07.193" v="118" actId="1037"/>
          <ac:spMkLst>
            <pc:docMk/>
            <pc:sldMk cId="845347520" sldId="2147347742"/>
            <ac:spMk id="37" creationId="{D0A98817-A6F1-FEB0-A458-823315EB8EB1}"/>
          </ac:spMkLst>
        </pc:spChg>
        <pc:spChg chg="add mod">
          <ac:chgData name="Mitra, Sayan" userId="5f9b069e-390c-41f3-af3f-6bd4b0fb9710" providerId="ADAL" clId="{5F6DACBC-C6C5-402D-9AD4-4F151885458C}" dt="2025-02-16T02:53:07.193" v="118" actId="1037"/>
          <ac:spMkLst>
            <pc:docMk/>
            <pc:sldMk cId="845347520" sldId="2147347742"/>
            <ac:spMk id="38" creationId="{C97B94E1-8B58-3C6F-7310-7138FD039F12}"/>
          </ac:spMkLst>
        </pc:spChg>
        <pc:spChg chg="add mod">
          <ac:chgData name="Mitra, Sayan" userId="5f9b069e-390c-41f3-af3f-6bd4b0fb9710" providerId="ADAL" clId="{5F6DACBC-C6C5-402D-9AD4-4F151885458C}" dt="2025-02-16T02:53:07.193" v="118" actId="1037"/>
          <ac:spMkLst>
            <pc:docMk/>
            <pc:sldMk cId="845347520" sldId="2147347742"/>
            <ac:spMk id="39" creationId="{9E028EE6-E836-263B-CDC2-51353DC6AF10}"/>
          </ac:spMkLst>
        </pc:spChg>
        <pc:spChg chg="add mod">
          <ac:chgData name="Mitra, Sayan" userId="5f9b069e-390c-41f3-af3f-6bd4b0fb9710" providerId="ADAL" clId="{5F6DACBC-C6C5-402D-9AD4-4F151885458C}" dt="2025-02-16T02:53:07.193" v="118" actId="1037"/>
          <ac:spMkLst>
            <pc:docMk/>
            <pc:sldMk cId="845347520" sldId="2147347742"/>
            <ac:spMk id="40" creationId="{43AAA523-3C3A-ADD0-72D0-CD83A65BCF9C}"/>
          </ac:spMkLst>
        </pc:spChg>
        <pc:spChg chg="add mod">
          <ac:chgData name="Mitra, Sayan" userId="5f9b069e-390c-41f3-af3f-6bd4b0fb9710" providerId="ADAL" clId="{5F6DACBC-C6C5-402D-9AD4-4F151885458C}" dt="2025-02-16T02:53:07.193" v="118" actId="1037"/>
          <ac:spMkLst>
            <pc:docMk/>
            <pc:sldMk cId="845347520" sldId="2147347742"/>
            <ac:spMk id="41" creationId="{D0407E5D-D019-1D6C-9408-E115BA17DE0D}"/>
          </ac:spMkLst>
        </pc:spChg>
        <pc:spChg chg="add mod">
          <ac:chgData name="Mitra, Sayan" userId="5f9b069e-390c-41f3-af3f-6bd4b0fb9710" providerId="ADAL" clId="{5F6DACBC-C6C5-402D-9AD4-4F151885458C}" dt="2025-02-16T02:53:07.193" v="118" actId="1037"/>
          <ac:spMkLst>
            <pc:docMk/>
            <pc:sldMk cId="845347520" sldId="2147347742"/>
            <ac:spMk id="43" creationId="{0A02B9D2-E266-5D66-E68B-02E11361AEBC}"/>
          </ac:spMkLst>
        </pc:spChg>
        <pc:spChg chg="del">
          <ac:chgData name="Mitra, Sayan" userId="5f9b069e-390c-41f3-af3f-6bd4b0fb9710" providerId="ADAL" clId="{5F6DACBC-C6C5-402D-9AD4-4F151885458C}" dt="2025-02-16T02:40:39.649" v="26" actId="478"/>
          <ac:spMkLst>
            <pc:docMk/>
            <pc:sldMk cId="845347520" sldId="2147347742"/>
            <ac:spMk id="44" creationId="{0FEDBD58-ABFC-5FCF-884B-0EE8D4AE0803}"/>
          </ac:spMkLst>
        </pc:spChg>
        <pc:spChg chg="add mod">
          <ac:chgData name="Mitra, Sayan" userId="5f9b069e-390c-41f3-af3f-6bd4b0fb9710" providerId="ADAL" clId="{5F6DACBC-C6C5-402D-9AD4-4F151885458C}" dt="2025-02-16T02:53:07.193" v="118" actId="1037"/>
          <ac:spMkLst>
            <pc:docMk/>
            <pc:sldMk cId="845347520" sldId="2147347742"/>
            <ac:spMk id="45" creationId="{25F104F6-E719-9686-C75E-EA17B3187291}"/>
          </ac:spMkLst>
        </pc:spChg>
        <pc:spChg chg="mod">
          <ac:chgData name="Mitra, Sayan" userId="5f9b069e-390c-41f3-af3f-6bd4b0fb9710" providerId="ADAL" clId="{5F6DACBC-C6C5-402D-9AD4-4F151885458C}" dt="2025-02-16T02:41:03.689" v="41" actId="1038"/>
          <ac:spMkLst>
            <pc:docMk/>
            <pc:sldMk cId="845347520" sldId="2147347742"/>
            <ac:spMk id="47" creationId="{BA67E408-3CFE-2532-9CEA-BCA0DE7BF655}"/>
          </ac:spMkLst>
        </pc:spChg>
        <pc:spChg chg="mod">
          <ac:chgData name="Mitra, Sayan" userId="5f9b069e-390c-41f3-af3f-6bd4b0fb9710" providerId="ADAL" clId="{5F6DACBC-C6C5-402D-9AD4-4F151885458C}" dt="2025-02-16T02:41:03.689" v="41" actId="1038"/>
          <ac:spMkLst>
            <pc:docMk/>
            <pc:sldMk cId="845347520" sldId="2147347742"/>
            <ac:spMk id="48" creationId="{8534643F-7FD8-F9A5-3658-0D6D54FE6FE6}"/>
          </ac:spMkLst>
        </pc:spChg>
        <pc:spChg chg="mod">
          <ac:chgData name="Mitra, Sayan" userId="5f9b069e-390c-41f3-af3f-6bd4b0fb9710" providerId="ADAL" clId="{5F6DACBC-C6C5-402D-9AD4-4F151885458C}" dt="2025-02-16T02:41:03.689" v="41" actId="1038"/>
          <ac:spMkLst>
            <pc:docMk/>
            <pc:sldMk cId="845347520" sldId="2147347742"/>
            <ac:spMk id="49" creationId="{BC58F63F-CA9A-83E4-4684-5342BB4359FC}"/>
          </ac:spMkLst>
        </pc:spChg>
        <pc:spChg chg="mod">
          <ac:chgData name="Mitra, Sayan" userId="5f9b069e-390c-41f3-af3f-6bd4b0fb9710" providerId="ADAL" clId="{5F6DACBC-C6C5-402D-9AD4-4F151885458C}" dt="2025-02-16T02:41:03.689" v="41" actId="1038"/>
          <ac:spMkLst>
            <pc:docMk/>
            <pc:sldMk cId="845347520" sldId="2147347742"/>
            <ac:spMk id="50" creationId="{B693BFF9-24DB-223E-1E26-CCF61E32140B}"/>
          </ac:spMkLst>
        </pc:spChg>
        <pc:spChg chg="mod">
          <ac:chgData name="Mitra, Sayan" userId="5f9b069e-390c-41f3-af3f-6bd4b0fb9710" providerId="ADAL" clId="{5F6DACBC-C6C5-402D-9AD4-4F151885458C}" dt="2025-02-16T02:41:03.689" v="41" actId="1038"/>
          <ac:spMkLst>
            <pc:docMk/>
            <pc:sldMk cId="845347520" sldId="2147347742"/>
            <ac:spMk id="51" creationId="{19028701-08FC-DCA2-284E-7D7797786EC1}"/>
          </ac:spMkLst>
        </pc:spChg>
        <pc:spChg chg="mod">
          <ac:chgData name="Mitra, Sayan" userId="5f9b069e-390c-41f3-af3f-6bd4b0fb9710" providerId="ADAL" clId="{5F6DACBC-C6C5-402D-9AD4-4F151885458C}" dt="2025-02-16T02:41:03.689" v="41" actId="1038"/>
          <ac:spMkLst>
            <pc:docMk/>
            <pc:sldMk cId="845347520" sldId="2147347742"/>
            <ac:spMk id="52" creationId="{B4531F75-9E99-C6FF-AFA8-45C93B0C4136}"/>
          </ac:spMkLst>
        </pc:spChg>
        <pc:spChg chg="mod">
          <ac:chgData name="Mitra, Sayan" userId="5f9b069e-390c-41f3-af3f-6bd4b0fb9710" providerId="ADAL" clId="{5F6DACBC-C6C5-402D-9AD4-4F151885458C}" dt="2025-02-16T02:41:03.689" v="41" actId="1038"/>
          <ac:spMkLst>
            <pc:docMk/>
            <pc:sldMk cId="845347520" sldId="2147347742"/>
            <ac:spMk id="53" creationId="{BF5B3BE0-9CB0-7F7F-45DE-3452260080F9}"/>
          </ac:spMkLst>
        </pc:spChg>
        <pc:spChg chg="mod">
          <ac:chgData name="Mitra, Sayan" userId="5f9b069e-390c-41f3-af3f-6bd4b0fb9710" providerId="ADAL" clId="{5F6DACBC-C6C5-402D-9AD4-4F151885458C}" dt="2025-02-16T02:41:03.689" v="41" actId="1038"/>
          <ac:spMkLst>
            <pc:docMk/>
            <pc:sldMk cId="845347520" sldId="2147347742"/>
            <ac:spMk id="54" creationId="{12AB0F5A-2EC4-04E4-32E5-218538842F78}"/>
          </ac:spMkLst>
        </pc:spChg>
        <pc:spChg chg="mod">
          <ac:chgData name="Mitra, Sayan" userId="5f9b069e-390c-41f3-af3f-6bd4b0fb9710" providerId="ADAL" clId="{5F6DACBC-C6C5-402D-9AD4-4F151885458C}" dt="2025-02-16T02:41:03.689" v="41" actId="1038"/>
          <ac:spMkLst>
            <pc:docMk/>
            <pc:sldMk cId="845347520" sldId="2147347742"/>
            <ac:spMk id="55" creationId="{C8392D29-7E99-ABB7-2EC4-DC8B88D44621}"/>
          </ac:spMkLst>
        </pc:spChg>
        <pc:spChg chg="mod">
          <ac:chgData name="Mitra, Sayan" userId="5f9b069e-390c-41f3-af3f-6bd4b0fb9710" providerId="ADAL" clId="{5F6DACBC-C6C5-402D-9AD4-4F151885458C}" dt="2025-02-16T02:41:03.689" v="41" actId="1038"/>
          <ac:spMkLst>
            <pc:docMk/>
            <pc:sldMk cId="845347520" sldId="2147347742"/>
            <ac:spMk id="57" creationId="{68FF51BD-EB2B-7D73-9262-BF04AB36B6FA}"/>
          </ac:spMkLst>
        </pc:spChg>
        <pc:spChg chg="mod">
          <ac:chgData name="Mitra, Sayan" userId="5f9b069e-390c-41f3-af3f-6bd4b0fb9710" providerId="ADAL" clId="{5F6DACBC-C6C5-402D-9AD4-4F151885458C}" dt="2025-02-16T02:41:03.689" v="41" actId="1038"/>
          <ac:spMkLst>
            <pc:docMk/>
            <pc:sldMk cId="845347520" sldId="2147347742"/>
            <ac:spMk id="58" creationId="{8FBE0197-8587-1E9F-0601-589FDE83D72E}"/>
          </ac:spMkLst>
        </pc:spChg>
        <pc:spChg chg="mod">
          <ac:chgData name="Mitra, Sayan" userId="5f9b069e-390c-41f3-af3f-6bd4b0fb9710" providerId="ADAL" clId="{5F6DACBC-C6C5-402D-9AD4-4F151885458C}" dt="2025-02-16T02:41:03.689" v="41" actId="1038"/>
          <ac:spMkLst>
            <pc:docMk/>
            <pc:sldMk cId="845347520" sldId="2147347742"/>
            <ac:spMk id="59" creationId="{099D0C75-B704-88C1-7A73-CC6B5A2A71CF}"/>
          </ac:spMkLst>
        </pc:spChg>
        <pc:spChg chg="mod">
          <ac:chgData name="Mitra, Sayan" userId="5f9b069e-390c-41f3-af3f-6bd4b0fb9710" providerId="ADAL" clId="{5F6DACBC-C6C5-402D-9AD4-4F151885458C}" dt="2025-02-16T02:41:03.689" v="41" actId="1038"/>
          <ac:spMkLst>
            <pc:docMk/>
            <pc:sldMk cId="845347520" sldId="2147347742"/>
            <ac:spMk id="60" creationId="{714C7541-09FD-D16F-B69B-3EAFD416E9F0}"/>
          </ac:spMkLst>
        </pc:spChg>
        <pc:spChg chg="mod">
          <ac:chgData name="Mitra, Sayan" userId="5f9b069e-390c-41f3-af3f-6bd4b0fb9710" providerId="ADAL" clId="{5F6DACBC-C6C5-402D-9AD4-4F151885458C}" dt="2025-02-16T02:41:03.689" v="41" actId="1038"/>
          <ac:spMkLst>
            <pc:docMk/>
            <pc:sldMk cId="845347520" sldId="2147347742"/>
            <ac:spMk id="61" creationId="{A36615D5-2B19-D3E5-7B73-7FACF694E8DE}"/>
          </ac:spMkLst>
        </pc:spChg>
        <pc:spChg chg="mod">
          <ac:chgData name="Mitra, Sayan" userId="5f9b069e-390c-41f3-af3f-6bd4b0fb9710" providerId="ADAL" clId="{5F6DACBC-C6C5-402D-9AD4-4F151885458C}" dt="2025-02-16T02:41:03.689" v="41" actId="1038"/>
          <ac:spMkLst>
            <pc:docMk/>
            <pc:sldMk cId="845347520" sldId="2147347742"/>
            <ac:spMk id="62" creationId="{A996F82C-93B9-243C-4870-BDD874743DB8}"/>
          </ac:spMkLst>
        </pc:spChg>
        <pc:spChg chg="add mod">
          <ac:chgData name="Mitra, Sayan" userId="5f9b069e-390c-41f3-af3f-6bd4b0fb9710" providerId="ADAL" clId="{5F6DACBC-C6C5-402D-9AD4-4F151885458C}" dt="2025-02-16T02:53:07.193" v="118" actId="1037"/>
          <ac:spMkLst>
            <pc:docMk/>
            <pc:sldMk cId="845347520" sldId="2147347742"/>
            <ac:spMk id="63" creationId="{DA7DBCC5-FD0B-67EC-F75A-81222B96EC5F}"/>
          </ac:spMkLst>
        </pc:spChg>
        <pc:spChg chg="del">
          <ac:chgData name="Mitra, Sayan" userId="5f9b069e-390c-41f3-af3f-6bd4b0fb9710" providerId="ADAL" clId="{5F6DACBC-C6C5-402D-9AD4-4F151885458C}" dt="2025-02-16T02:40:39.649" v="26" actId="478"/>
          <ac:spMkLst>
            <pc:docMk/>
            <pc:sldMk cId="845347520" sldId="2147347742"/>
            <ac:spMk id="450" creationId="{1B6750FD-EFC7-8C95-A5FF-F016704247DC}"/>
          </ac:spMkLst>
        </pc:spChg>
        <pc:spChg chg="del">
          <ac:chgData name="Mitra, Sayan" userId="5f9b069e-390c-41f3-af3f-6bd4b0fb9710" providerId="ADAL" clId="{5F6DACBC-C6C5-402D-9AD4-4F151885458C}" dt="2025-02-16T02:40:39.649" v="26" actId="478"/>
          <ac:spMkLst>
            <pc:docMk/>
            <pc:sldMk cId="845347520" sldId="2147347742"/>
            <ac:spMk id="455" creationId="{81A2135E-A4B1-F51A-F76D-EB3D35CB225B}"/>
          </ac:spMkLst>
        </pc:spChg>
        <pc:spChg chg="del">
          <ac:chgData name="Mitra, Sayan" userId="5f9b069e-390c-41f3-af3f-6bd4b0fb9710" providerId="ADAL" clId="{5F6DACBC-C6C5-402D-9AD4-4F151885458C}" dt="2025-02-16T02:40:39.649" v="26" actId="478"/>
          <ac:spMkLst>
            <pc:docMk/>
            <pc:sldMk cId="845347520" sldId="2147347742"/>
            <ac:spMk id="456" creationId="{6E5B7B9B-EA09-8670-5A19-C5AA5BF4D307}"/>
          </ac:spMkLst>
        </pc:spChg>
        <pc:spChg chg="del">
          <ac:chgData name="Mitra, Sayan" userId="5f9b069e-390c-41f3-af3f-6bd4b0fb9710" providerId="ADAL" clId="{5F6DACBC-C6C5-402D-9AD4-4F151885458C}" dt="2025-02-16T02:40:39.649" v="26" actId="478"/>
          <ac:spMkLst>
            <pc:docMk/>
            <pc:sldMk cId="845347520" sldId="2147347742"/>
            <ac:spMk id="457" creationId="{58BE16FC-11C0-8A70-A410-4B8A193CC5E4}"/>
          </ac:spMkLst>
        </pc:spChg>
        <pc:spChg chg="add mod">
          <ac:chgData name="Mitra, Sayan" userId="5f9b069e-390c-41f3-af3f-6bd4b0fb9710" providerId="ADAL" clId="{5F6DACBC-C6C5-402D-9AD4-4F151885458C}" dt="2025-02-16T02:53:07.193" v="118" actId="1037"/>
          <ac:spMkLst>
            <pc:docMk/>
            <pc:sldMk cId="845347520" sldId="2147347742"/>
            <ac:spMk id="458" creationId="{EA9E6496-2313-B03D-716D-1E576C5EFA50}"/>
          </ac:spMkLst>
        </pc:spChg>
        <pc:spChg chg="add mod">
          <ac:chgData name="Mitra, Sayan" userId="5f9b069e-390c-41f3-af3f-6bd4b0fb9710" providerId="ADAL" clId="{5F6DACBC-C6C5-402D-9AD4-4F151885458C}" dt="2025-02-16T02:53:07.193" v="118" actId="1037"/>
          <ac:spMkLst>
            <pc:docMk/>
            <pc:sldMk cId="845347520" sldId="2147347742"/>
            <ac:spMk id="459" creationId="{8BD7A983-9F52-AAC1-65A7-3B38AF7027A1}"/>
          </ac:spMkLst>
        </pc:spChg>
        <pc:spChg chg="add mod">
          <ac:chgData name="Mitra, Sayan" userId="5f9b069e-390c-41f3-af3f-6bd4b0fb9710" providerId="ADAL" clId="{5F6DACBC-C6C5-402D-9AD4-4F151885458C}" dt="2025-02-16T02:53:07.193" v="118" actId="1037"/>
          <ac:spMkLst>
            <pc:docMk/>
            <pc:sldMk cId="845347520" sldId="2147347742"/>
            <ac:spMk id="460" creationId="{14E37524-CDA3-FADB-1605-32E399522576}"/>
          </ac:spMkLst>
        </pc:spChg>
        <pc:spChg chg="del">
          <ac:chgData name="Mitra, Sayan" userId="5f9b069e-390c-41f3-af3f-6bd4b0fb9710" providerId="ADAL" clId="{5F6DACBC-C6C5-402D-9AD4-4F151885458C}" dt="2025-02-16T02:40:39.649" v="26" actId="478"/>
          <ac:spMkLst>
            <pc:docMk/>
            <pc:sldMk cId="845347520" sldId="2147347742"/>
            <ac:spMk id="461" creationId="{B77DB600-3F87-6E69-9A8E-9ACA6086E36C}"/>
          </ac:spMkLst>
        </pc:spChg>
        <pc:spChg chg="del">
          <ac:chgData name="Mitra, Sayan" userId="5f9b069e-390c-41f3-af3f-6bd4b0fb9710" providerId="ADAL" clId="{5F6DACBC-C6C5-402D-9AD4-4F151885458C}" dt="2025-02-16T02:40:39.649" v="26" actId="478"/>
          <ac:spMkLst>
            <pc:docMk/>
            <pc:sldMk cId="845347520" sldId="2147347742"/>
            <ac:spMk id="463" creationId="{3ED0CD0C-7487-2C60-9ABD-31BBF4B1A9DB}"/>
          </ac:spMkLst>
        </pc:spChg>
        <pc:spChg chg="add mod">
          <ac:chgData name="Mitra, Sayan" userId="5f9b069e-390c-41f3-af3f-6bd4b0fb9710" providerId="ADAL" clId="{5F6DACBC-C6C5-402D-9AD4-4F151885458C}" dt="2025-02-16T02:53:07.193" v="118" actId="1037"/>
          <ac:spMkLst>
            <pc:docMk/>
            <pc:sldMk cId="845347520" sldId="2147347742"/>
            <ac:spMk id="464" creationId="{67C1DB6D-78BC-6CD6-E089-830CD7495BC0}"/>
          </ac:spMkLst>
        </pc:spChg>
        <pc:spChg chg="del">
          <ac:chgData name="Mitra, Sayan" userId="5f9b069e-390c-41f3-af3f-6bd4b0fb9710" providerId="ADAL" clId="{5F6DACBC-C6C5-402D-9AD4-4F151885458C}" dt="2025-02-16T02:40:39.649" v="26" actId="478"/>
          <ac:spMkLst>
            <pc:docMk/>
            <pc:sldMk cId="845347520" sldId="2147347742"/>
            <ac:spMk id="468" creationId="{A64CF929-896B-D5E6-8561-8302C0F874E2}"/>
          </ac:spMkLst>
        </pc:spChg>
        <pc:spChg chg="add mod">
          <ac:chgData name="Mitra, Sayan" userId="5f9b069e-390c-41f3-af3f-6bd4b0fb9710" providerId="ADAL" clId="{5F6DACBC-C6C5-402D-9AD4-4F151885458C}" dt="2025-02-16T02:53:07.193" v="118" actId="1037"/>
          <ac:spMkLst>
            <pc:docMk/>
            <pc:sldMk cId="845347520" sldId="2147347742"/>
            <ac:spMk id="469" creationId="{E07B66C4-1AE6-17D1-62D1-2C0820C26E71}"/>
          </ac:spMkLst>
        </pc:spChg>
        <pc:spChg chg="mod">
          <ac:chgData name="Mitra, Sayan" userId="5f9b069e-390c-41f3-af3f-6bd4b0fb9710" providerId="ADAL" clId="{5F6DACBC-C6C5-402D-9AD4-4F151885458C}" dt="2025-02-16T02:41:03.689" v="41" actId="1038"/>
          <ac:spMkLst>
            <pc:docMk/>
            <pc:sldMk cId="845347520" sldId="2147347742"/>
            <ac:spMk id="471" creationId="{600D41B0-BB6A-2192-E169-909DD8BD4678}"/>
          </ac:spMkLst>
        </pc:spChg>
        <pc:spChg chg="mod">
          <ac:chgData name="Mitra, Sayan" userId="5f9b069e-390c-41f3-af3f-6bd4b0fb9710" providerId="ADAL" clId="{5F6DACBC-C6C5-402D-9AD4-4F151885458C}" dt="2025-02-16T02:41:03.689" v="41" actId="1038"/>
          <ac:spMkLst>
            <pc:docMk/>
            <pc:sldMk cId="845347520" sldId="2147347742"/>
            <ac:spMk id="472" creationId="{7288A0C3-EBA3-F94A-0811-07C164FC9E80}"/>
          </ac:spMkLst>
        </pc:spChg>
        <pc:spChg chg="mod">
          <ac:chgData name="Mitra, Sayan" userId="5f9b069e-390c-41f3-af3f-6bd4b0fb9710" providerId="ADAL" clId="{5F6DACBC-C6C5-402D-9AD4-4F151885458C}" dt="2025-02-16T02:41:03.689" v="41" actId="1038"/>
          <ac:spMkLst>
            <pc:docMk/>
            <pc:sldMk cId="845347520" sldId="2147347742"/>
            <ac:spMk id="473" creationId="{75324D84-9EB0-1403-913F-BC892105109F}"/>
          </ac:spMkLst>
        </pc:spChg>
        <pc:spChg chg="mod">
          <ac:chgData name="Mitra, Sayan" userId="5f9b069e-390c-41f3-af3f-6bd4b0fb9710" providerId="ADAL" clId="{5F6DACBC-C6C5-402D-9AD4-4F151885458C}" dt="2025-02-16T02:41:03.689" v="41" actId="1038"/>
          <ac:spMkLst>
            <pc:docMk/>
            <pc:sldMk cId="845347520" sldId="2147347742"/>
            <ac:spMk id="474" creationId="{0C0304E4-EE26-F118-0515-AE69F7109C1A}"/>
          </ac:spMkLst>
        </pc:spChg>
        <pc:spChg chg="mod">
          <ac:chgData name="Mitra, Sayan" userId="5f9b069e-390c-41f3-af3f-6bd4b0fb9710" providerId="ADAL" clId="{5F6DACBC-C6C5-402D-9AD4-4F151885458C}" dt="2025-02-16T02:41:03.689" v="41" actId="1038"/>
          <ac:spMkLst>
            <pc:docMk/>
            <pc:sldMk cId="845347520" sldId="2147347742"/>
            <ac:spMk id="475" creationId="{E060C3CA-13E8-43C9-7047-C99D4FC9CF5D}"/>
          </ac:spMkLst>
        </pc:spChg>
        <pc:spChg chg="mod">
          <ac:chgData name="Mitra, Sayan" userId="5f9b069e-390c-41f3-af3f-6bd4b0fb9710" providerId="ADAL" clId="{5F6DACBC-C6C5-402D-9AD4-4F151885458C}" dt="2025-02-16T02:41:03.689" v="41" actId="1038"/>
          <ac:spMkLst>
            <pc:docMk/>
            <pc:sldMk cId="845347520" sldId="2147347742"/>
            <ac:spMk id="476" creationId="{8C86ACE8-2738-7035-A6AA-82875AA9218E}"/>
          </ac:spMkLst>
        </pc:spChg>
        <pc:spChg chg="mod">
          <ac:chgData name="Mitra, Sayan" userId="5f9b069e-390c-41f3-af3f-6bd4b0fb9710" providerId="ADAL" clId="{5F6DACBC-C6C5-402D-9AD4-4F151885458C}" dt="2025-02-16T02:41:03.689" v="41" actId="1038"/>
          <ac:spMkLst>
            <pc:docMk/>
            <pc:sldMk cId="845347520" sldId="2147347742"/>
            <ac:spMk id="477" creationId="{116A20C3-9A23-4242-1265-216B8AF9C72C}"/>
          </ac:spMkLst>
        </pc:spChg>
        <pc:spChg chg="mod">
          <ac:chgData name="Mitra, Sayan" userId="5f9b069e-390c-41f3-af3f-6bd4b0fb9710" providerId="ADAL" clId="{5F6DACBC-C6C5-402D-9AD4-4F151885458C}" dt="2025-02-16T02:41:03.689" v="41" actId="1038"/>
          <ac:spMkLst>
            <pc:docMk/>
            <pc:sldMk cId="845347520" sldId="2147347742"/>
            <ac:spMk id="478" creationId="{EB02A343-25FF-A403-E10E-0D50D269F046}"/>
          </ac:spMkLst>
        </pc:spChg>
        <pc:spChg chg="mod">
          <ac:chgData name="Mitra, Sayan" userId="5f9b069e-390c-41f3-af3f-6bd4b0fb9710" providerId="ADAL" clId="{5F6DACBC-C6C5-402D-9AD4-4F151885458C}" dt="2025-02-16T02:41:03.689" v="41" actId="1038"/>
          <ac:spMkLst>
            <pc:docMk/>
            <pc:sldMk cId="845347520" sldId="2147347742"/>
            <ac:spMk id="479" creationId="{EF76E6E9-C49A-89B2-5A42-547772655E2D}"/>
          </ac:spMkLst>
        </pc:spChg>
        <pc:spChg chg="mod">
          <ac:chgData name="Mitra, Sayan" userId="5f9b069e-390c-41f3-af3f-6bd4b0fb9710" providerId="ADAL" clId="{5F6DACBC-C6C5-402D-9AD4-4F151885458C}" dt="2025-02-16T02:41:03.689" v="41" actId="1038"/>
          <ac:spMkLst>
            <pc:docMk/>
            <pc:sldMk cId="845347520" sldId="2147347742"/>
            <ac:spMk id="480" creationId="{A6386DF8-3664-C34F-35FE-BA64C86E9FC5}"/>
          </ac:spMkLst>
        </pc:spChg>
        <pc:spChg chg="mod">
          <ac:chgData name="Mitra, Sayan" userId="5f9b069e-390c-41f3-af3f-6bd4b0fb9710" providerId="ADAL" clId="{5F6DACBC-C6C5-402D-9AD4-4F151885458C}" dt="2025-02-16T02:41:03.689" v="41" actId="1038"/>
          <ac:spMkLst>
            <pc:docMk/>
            <pc:sldMk cId="845347520" sldId="2147347742"/>
            <ac:spMk id="481" creationId="{BDA514F2-E79F-C7FB-8826-160F332E28BE}"/>
          </ac:spMkLst>
        </pc:spChg>
        <pc:spChg chg="mod">
          <ac:chgData name="Mitra, Sayan" userId="5f9b069e-390c-41f3-af3f-6bd4b0fb9710" providerId="ADAL" clId="{5F6DACBC-C6C5-402D-9AD4-4F151885458C}" dt="2025-02-16T02:41:03.689" v="41" actId="1038"/>
          <ac:spMkLst>
            <pc:docMk/>
            <pc:sldMk cId="845347520" sldId="2147347742"/>
            <ac:spMk id="482" creationId="{7D412AE5-6B2C-F964-105C-953F367E9070}"/>
          </ac:spMkLst>
        </pc:spChg>
        <pc:spChg chg="mod">
          <ac:chgData name="Mitra, Sayan" userId="5f9b069e-390c-41f3-af3f-6bd4b0fb9710" providerId="ADAL" clId="{5F6DACBC-C6C5-402D-9AD4-4F151885458C}" dt="2025-02-16T02:41:03.689" v="41" actId="1038"/>
          <ac:spMkLst>
            <pc:docMk/>
            <pc:sldMk cId="845347520" sldId="2147347742"/>
            <ac:spMk id="483" creationId="{BA7CC1EE-23B9-5BAE-8758-C922FE60FCB3}"/>
          </ac:spMkLst>
        </pc:spChg>
        <pc:spChg chg="mod">
          <ac:chgData name="Mitra, Sayan" userId="5f9b069e-390c-41f3-af3f-6bd4b0fb9710" providerId="ADAL" clId="{5F6DACBC-C6C5-402D-9AD4-4F151885458C}" dt="2025-02-16T02:41:03.689" v="41" actId="1038"/>
          <ac:spMkLst>
            <pc:docMk/>
            <pc:sldMk cId="845347520" sldId="2147347742"/>
            <ac:spMk id="484" creationId="{A8922422-5B00-A527-5ECA-E252050F6F9D}"/>
          </ac:spMkLst>
        </pc:spChg>
        <pc:spChg chg="mod">
          <ac:chgData name="Mitra, Sayan" userId="5f9b069e-390c-41f3-af3f-6bd4b0fb9710" providerId="ADAL" clId="{5F6DACBC-C6C5-402D-9AD4-4F151885458C}" dt="2025-02-16T02:41:03.689" v="41" actId="1038"/>
          <ac:spMkLst>
            <pc:docMk/>
            <pc:sldMk cId="845347520" sldId="2147347742"/>
            <ac:spMk id="485" creationId="{363B01C4-4CAC-BFAC-B376-3CD0D972BED4}"/>
          </ac:spMkLst>
        </pc:spChg>
        <pc:spChg chg="mod">
          <ac:chgData name="Mitra, Sayan" userId="5f9b069e-390c-41f3-af3f-6bd4b0fb9710" providerId="ADAL" clId="{5F6DACBC-C6C5-402D-9AD4-4F151885458C}" dt="2025-02-16T02:41:03.689" v="41" actId="1038"/>
          <ac:spMkLst>
            <pc:docMk/>
            <pc:sldMk cId="845347520" sldId="2147347742"/>
            <ac:spMk id="486" creationId="{7F93CA15-CB24-B195-E582-9E604F76BD94}"/>
          </ac:spMkLst>
        </pc:spChg>
        <pc:spChg chg="mod">
          <ac:chgData name="Mitra, Sayan" userId="5f9b069e-390c-41f3-af3f-6bd4b0fb9710" providerId="ADAL" clId="{5F6DACBC-C6C5-402D-9AD4-4F151885458C}" dt="2025-02-16T02:41:03.689" v="41" actId="1038"/>
          <ac:spMkLst>
            <pc:docMk/>
            <pc:sldMk cId="845347520" sldId="2147347742"/>
            <ac:spMk id="487" creationId="{9DEFBAEE-33E2-4D0F-1876-1E041ACC495B}"/>
          </ac:spMkLst>
        </pc:spChg>
        <pc:spChg chg="mod">
          <ac:chgData name="Mitra, Sayan" userId="5f9b069e-390c-41f3-af3f-6bd4b0fb9710" providerId="ADAL" clId="{5F6DACBC-C6C5-402D-9AD4-4F151885458C}" dt="2025-02-16T02:41:03.689" v="41" actId="1038"/>
          <ac:spMkLst>
            <pc:docMk/>
            <pc:sldMk cId="845347520" sldId="2147347742"/>
            <ac:spMk id="488" creationId="{1811BFC1-A696-F887-A206-16B7C2FBD9B7}"/>
          </ac:spMkLst>
        </pc:spChg>
        <pc:spChg chg="mod">
          <ac:chgData name="Mitra, Sayan" userId="5f9b069e-390c-41f3-af3f-6bd4b0fb9710" providerId="ADAL" clId="{5F6DACBC-C6C5-402D-9AD4-4F151885458C}" dt="2025-02-16T02:41:03.689" v="41" actId="1038"/>
          <ac:spMkLst>
            <pc:docMk/>
            <pc:sldMk cId="845347520" sldId="2147347742"/>
            <ac:spMk id="489" creationId="{3D4018E8-F0DE-E8CA-DED8-6353F580C7DA}"/>
          </ac:spMkLst>
        </pc:spChg>
        <pc:spChg chg="mod">
          <ac:chgData name="Mitra, Sayan" userId="5f9b069e-390c-41f3-af3f-6bd4b0fb9710" providerId="ADAL" clId="{5F6DACBC-C6C5-402D-9AD4-4F151885458C}" dt="2025-02-16T02:41:03.689" v="41" actId="1038"/>
          <ac:spMkLst>
            <pc:docMk/>
            <pc:sldMk cId="845347520" sldId="2147347742"/>
            <ac:spMk id="490" creationId="{5B4BDE6D-CEAC-DA5E-38EB-446CB932213C}"/>
          </ac:spMkLst>
        </pc:spChg>
        <pc:spChg chg="mod">
          <ac:chgData name="Mitra, Sayan" userId="5f9b069e-390c-41f3-af3f-6bd4b0fb9710" providerId="ADAL" clId="{5F6DACBC-C6C5-402D-9AD4-4F151885458C}" dt="2025-02-16T02:41:03.689" v="41" actId="1038"/>
          <ac:spMkLst>
            <pc:docMk/>
            <pc:sldMk cId="845347520" sldId="2147347742"/>
            <ac:spMk id="491" creationId="{D0AFC4A8-8C78-643C-9CAD-370D46ED3D1B}"/>
          </ac:spMkLst>
        </pc:spChg>
        <pc:spChg chg="mod">
          <ac:chgData name="Mitra, Sayan" userId="5f9b069e-390c-41f3-af3f-6bd4b0fb9710" providerId="ADAL" clId="{5F6DACBC-C6C5-402D-9AD4-4F151885458C}" dt="2025-02-16T02:41:03.689" v="41" actId="1038"/>
          <ac:spMkLst>
            <pc:docMk/>
            <pc:sldMk cId="845347520" sldId="2147347742"/>
            <ac:spMk id="492" creationId="{EF876069-A44E-B92C-339C-135B27C7B02F}"/>
          </ac:spMkLst>
        </pc:spChg>
        <pc:spChg chg="mod">
          <ac:chgData name="Mitra, Sayan" userId="5f9b069e-390c-41f3-af3f-6bd4b0fb9710" providerId="ADAL" clId="{5F6DACBC-C6C5-402D-9AD4-4F151885458C}" dt="2025-02-16T02:41:03.689" v="41" actId="1038"/>
          <ac:spMkLst>
            <pc:docMk/>
            <pc:sldMk cId="845347520" sldId="2147347742"/>
            <ac:spMk id="493" creationId="{264E0071-D7F3-EE51-E628-23E9BBDB5838}"/>
          </ac:spMkLst>
        </pc:spChg>
        <pc:spChg chg="mod">
          <ac:chgData name="Mitra, Sayan" userId="5f9b069e-390c-41f3-af3f-6bd4b0fb9710" providerId="ADAL" clId="{5F6DACBC-C6C5-402D-9AD4-4F151885458C}" dt="2025-02-16T02:41:03.689" v="41" actId="1038"/>
          <ac:spMkLst>
            <pc:docMk/>
            <pc:sldMk cId="845347520" sldId="2147347742"/>
            <ac:spMk id="494" creationId="{13CA3C9C-3E6E-9D24-5E9D-95F11C32CB57}"/>
          </ac:spMkLst>
        </pc:spChg>
        <pc:spChg chg="mod">
          <ac:chgData name="Mitra, Sayan" userId="5f9b069e-390c-41f3-af3f-6bd4b0fb9710" providerId="ADAL" clId="{5F6DACBC-C6C5-402D-9AD4-4F151885458C}" dt="2025-02-16T02:41:03.689" v="41" actId="1038"/>
          <ac:spMkLst>
            <pc:docMk/>
            <pc:sldMk cId="845347520" sldId="2147347742"/>
            <ac:spMk id="495" creationId="{A6CCC150-7998-AA40-1291-7AC27430B094}"/>
          </ac:spMkLst>
        </pc:spChg>
        <pc:spChg chg="mod">
          <ac:chgData name="Mitra, Sayan" userId="5f9b069e-390c-41f3-af3f-6bd4b0fb9710" providerId="ADAL" clId="{5F6DACBC-C6C5-402D-9AD4-4F151885458C}" dt="2025-02-16T02:41:03.689" v="41" actId="1038"/>
          <ac:spMkLst>
            <pc:docMk/>
            <pc:sldMk cId="845347520" sldId="2147347742"/>
            <ac:spMk id="496" creationId="{C5EB3750-3271-6136-F317-F39DBB2AD169}"/>
          </ac:spMkLst>
        </pc:spChg>
        <pc:spChg chg="mod">
          <ac:chgData name="Mitra, Sayan" userId="5f9b069e-390c-41f3-af3f-6bd4b0fb9710" providerId="ADAL" clId="{5F6DACBC-C6C5-402D-9AD4-4F151885458C}" dt="2025-02-16T02:41:03.689" v="41" actId="1038"/>
          <ac:spMkLst>
            <pc:docMk/>
            <pc:sldMk cId="845347520" sldId="2147347742"/>
            <ac:spMk id="497" creationId="{445C93B5-83A6-DDFA-00A3-EA7BD7A8F89D}"/>
          </ac:spMkLst>
        </pc:spChg>
        <pc:spChg chg="mod">
          <ac:chgData name="Mitra, Sayan" userId="5f9b069e-390c-41f3-af3f-6bd4b0fb9710" providerId="ADAL" clId="{5F6DACBC-C6C5-402D-9AD4-4F151885458C}" dt="2025-02-16T02:41:03.689" v="41" actId="1038"/>
          <ac:spMkLst>
            <pc:docMk/>
            <pc:sldMk cId="845347520" sldId="2147347742"/>
            <ac:spMk id="498" creationId="{7CB9B5CC-B076-17F9-2912-0A8CCBF15A6A}"/>
          </ac:spMkLst>
        </pc:spChg>
        <pc:spChg chg="mod">
          <ac:chgData name="Mitra, Sayan" userId="5f9b069e-390c-41f3-af3f-6bd4b0fb9710" providerId="ADAL" clId="{5F6DACBC-C6C5-402D-9AD4-4F151885458C}" dt="2025-02-16T02:41:03.689" v="41" actId="1038"/>
          <ac:spMkLst>
            <pc:docMk/>
            <pc:sldMk cId="845347520" sldId="2147347742"/>
            <ac:spMk id="499" creationId="{40A7D4B0-3782-231C-D15B-B73D280011A2}"/>
          </ac:spMkLst>
        </pc:spChg>
        <pc:spChg chg="mod">
          <ac:chgData name="Mitra, Sayan" userId="5f9b069e-390c-41f3-af3f-6bd4b0fb9710" providerId="ADAL" clId="{5F6DACBC-C6C5-402D-9AD4-4F151885458C}" dt="2025-02-16T02:41:03.689" v="41" actId="1038"/>
          <ac:spMkLst>
            <pc:docMk/>
            <pc:sldMk cId="845347520" sldId="2147347742"/>
            <ac:spMk id="500" creationId="{6C7553C2-CFCD-8F63-7FB2-A02E6BE3B638}"/>
          </ac:spMkLst>
        </pc:spChg>
        <pc:spChg chg="mod">
          <ac:chgData name="Mitra, Sayan" userId="5f9b069e-390c-41f3-af3f-6bd4b0fb9710" providerId="ADAL" clId="{5F6DACBC-C6C5-402D-9AD4-4F151885458C}" dt="2025-02-16T02:41:03.689" v="41" actId="1038"/>
          <ac:spMkLst>
            <pc:docMk/>
            <pc:sldMk cId="845347520" sldId="2147347742"/>
            <ac:spMk id="501" creationId="{0FB84D51-3AF6-333C-78BC-BBBB86DA7B7A}"/>
          </ac:spMkLst>
        </pc:spChg>
        <pc:spChg chg="mod">
          <ac:chgData name="Mitra, Sayan" userId="5f9b069e-390c-41f3-af3f-6bd4b0fb9710" providerId="ADAL" clId="{5F6DACBC-C6C5-402D-9AD4-4F151885458C}" dt="2025-02-16T02:41:03.689" v="41" actId="1038"/>
          <ac:spMkLst>
            <pc:docMk/>
            <pc:sldMk cId="845347520" sldId="2147347742"/>
            <ac:spMk id="502" creationId="{546AB974-E5F3-34DE-CD45-9DD89B4ED878}"/>
          </ac:spMkLst>
        </pc:spChg>
        <pc:spChg chg="mod">
          <ac:chgData name="Mitra, Sayan" userId="5f9b069e-390c-41f3-af3f-6bd4b0fb9710" providerId="ADAL" clId="{5F6DACBC-C6C5-402D-9AD4-4F151885458C}" dt="2025-02-16T02:41:03.689" v="41" actId="1038"/>
          <ac:spMkLst>
            <pc:docMk/>
            <pc:sldMk cId="845347520" sldId="2147347742"/>
            <ac:spMk id="503" creationId="{5DD5759E-EBD1-C793-CB5A-FFE8B1D6BD3A}"/>
          </ac:spMkLst>
        </pc:spChg>
        <pc:spChg chg="mod">
          <ac:chgData name="Mitra, Sayan" userId="5f9b069e-390c-41f3-af3f-6bd4b0fb9710" providerId="ADAL" clId="{5F6DACBC-C6C5-402D-9AD4-4F151885458C}" dt="2025-02-16T02:41:03.689" v="41" actId="1038"/>
          <ac:spMkLst>
            <pc:docMk/>
            <pc:sldMk cId="845347520" sldId="2147347742"/>
            <ac:spMk id="504" creationId="{E4A1C6C8-4B71-3C11-9E10-5B583FD6B651}"/>
          </ac:spMkLst>
        </pc:spChg>
        <pc:spChg chg="mod">
          <ac:chgData name="Mitra, Sayan" userId="5f9b069e-390c-41f3-af3f-6bd4b0fb9710" providerId="ADAL" clId="{5F6DACBC-C6C5-402D-9AD4-4F151885458C}" dt="2025-02-16T02:41:03.689" v="41" actId="1038"/>
          <ac:spMkLst>
            <pc:docMk/>
            <pc:sldMk cId="845347520" sldId="2147347742"/>
            <ac:spMk id="505" creationId="{1114C0BA-D227-A9D7-51D2-E3BF606DA747}"/>
          </ac:spMkLst>
        </pc:spChg>
        <pc:spChg chg="mod">
          <ac:chgData name="Mitra, Sayan" userId="5f9b069e-390c-41f3-af3f-6bd4b0fb9710" providerId="ADAL" clId="{5F6DACBC-C6C5-402D-9AD4-4F151885458C}" dt="2025-02-16T02:41:03.689" v="41" actId="1038"/>
          <ac:spMkLst>
            <pc:docMk/>
            <pc:sldMk cId="845347520" sldId="2147347742"/>
            <ac:spMk id="506" creationId="{F0DC048D-203A-ACF3-35FF-32AB5CA37593}"/>
          </ac:spMkLst>
        </pc:spChg>
        <pc:spChg chg="mod">
          <ac:chgData name="Mitra, Sayan" userId="5f9b069e-390c-41f3-af3f-6bd4b0fb9710" providerId="ADAL" clId="{5F6DACBC-C6C5-402D-9AD4-4F151885458C}" dt="2025-02-16T02:41:03.689" v="41" actId="1038"/>
          <ac:spMkLst>
            <pc:docMk/>
            <pc:sldMk cId="845347520" sldId="2147347742"/>
            <ac:spMk id="507" creationId="{40B498C1-6361-E280-C10B-F6C46ADF7FB4}"/>
          </ac:spMkLst>
        </pc:spChg>
        <pc:spChg chg="mod">
          <ac:chgData name="Mitra, Sayan" userId="5f9b069e-390c-41f3-af3f-6bd4b0fb9710" providerId="ADAL" clId="{5F6DACBC-C6C5-402D-9AD4-4F151885458C}" dt="2025-02-16T02:41:03.689" v="41" actId="1038"/>
          <ac:spMkLst>
            <pc:docMk/>
            <pc:sldMk cId="845347520" sldId="2147347742"/>
            <ac:spMk id="508" creationId="{7FD678F1-5834-70F1-D5D6-797D23480A90}"/>
          </ac:spMkLst>
        </pc:spChg>
        <pc:spChg chg="mod">
          <ac:chgData name="Mitra, Sayan" userId="5f9b069e-390c-41f3-af3f-6bd4b0fb9710" providerId="ADAL" clId="{5F6DACBC-C6C5-402D-9AD4-4F151885458C}" dt="2025-02-16T02:41:03.689" v="41" actId="1038"/>
          <ac:spMkLst>
            <pc:docMk/>
            <pc:sldMk cId="845347520" sldId="2147347742"/>
            <ac:spMk id="509" creationId="{84E89D07-4383-4B41-31BE-17C5EFA720D1}"/>
          </ac:spMkLst>
        </pc:spChg>
        <pc:spChg chg="mod">
          <ac:chgData name="Mitra, Sayan" userId="5f9b069e-390c-41f3-af3f-6bd4b0fb9710" providerId="ADAL" clId="{5F6DACBC-C6C5-402D-9AD4-4F151885458C}" dt="2025-02-16T02:41:03.689" v="41" actId="1038"/>
          <ac:spMkLst>
            <pc:docMk/>
            <pc:sldMk cId="845347520" sldId="2147347742"/>
            <ac:spMk id="510" creationId="{417CED13-3F67-82D9-C5B3-19F7F0E9B12C}"/>
          </ac:spMkLst>
        </pc:spChg>
        <pc:spChg chg="mod">
          <ac:chgData name="Mitra, Sayan" userId="5f9b069e-390c-41f3-af3f-6bd4b0fb9710" providerId="ADAL" clId="{5F6DACBC-C6C5-402D-9AD4-4F151885458C}" dt="2025-02-16T02:41:03.689" v="41" actId="1038"/>
          <ac:spMkLst>
            <pc:docMk/>
            <pc:sldMk cId="845347520" sldId="2147347742"/>
            <ac:spMk id="511" creationId="{B54B7D01-225A-D3E8-2497-51763B546C2A}"/>
          </ac:spMkLst>
        </pc:spChg>
        <pc:spChg chg="mod">
          <ac:chgData name="Mitra, Sayan" userId="5f9b069e-390c-41f3-af3f-6bd4b0fb9710" providerId="ADAL" clId="{5F6DACBC-C6C5-402D-9AD4-4F151885458C}" dt="2025-02-16T02:41:03.689" v="41" actId="1038"/>
          <ac:spMkLst>
            <pc:docMk/>
            <pc:sldMk cId="845347520" sldId="2147347742"/>
            <ac:spMk id="512" creationId="{00FE72BB-C988-EA52-AE05-25282121194B}"/>
          </ac:spMkLst>
        </pc:spChg>
        <pc:spChg chg="mod">
          <ac:chgData name="Mitra, Sayan" userId="5f9b069e-390c-41f3-af3f-6bd4b0fb9710" providerId="ADAL" clId="{5F6DACBC-C6C5-402D-9AD4-4F151885458C}" dt="2025-02-16T02:41:03.689" v="41" actId="1038"/>
          <ac:spMkLst>
            <pc:docMk/>
            <pc:sldMk cId="845347520" sldId="2147347742"/>
            <ac:spMk id="513" creationId="{217EF87A-6E8F-9E93-6A92-7496B0D99C25}"/>
          </ac:spMkLst>
        </pc:spChg>
        <pc:spChg chg="mod">
          <ac:chgData name="Mitra, Sayan" userId="5f9b069e-390c-41f3-af3f-6bd4b0fb9710" providerId="ADAL" clId="{5F6DACBC-C6C5-402D-9AD4-4F151885458C}" dt="2025-02-16T02:41:03.689" v="41" actId="1038"/>
          <ac:spMkLst>
            <pc:docMk/>
            <pc:sldMk cId="845347520" sldId="2147347742"/>
            <ac:spMk id="515" creationId="{3EEFF690-1E81-0FBD-716A-768A365B25BD}"/>
          </ac:spMkLst>
        </pc:spChg>
        <pc:spChg chg="mod">
          <ac:chgData name="Mitra, Sayan" userId="5f9b069e-390c-41f3-af3f-6bd4b0fb9710" providerId="ADAL" clId="{5F6DACBC-C6C5-402D-9AD4-4F151885458C}" dt="2025-02-16T02:41:03.689" v="41" actId="1038"/>
          <ac:spMkLst>
            <pc:docMk/>
            <pc:sldMk cId="845347520" sldId="2147347742"/>
            <ac:spMk id="516" creationId="{7F93379B-8555-8F24-663E-93858ACD4A1E}"/>
          </ac:spMkLst>
        </pc:spChg>
        <pc:spChg chg="mod">
          <ac:chgData name="Mitra, Sayan" userId="5f9b069e-390c-41f3-af3f-6bd4b0fb9710" providerId="ADAL" clId="{5F6DACBC-C6C5-402D-9AD4-4F151885458C}" dt="2025-02-16T02:41:03.689" v="41" actId="1038"/>
          <ac:spMkLst>
            <pc:docMk/>
            <pc:sldMk cId="845347520" sldId="2147347742"/>
            <ac:spMk id="517" creationId="{43578D52-86E6-B342-E5D1-268B6485EC5E}"/>
          </ac:spMkLst>
        </pc:spChg>
        <pc:spChg chg="mod">
          <ac:chgData name="Mitra, Sayan" userId="5f9b069e-390c-41f3-af3f-6bd4b0fb9710" providerId="ADAL" clId="{5F6DACBC-C6C5-402D-9AD4-4F151885458C}" dt="2025-02-16T02:41:03.689" v="41" actId="1038"/>
          <ac:spMkLst>
            <pc:docMk/>
            <pc:sldMk cId="845347520" sldId="2147347742"/>
            <ac:spMk id="518" creationId="{76535921-FA59-4B9B-FD9E-29B8892C33AE}"/>
          </ac:spMkLst>
        </pc:spChg>
        <pc:spChg chg="mod">
          <ac:chgData name="Mitra, Sayan" userId="5f9b069e-390c-41f3-af3f-6bd4b0fb9710" providerId="ADAL" clId="{5F6DACBC-C6C5-402D-9AD4-4F151885458C}" dt="2025-02-16T02:41:03.689" v="41" actId="1038"/>
          <ac:spMkLst>
            <pc:docMk/>
            <pc:sldMk cId="845347520" sldId="2147347742"/>
            <ac:spMk id="519" creationId="{5D7BF3A5-E46C-9721-C31C-B0951851CD54}"/>
          </ac:spMkLst>
        </pc:spChg>
        <pc:spChg chg="mod">
          <ac:chgData name="Mitra, Sayan" userId="5f9b069e-390c-41f3-af3f-6bd4b0fb9710" providerId="ADAL" clId="{5F6DACBC-C6C5-402D-9AD4-4F151885458C}" dt="2025-02-16T02:41:03.689" v="41" actId="1038"/>
          <ac:spMkLst>
            <pc:docMk/>
            <pc:sldMk cId="845347520" sldId="2147347742"/>
            <ac:spMk id="520" creationId="{1133F8BA-4D2A-76FE-6F9C-12DDA3D4C585}"/>
          </ac:spMkLst>
        </pc:spChg>
        <pc:spChg chg="mod">
          <ac:chgData name="Mitra, Sayan" userId="5f9b069e-390c-41f3-af3f-6bd4b0fb9710" providerId="ADAL" clId="{5F6DACBC-C6C5-402D-9AD4-4F151885458C}" dt="2025-02-16T02:41:03.689" v="41" actId="1038"/>
          <ac:spMkLst>
            <pc:docMk/>
            <pc:sldMk cId="845347520" sldId="2147347742"/>
            <ac:spMk id="521" creationId="{0BA36739-A54D-E7F1-A6F3-8A8C8F24ECFD}"/>
          </ac:spMkLst>
        </pc:spChg>
        <pc:spChg chg="mod">
          <ac:chgData name="Mitra, Sayan" userId="5f9b069e-390c-41f3-af3f-6bd4b0fb9710" providerId="ADAL" clId="{5F6DACBC-C6C5-402D-9AD4-4F151885458C}" dt="2025-02-16T02:41:03.689" v="41" actId="1038"/>
          <ac:spMkLst>
            <pc:docMk/>
            <pc:sldMk cId="845347520" sldId="2147347742"/>
            <ac:spMk id="522" creationId="{C92510E1-8AB7-4721-AF59-95B4828AC06E}"/>
          </ac:spMkLst>
        </pc:spChg>
        <pc:spChg chg="mod">
          <ac:chgData name="Mitra, Sayan" userId="5f9b069e-390c-41f3-af3f-6bd4b0fb9710" providerId="ADAL" clId="{5F6DACBC-C6C5-402D-9AD4-4F151885458C}" dt="2025-02-16T02:41:03.689" v="41" actId="1038"/>
          <ac:spMkLst>
            <pc:docMk/>
            <pc:sldMk cId="845347520" sldId="2147347742"/>
            <ac:spMk id="523" creationId="{6AB3AB97-8A52-CE17-D534-3230BA547F12}"/>
          </ac:spMkLst>
        </pc:spChg>
        <pc:spChg chg="mod">
          <ac:chgData name="Mitra, Sayan" userId="5f9b069e-390c-41f3-af3f-6bd4b0fb9710" providerId="ADAL" clId="{5F6DACBC-C6C5-402D-9AD4-4F151885458C}" dt="2025-02-16T02:41:03.689" v="41" actId="1038"/>
          <ac:spMkLst>
            <pc:docMk/>
            <pc:sldMk cId="845347520" sldId="2147347742"/>
            <ac:spMk id="524" creationId="{92CB3335-C02E-FF3A-9B95-76FC23616C45}"/>
          </ac:spMkLst>
        </pc:spChg>
        <pc:spChg chg="mod">
          <ac:chgData name="Mitra, Sayan" userId="5f9b069e-390c-41f3-af3f-6bd4b0fb9710" providerId="ADAL" clId="{5F6DACBC-C6C5-402D-9AD4-4F151885458C}" dt="2025-02-16T02:41:03.689" v="41" actId="1038"/>
          <ac:spMkLst>
            <pc:docMk/>
            <pc:sldMk cId="845347520" sldId="2147347742"/>
            <ac:spMk id="525" creationId="{B55C69BB-B8CE-AC7F-6CA2-ED9BDCE66D27}"/>
          </ac:spMkLst>
        </pc:spChg>
        <pc:spChg chg="mod">
          <ac:chgData name="Mitra, Sayan" userId="5f9b069e-390c-41f3-af3f-6bd4b0fb9710" providerId="ADAL" clId="{5F6DACBC-C6C5-402D-9AD4-4F151885458C}" dt="2025-02-16T02:41:03.689" v="41" actId="1038"/>
          <ac:spMkLst>
            <pc:docMk/>
            <pc:sldMk cId="845347520" sldId="2147347742"/>
            <ac:spMk id="526" creationId="{2B840D89-E03C-4655-385B-60B4A5ABC3EF}"/>
          </ac:spMkLst>
        </pc:spChg>
        <pc:spChg chg="mod">
          <ac:chgData name="Mitra, Sayan" userId="5f9b069e-390c-41f3-af3f-6bd4b0fb9710" providerId="ADAL" clId="{5F6DACBC-C6C5-402D-9AD4-4F151885458C}" dt="2025-02-16T02:41:03.689" v="41" actId="1038"/>
          <ac:spMkLst>
            <pc:docMk/>
            <pc:sldMk cId="845347520" sldId="2147347742"/>
            <ac:spMk id="527" creationId="{90AD6BEF-A1EB-87E7-EE52-5F01243E359D}"/>
          </ac:spMkLst>
        </pc:spChg>
        <pc:spChg chg="mod">
          <ac:chgData name="Mitra, Sayan" userId="5f9b069e-390c-41f3-af3f-6bd4b0fb9710" providerId="ADAL" clId="{5F6DACBC-C6C5-402D-9AD4-4F151885458C}" dt="2025-02-16T02:41:03.689" v="41" actId="1038"/>
          <ac:spMkLst>
            <pc:docMk/>
            <pc:sldMk cId="845347520" sldId="2147347742"/>
            <ac:spMk id="528" creationId="{A4871380-216E-0C26-8130-1C4D4A799909}"/>
          </ac:spMkLst>
        </pc:spChg>
        <pc:spChg chg="mod">
          <ac:chgData name="Mitra, Sayan" userId="5f9b069e-390c-41f3-af3f-6bd4b0fb9710" providerId="ADAL" clId="{5F6DACBC-C6C5-402D-9AD4-4F151885458C}" dt="2025-02-16T02:41:03.689" v="41" actId="1038"/>
          <ac:spMkLst>
            <pc:docMk/>
            <pc:sldMk cId="845347520" sldId="2147347742"/>
            <ac:spMk id="529" creationId="{5FC41410-9337-8E72-450A-157F9F9E4361}"/>
          </ac:spMkLst>
        </pc:spChg>
        <pc:spChg chg="mod">
          <ac:chgData name="Mitra, Sayan" userId="5f9b069e-390c-41f3-af3f-6bd4b0fb9710" providerId="ADAL" clId="{5F6DACBC-C6C5-402D-9AD4-4F151885458C}" dt="2025-02-16T02:41:03.689" v="41" actId="1038"/>
          <ac:spMkLst>
            <pc:docMk/>
            <pc:sldMk cId="845347520" sldId="2147347742"/>
            <ac:spMk id="530" creationId="{F198A759-3771-54AD-2EC6-FAF3F6B057E3}"/>
          </ac:spMkLst>
        </pc:spChg>
        <pc:spChg chg="mod">
          <ac:chgData name="Mitra, Sayan" userId="5f9b069e-390c-41f3-af3f-6bd4b0fb9710" providerId="ADAL" clId="{5F6DACBC-C6C5-402D-9AD4-4F151885458C}" dt="2025-02-16T02:41:03.689" v="41" actId="1038"/>
          <ac:spMkLst>
            <pc:docMk/>
            <pc:sldMk cId="845347520" sldId="2147347742"/>
            <ac:spMk id="531" creationId="{667E7FDF-3E23-BD54-514C-B4AD34B06203}"/>
          </ac:spMkLst>
        </pc:spChg>
        <pc:spChg chg="mod">
          <ac:chgData name="Mitra, Sayan" userId="5f9b069e-390c-41f3-af3f-6bd4b0fb9710" providerId="ADAL" clId="{5F6DACBC-C6C5-402D-9AD4-4F151885458C}" dt="2025-02-16T02:41:03.689" v="41" actId="1038"/>
          <ac:spMkLst>
            <pc:docMk/>
            <pc:sldMk cId="845347520" sldId="2147347742"/>
            <ac:spMk id="532" creationId="{C04A2A8E-E649-F147-0E72-EB0B3DD610F0}"/>
          </ac:spMkLst>
        </pc:spChg>
        <pc:spChg chg="mod">
          <ac:chgData name="Mitra, Sayan" userId="5f9b069e-390c-41f3-af3f-6bd4b0fb9710" providerId="ADAL" clId="{5F6DACBC-C6C5-402D-9AD4-4F151885458C}" dt="2025-02-16T02:41:03.689" v="41" actId="1038"/>
          <ac:spMkLst>
            <pc:docMk/>
            <pc:sldMk cId="845347520" sldId="2147347742"/>
            <ac:spMk id="533" creationId="{184DABA7-164C-705E-5B06-29BD1060CCB0}"/>
          </ac:spMkLst>
        </pc:spChg>
        <pc:spChg chg="mod">
          <ac:chgData name="Mitra, Sayan" userId="5f9b069e-390c-41f3-af3f-6bd4b0fb9710" providerId="ADAL" clId="{5F6DACBC-C6C5-402D-9AD4-4F151885458C}" dt="2025-02-16T02:41:03.689" v="41" actId="1038"/>
          <ac:spMkLst>
            <pc:docMk/>
            <pc:sldMk cId="845347520" sldId="2147347742"/>
            <ac:spMk id="534" creationId="{30218D1D-6A0C-BAC2-3370-9A8D94C8D21A}"/>
          </ac:spMkLst>
        </pc:spChg>
        <pc:spChg chg="mod">
          <ac:chgData name="Mitra, Sayan" userId="5f9b069e-390c-41f3-af3f-6bd4b0fb9710" providerId="ADAL" clId="{5F6DACBC-C6C5-402D-9AD4-4F151885458C}" dt="2025-02-16T02:41:03.689" v="41" actId="1038"/>
          <ac:spMkLst>
            <pc:docMk/>
            <pc:sldMk cId="845347520" sldId="2147347742"/>
            <ac:spMk id="535" creationId="{F0CCFDF0-14BF-56CC-133F-7E2A27B72894}"/>
          </ac:spMkLst>
        </pc:spChg>
        <pc:spChg chg="mod">
          <ac:chgData name="Mitra, Sayan" userId="5f9b069e-390c-41f3-af3f-6bd4b0fb9710" providerId="ADAL" clId="{5F6DACBC-C6C5-402D-9AD4-4F151885458C}" dt="2025-02-16T02:41:03.689" v="41" actId="1038"/>
          <ac:spMkLst>
            <pc:docMk/>
            <pc:sldMk cId="845347520" sldId="2147347742"/>
            <ac:spMk id="536" creationId="{63007419-68FD-2B4C-3980-A878E11E72BC}"/>
          </ac:spMkLst>
        </pc:spChg>
        <pc:spChg chg="mod">
          <ac:chgData name="Mitra, Sayan" userId="5f9b069e-390c-41f3-af3f-6bd4b0fb9710" providerId="ADAL" clId="{5F6DACBC-C6C5-402D-9AD4-4F151885458C}" dt="2025-02-16T02:41:03.689" v="41" actId="1038"/>
          <ac:spMkLst>
            <pc:docMk/>
            <pc:sldMk cId="845347520" sldId="2147347742"/>
            <ac:spMk id="537" creationId="{9AECC070-36E3-A729-C2D8-BFC9615FB66A}"/>
          </ac:spMkLst>
        </pc:spChg>
        <pc:spChg chg="mod">
          <ac:chgData name="Mitra, Sayan" userId="5f9b069e-390c-41f3-af3f-6bd4b0fb9710" providerId="ADAL" clId="{5F6DACBC-C6C5-402D-9AD4-4F151885458C}" dt="2025-02-16T02:41:03.689" v="41" actId="1038"/>
          <ac:spMkLst>
            <pc:docMk/>
            <pc:sldMk cId="845347520" sldId="2147347742"/>
            <ac:spMk id="538" creationId="{15046F0D-764D-9817-6783-3812A04C1641}"/>
          </ac:spMkLst>
        </pc:spChg>
        <pc:spChg chg="mod">
          <ac:chgData name="Mitra, Sayan" userId="5f9b069e-390c-41f3-af3f-6bd4b0fb9710" providerId="ADAL" clId="{5F6DACBC-C6C5-402D-9AD4-4F151885458C}" dt="2025-02-16T02:41:03.689" v="41" actId="1038"/>
          <ac:spMkLst>
            <pc:docMk/>
            <pc:sldMk cId="845347520" sldId="2147347742"/>
            <ac:spMk id="539" creationId="{3C719C2C-E8F1-2026-6388-EA1DACF66A9F}"/>
          </ac:spMkLst>
        </pc:spChg>
        <pc:spChg chg="mod">
          <ac:chgData name="Mitra, Sayan" userId="5f9b069e-390c-41f3-af3f-6bd4b0fb9710" providerId="ADAL" clId="{5F6DACBC-C6C5-402D-9AD4-4F151885458C}" dt="2025-02-16T02:41:03.689" v="41" actId="1038"/>
          <ac:spMkLst>
            <pc:docMk/>
            <pc:sldMk cId="845347520" sldId="2147347742"/>
            <ac:spMk id="540" creationId="{B59FFD05-2317-53B6-3B65-14C19F256007}"/>
          </ac:spMkLst>
        </pc:spChg>
        <pc:spChg chg="mod">
          <ac:chgData name="Mitra, Sayan" userId="5f9b069e-390c-41f3-af3f-6bd4b0fb9710" providerId="ADAL" clId="{5F6DACBC-C6C5-402D-9AD4-4F151885458C}" dt="2025-02-16T02:41:03.689" v="41" actId="1038"/>
          <ac:spMkLst>
            <pc:docMk/>
            <pc:sldMk cId="845347520" sldId="2147347742"/>
            <ac:spMk id="541" creationId="{418A5C4B-1EE8-9D6B-4C0E-BC86CB25ADF5}"/>
          </ac:spMkLst>
        </pc:spChg>
        <pc:spChg chg="mod">
          <ac:chgData name="Mitra, Sayan" userId="5f9b069e-390c-41f3-af3f-6bd4b0fb9710" providerId="ADAL" clId="{5F6DACBC-C6C5-402D-9AD4-4F151885458C}" dt="2025-02-16T02:41:03.689" v="41" actId="1038"/>
          <ac:spMkLst>
            <pc:docMk/>
            <pc:sldMk cId="845347520" sldId="2147347742"/>
            <ac:spMk id="542" creationId="{2D9E2828-5A43-8E98-FEF0-3EEC9F4BEC82}"/>
          </ac:spMkLst>
        </pc:spChg>
        <pc:spChg chg="mod">
          <ac:chgData name="Mitra, Sayan" userId="5f9b069e-390c-41f3-af3f-6bd4b0fb9710" providerId="ADAL" clId="{5F6DACBC-C6C5-402D-9AD4-4F151885458C}" dt="2025-02-16T02:41:03.689" v="41" actId="1038"/>
          <ac:spMkLst>
            <pc:docMk/>
            <pc:sldMk cId="845347520" sldId="2147347742"/>
            <ac:spMk id="543" creationId="{E263C57F-F1DC-75DD-A0DC-B4F4348469C9}"/>
          </ac:spMkLst>
        </pc:spChg>
        <pc:spChg chg="mod">
          <ac:chgData name="Mitra, Sayan" userId="5f9b069e-390c-41f3-af3f-6bd4b0fb9710" providerId="ADAL" clId="{5F6DACBC-C6C5-402D-9AD4-4F151885458C}" dt="2025-02-16T02:41:03.689" v="41" actId="1038"/>
          <ac:spMkLst>
            <pc:docMk/>
            <pc:sldMk cId="845347520" sldId="2147347742"/>
            <ac:spMk id="544" creationId="{9AD6A8F1-0373-F056-5015-F7D67750ADD4}"/>
          </ac:spMkLst>
        </pc:spChg>
        <pc:spChg chg="mod">
          <ac:chgData name="Mitra, Sayan" userId="5f9b069e-390c-41f3-af3f-6bd4b0fb9710" providerId="ADAL" clId="{5F6DACBC-C6C5-402D-9AD4-4F151885458C}" dt="2025-02-16T02:41:03.689" v="41" actId="1038"/>
          <ac:spMkLst>
            <pc:docMk/>
            <pc:sldMk cId="845347520" sldId="2147347742"/>
            <ac:spMk id="545" creationId="{73F28FAD-885F-DDDF-89E6-91CFDF1BD597}"/>
          </ac:spMkLst>
        </pc:spChg>
        <pc:spChg chg="mod">
          <ac:chgData name="Mitra, Sayan" userId="5f9b069e-390c-41f3-af3f-6bd4b0fb9710" providerId="ADAL" clId="{5F6DACBC-C6C5-402D-9AD4-4F151885458C}" dt="2025-02-16T02:41:03.689" v="41" actId="1038"/>
          <ac:spMkLst>
            <pc:docMk/>
            <pc:sldMk cId="845347520" sldId="2147347742"/>
            <ac:spMk id="546" creationId="{14B5635C-1A93-B65F-89E6-71091F173CE6}"/>
          </ac:spMkLst>
        </pc:spChg>
        <pc:spChg chg="mod">
          <ac:chgData name="Mitra, Sayan" userId="5f9b069e-390c-41f3-af3f-6bd4b0fb9710" providerId="ADAL" clId="{5F6DACBC-C6C5-402D-9AD4-4F151885458C}" dt="2025-02-16T02:41:03.689" v="41" actId="1038"/>
          <ac:spMkLst>
            <pc:docMk/>
            <pc:sldMk cId="845347520" sldId="2147347742"/>
            <ac:spMk id="547" creationId="{CE5E3439-3D86-9F63-6D56-EAC75B1D4209}"/>
          </ac:spMkLst>
        </pc:spChg>
        <pc:spChg chg="mod">
          <ac:chgData name="Mitra, Sayan" userId="5f9b069e-390c-41f3-af3f-6bd4b0fb9710" providerId="ADAL" clId="{5F6DACBC-C6C5-402D-9AD4-4F151885458C}" dt="2025-02-16T02:41:03.689" v="41" actId="1038"/>
          <ac:spMkLst>
            <pc:docMk/>
            <pc:sldMk cId="845347520" sldId="2147347742"/>
            <ac:spMk id="548" creationId="{C8598A09-372E-428B-52EB-6F5E0DC85767}"/>
          </ac:spMkLst>
        </pc:spChg>
        <pc:spChg chg="mod">
          <ac:chgData name="Mitra, Sayan" userId="5f9b069e-390c-41f3-af3f-6bd4b0fb9710" providerId="ADAL" clId="{5F6DACBC-C6C5-402D-9AD4-4F151885458C}" dt="2025-02-16T02:41:03.689" v="41" actId="1038"/>
          <ac:spMkLst>
            <pc:docMk/>
            <pc:sldMk cId="845347520" sldId="2147347742"/>
            <ac:spMk id="549" creationId="{C2822390-18F5-0F2D-5E00-C09BCE6A507D}"/>
          </ac:spMkLst>
        </pc:spChg>
        <pc:spChg chg="mod">
          <ac:chgData name="Mitra, Sayan" userId="5f9b069e-390c-41f3-af3f-6bd4b0fb9710" providerId="ADAL" clId="{5F6DACBC-C6C5-402D-9AD4-4F151885458C}" dt="2025-02-16T02:41:03.689" v="41" actId="1038"/>
          <ac:spMkLst>
            <pc:docMk/>
            <pc:sldMk cId="845347520" sldId="2147347742"/>
            <ac:spMk id="550" creationId="{892734EC-BBC9-B516-5BA1-BEAB92A8F72F}"/>
          </ac:spMkLst>
        </pc:spChg>
        <pc:spChg chg="mod">
          <ac:chgData name="Mitra, Sayan" userId="5f9b069e-390c-41f3-af3f-6bd4b0fb9710" providerId="ADAL" clId="{5F6DACBC-C6C5-402D-9AD4-4F151885458C}" dt="2025-02-16T02:41:03.689" v="41" actId="1038"/>
          <ac:spMkLst>
            <pc:docMk/>
            <pc:sldMk cId="845347520" sldId="2147347742"/>
            <ac:spMk id="551" creationId="{B5B61C31-193D-98A5-00DE-30B5AEC41CA6}"/>
          </ac:spMkLst>
        </pc:spChg>
        <pc:spChg chg="mod">
          <ac:chgData name="Mitra, Sayan" userId="5f9b069e-390c-41f3-af3f-6bd4b0fb9710" providerId="ADAL" clId="{5F6DACBC-C6C5-402D-9AD4-4F151885458C}" dt="2025-02-16T02:41:03.689" v="41" actId="1038"/>
          <ac:spMkLst>
            <pc:docMk/>
            <pc:sldMk cId="845347520" sldId="2147347742"/>
            <ac:spMk id="552" creationId="{5C576648-2C79-8FC9-91FC-65176AB1893B}"/>
          </ac:spMkLst>
        </pc:spChg>
        <pc:spChg chg="mod">
          <ac:chgData name="Mitra, Sayan" userId="5f9b069e-390c-41f3-af3f-6bd4b0fb9710" providerId="ADAL" clId="{5F6DACBC-C6C5-402D-9AD4-4F151885458C}" dt="2025-02-16T02:41:03.689" v="41" actId="1038"/>
          <ac:spMkLst>
            <pc:docMk/>
            <pc:sldMk cId="845347520" sldId="2147347742"/>
            <ac:spMk id="553" creationId="{79D2A4FF-9138-D668-5126-4C0186DFE4B1}"/>
          </ac:spMkLst>
        </pc:spChg>
        <pc:spChg chg="mod">
          <ac:chgData name="Mitra, Sayan" userId="5f9b069e-390c-41f3-af3f-6bd4b0fb9710" providerId="ADAL" clId="{5F6DACBC-C6C5-402D-9AD4-4F151885458C}" dt="2025-02-16T02:41:03.689" v="41" actId="1038"/>
          <ac:spMkLst>
            <pc:docMk/>
            <pc:sldMk cId="845347520" sldId="2147347742"/>
            <ac:spMk id="554" creationId="{3F1F04BF-C9D8-86CE-5A36-FBDBAAF06E39}"/>
          </ac:spMkLst>
        </pc:spChg>
        <pc:spChg chg="mod">
          <ac:chgData name="Mitra, Sayan" userId="5f9b069e-390c-41f3-af3f-6bd4b0fb9710" providerId="ADAL" clId="{5F6DACBC-C6C5-402D-9AD4-4F151885458C}" dt="2025-02-16T02:41:03.689" v="41" actId="1038"/>
          <ac:spMkLst>
            <pc:docMk/>
            <pc:sldMk cId="845347520" sldId="2147347742"/>
            <ac:spMk id="556" creationId="{044E3FBA-34A4-43C1-0188-28223DCAD616}"/>
          </ac:spMkLst>
        </pc:spChg>
        <pc:spChg chg="mod">
          <ac:chgData name="Mitra, Sayan" userId="5f9b069e-390c-41f3-af3f-6bd4b0fb9710" providerId="ADAL" clId="{5F6DACBC-C6C5-402D-9AD4-4F151885458C}" dt="2025-02-16T02:41:03.689" v="41" actId="1038"/>
          <ac:spMkLst>
            <pc:docMk/>
            <pc:sldMk cId="845347520" sldId="2147347742"/>
            <ac:spMk id="557" creationId="{A692B2BF-C190-5A01-67B6-20A098AFD8D3}"/>
          </ac:spMkLst>
        </pc:spChg>
        <pc:spChg chg="mod">
          <ac:chgData name="Mitra, Sayan" userId="5f9b069e-390c-41f3-af3f-6bd4b0fb9710" providerId="ADAL" clId="{5F6DACBC-C6C5-402D-9AD4-4F151885458C}" dt="2025-02-16T02:41:03.689" v="41" actId="1038"/>
          <ac:spMkLst>
            <pc:docMk/>
            <pc:sldMk cId="845347520" sldId="2147347742"/>
            <ac:spMk id="558" creationId="{D3F33533-CB8D-25E4-3F1B-A2DC50998CC3}"/>
          </ac:spMkLst>
        </pc:spChg>
        <pc:spChg chg="mod">
          <ac:chgData name="Mitra, Sayan" userId="5f9b069e-390c-41f3-af3f-6bd4b0fb9710" providerId="ADAL" clId="{5F6DACBC-C6C5-402D-9AD4-4F151885458C}" dt="2025-02-16T02:41:03.689" v="41" actId="1038"/>
          <ac:spMkLst>
            <pc:docMk/>
            <pc:sldMk cId="845347520" sldId="2147347742"/>
            <ac:spMk id="559" creationId="{FA06E1D1-2618-B6BD-41C8-E6D2EAAAFFA4}"/>
          </ac:spMkLst>
        </pc:spChg>
        <pc:spChg chg="mod">
          <ac:chgData name="Mitra, Sayan" userId="5f9b069e-390c-41f3-af3f-6bd4b0fb9710" providerId="ADAL" clId="{5F6DACBC-C6C5-402D-9AD4-4F151885458C}" dt="2025-02-16T02:41:03.689" v="41" actId="1038"/>
          <ac:spMkLst>
            <pc:docMk/>
            <pc:sldMk cId="845347520" sldId="2147347742"/>
            <ac:spMk id="560" creationId="{474726CA-1C18-2D6F-209C-7783362F7020}"/>
          </ac:spMkLst>
        </pc:spChg>
        <pc:spChg chg="mod">
          <ac:chgData name="Mitra, Sayan" userId="5f9b069e-390c-41f3-af3f-6bd4b0fb9710" providerId="ADAL" clId="{5F6DACBC-C6C5-402D-9AD4-4F151885458C}" dt="2025-02-16T02:41:03.689" v="41" actId="1038"/>
          <ac:spMkLst>
            <pc:docMk/>
            <pc:sldMk cId="845347520" sldId="2147347742"/>
            <ac:spMk id="561" creationId="{ED96982D-437E-1894-BEF1-7BD3301E50A6}"/>
          </ac:spMkLst>
        </pc:spChg>
        <pc:spChg chg="mod">
          <ac:chgData name="Mitra, Sayan" userId="5f9b069e-390c-41f3-af3f-6bd4b0fb9710" providerId="ADAL" clId="{5F6DACBC-C6C5-402D-9AD4-4F151885458C}" dt="2025-02-16T02:41:03.689" v="41" actId="1038"/>
          <ac:spMkLst>
            <pc:docMk/>
            <pc:sldMk cId="845347520" sldId="2147347742"/>
            <ac:spMk id="562" creationId="{937CCE47-5DEC-2269-1835-EA7780DB55FD}"/>
          </ac:spMkLst>
        </pc:spChg>
        <pc:spChg chg="mod">
          <ac:chgData name="Mitra, Sayan" userId="5f9b069e-390c-41f3-af3f-6bd4b0fb9710" providerId="ADAL" clId="{5F6DACBC-C6C5-402D-9AD4-4F151885458C}" dt="2025-02-16T02:41:03.689" v="41" actId="1038"/>
          <ac:spMkLst>
            <pc:docMk/>
            <pc:sldMk cId="845347520" sldId="2147347742"/>
            <ac:spMk id="563" creationId="{C20455D0-00B8-325A-DD91-81614CFD81BA}"/>
          </ac:spMkLst>
        </pc:spChg>
        <pc:spChg chg="mod">
          <ac:chgData name="Mitra, Sayan" userId="5f9b069e-390c-41f3-af3f-6bd4b0fb9710" providerId="ADAL" clId="{5F6DACBC-C6C5-402D-9AD4-4F151885458C}" dt="2025-02-16T02:41:03.689" v="41" actId="1038"/>
          <ac:spMkLst>
            <pc:docMk/>
            <pc:sldMk cId="845347520" sldId="2147347742"/>
            <ac:spMk id="564" creationId="{CE9F60F7-426D-CD04-8F08-3581D17E9444}"/>
          </ac:spMkLst>
        </pc:spChg>
        <pc:spChg chg="mod">
          <ac:chgData name="Mitra, Sayan" userId="5f9b069e-390c-41f3-af3f-6bd4b0fb9710" providerId="ADAL" clId="{5F6DACBC-C6C5-402D-9AD4-4F151885458C}" dt="2025-02-16T02:41:03.689" v="41" actId="1038"/>
          <ac:spMkLst>
            <pc:docMk/>
            <pc:sldMk cId="845347520" sldId="2147347742"/>
            <ac:spMk id="565" creationId="{5BB9F705-F9C6-2099-18A5-F7E846583A2C}"/>
          </ac:spMkLst>
        </pc:spChg>
        <pc:spChg chg="mod">
          <ac:chgData name="Mitra, Sayan" userId="5f9b069e-390c-41f3-af3f-6bd4b0fb9710" providerId="ADAL" clId="{5F6DACBC-C6C5-402D-9AD4-4F151885458C}" dt="2025-02-16T02:41:03.689" v="41" actId="1038"/>
          <ac:spMkLst>
            <pc:docMk/>
            <pc:sldMk cId="845347520" sldId="2147347742"/>
            <ac:spMk id="566" creationId="{4113D0AE-CE3D-FF0C-B78E-C51686198E3B}"/>
          </ac:spMkLst>
        </pc:spChg>
        <pc:spChg chg="mod">
          <ac:chgData name="Mitra, Sayan" userId="5f9b069e-390c-41f3-af3f-6bd4b0fb9710" providerId="ADAL" clId="{5F6DACBC-C6C5-402D-9AD4-4F151885458C}" dt="2025-02-16T02:41:03.689" v="41" actId="1038"/>
          <ac:spMkLst>
            <pc:docMk/>
            <pc:sldMk cId="845347520" sldId="2147347742"/>
            <ac:spMk id="567" creationId="{2AD193E1-3C8E-EEF0-6CD9-A84099FB7115}"/>
          </ac:spMkLst>
        </pc:spChg>
        <pc:spChg chg="mod">
          <ac:chgData name="Mitra, Sayan" userId="5f9b069e-390c-41f3-af3f-6bd4b0fb9710" providerId="ADAL" clId="{5F6DACBC-C6C5-402D-9AD4-4F151885458C}" dt="2025-02-16T02:41:03.689" v="41" actId="1038"/>
          <ac:spMkLst>
            <pc:docMk/>
            <pc:sldMk cId="845347520" sldId="2147347742"/>
            <ac:spMk id="568" creationId="{47D9AABC-C46C-39C3-A1F1-28EC22C0E095}"/>
          </ac:spMkLst>
        </pc:spChg>
        <pc:spChg chg="mod">
          <ac:chgData name="Mitra, Sayan" userId="5f9b069e-390c-41f3-af3f-6bd4b0fb9710" providerId="ADAL" clId="{5F6DACBC-C6C5-402D-9AD4-4F151885458C}" dt="2025-02-16T02:41:03.689" v="41" actId="1038"/>
          <ac:spMkLst>
            <pc:docMk/>
            <pc:sldMk cId="845347520" sldId="2147347742"/>
            <ac:spMk id="569" creationId="{AE6C8E0E-E4D4-ADF6-6951-52E84E383F67}"/>
          </ac:spMkLst>
        </pc:spChg>
        <pc:spChg chg="mod">
          <ac:chgData name="Mitra, Sayan" userId="5f9b069e-390c-41f3-af3f-6bd4b0fb9710" providerId="ADAL" clId="{5F6DACBC-C6C5-402D-9AD4-4F151885458C}" dt="2025-02-16T02:41:03.689" v="41" actId="1038"/>
          <ac:spMkLst>
            <pc:docMk/>
            <pc:sldMk cId="845347520" sldId="2147347742"/>
            <ac:spMk id="570" creationId="{C1619382-E0DC-298F-2EBA-61225EF4348B}"/>
          </ac:spMkLst>
        </pc:spChg>
        <pc:spChg chg="add mod">
          <ac:chgData name="Mitra, Sayan" userId="5f9b069e-390c-41f3-af3f-6bd4b0fb9710" providerId="ADAL" clId="{5F6DACBC-C6C5-402D-9AD4-4F151885458C}" dt="2025-02-16T02:53:07.193" v="118" actId="1037"/>
          <ac:spMkLst>
            <pc:docMk/>
            <pc:sldMk cId="845347520" sldId="2147347742"/>
            <ac:spMk id="571" creationId="{C20FA809-EA16-6CC3-070C-62E40854B984}"/>
          </ac:spMkLst>
        </pc:spChg>
        <pc:spChg chg="add mod">
          <ac:chgData name="Mitra, Sayan" userId="5f9b069e-390c-41f3-af3f-6bd4b0fb9710" providerId="ADAL" clId="{5F6DACBC-C6C5-402D-9AD4-4F151885458C}" dt="2025-02-16T02:53:07.193" v="118" actId="1037"/>
          <ac:spMkLst>
            <pc:docMk/>
            <pc:sldMk cId="845347520" sldId="2147347742"/>
            <ac:spMk id="572" creationId="{004D01C3-68A0-21C9-2694-B2D1395438FB}"/>
          </ac:spMkLst>
        </pc:spChg>
        <pc:spChg chg="mod">
          <ac:chgData name="Mitra, Sayan" userId="5f9b069e-390c-41f3-af3f-6bd4b0fb9710" providerId="ADAL" clId="{5F6DACBC-C6C5-402D-9AD4-4F151885458C}" dt="2025-02-16T03:03:18.569" v="205" actId="1038"/>
          <ac:spMkLst>
            <pc:docMk/>
            <pc:sldMk cId="845347520" sldId="2147347742"/>
            <ac:spMk id="574" creationId="{685093F1-4E59-4507-9B8C-F5038B3904A6}"/>
          </ac:spMkLst>
        </pc:spChg>
        <pc:spChg chg="mod">
          <ac:chgData name="Mitra, Sayan" userId="5f9b069e-390c-41f3-af3f-6bd4b0fb9710" providerId="ADAL" clId="{5F6DACBC-C6C5-402D-9AD4-4F151885458C}" dt="2025-02-16T03:03:18.569" v="205" actId="1038"/>
          <ac:spMkLst>
            <pc:docMk/>
            <pc:sldMk cId="845347520" sldId="2147347742"/>
            <ac:spMk id="575" creationId="{2AB19B20-F795-A064-B7E2-104C018F0EF3}"/>
          </ac:spMkLst>
        </pc:spChg>
        <pc:spChg chg="mod">
          <ac:chgData name="Mitra, Sayan" userId="5f9b069e-390c-41f3-af3f-6bd4b0fb9710" providerId="ADAL" clId="{5F6DACBC-C6C5-402D-9AD4-4F151885458C}" dt="2025-02-16T03:03:18.569" v="205" actId="1038"/>
          <ac:spMkLst>
            <pc:docMk/>
            <pc:sldMk cId="845347520" sldId="2147347742"/>
            <ac:spMk id="576" creationId="{D9B34374-DCC5-51E9-73A6-A923A111CB2A}"/>
          </ac:spMkLst>
        </pc:spChg>
        <pc:spChg chg="mod">
          <ac:chgData name="Mitra, Sayan" userId="5f9b069e-390c-41f3-af3f-6bd4b0fb9710" providerId="ADAL" clId="{5F6DACBC-C6C5-402D-9AD4-4F151885458C}" dt="2025-02-16T03:03:18.569" v="205" actId="1038"/>
          <ac:spMkLst>
            <pc:docMk/>
            <pc:sldMk cId="845347520" sldId="2147347742"/>
            <ac:spMk id="577" creationId="{719518E0-7B63-6112-7F5F-BDC0242F311D}"/>
          </ac:spMkLst>
        </pc:spChg>
        <pc:spChg chg="add mod">
          <ac:chgData name="Mitra, Sayan" userId="5f9b069e-390c-41f3-af3f-6bd4b0fb9710" providerId="ADAL" clId="{5F6DACBC-C6C5-402D-9AD4-4F151885458C}" dt="2025-02-16T03:03:18.569" v="205" actId="1038"/>
          <ac:spMkLst>
            <pc:docMk/>
            <pc:sldMk cId="845347520" sldId="2147347742"/>
            <ac:spMk id="578" creationId="{4DA704E7-39BF-6CFD-1778-13715ED491FC}"/>
          </ac:spMkLst>
        </pc:spChg>
        <pc:spChg chg="add mod">
          <ac:chgData name="Mitra, Sayan" userId="5f9b069e-390c-41f3-af3f-6bd4b0fb9710" providerId="ADAL" clId="{5F6DACBC-C6C5-402D-9AD4-4F151885458C}" dt="2025-02-16T03:03:18.569" v="205" actId="1038"/>
          <ac:spMkLst>
            <pc:docMk/>
            <pc:sldMk cId="845347520" sldId="2147347742"/>
            <ac:spMk id="579" creationId="{9B3E11EC-6569-584E-FB45-1E6BBBBCB2F9}"/>
          </ac:spMkLst>
        </pc:spChg>
        <pc:spChg chg="mod">
          <ac:chgData name="Mitra, Sayan" userId="5f9b069e-390c-41f3-af3f-6bd4b0fb9710" providerId="ADAL" clId="{5F6DACBC-C6C5-402D-9AD4-4F151885458C}" dt="2025-02-16T03:03:18.569" v="205" actId="1038"/>
          <ac:spMkLst>
            <pc:docMk/>
            <pc:sldMk cId="845347520" sldId="2147347742"/>
            <ac:spMk id="581" creationId="{27F9240F-5A84-D86F-190E-AE598E4013EB}"/>
          </ac:spMkLst>
        </pc:spChg>
        <pc:spChg chg="mod">
          <ac:chgData name="Mitra, Sayan" userId="5f9b069e-390c-41f3-af3f-6bd4b0fb9710" providerId="ADAL" clId="{5F6DACBC-C6C5-402D-9AD4-4F151885458C}" dt="2025-02-16T03:03:18.569" v="205" actId="1038"/>
          <ac:spMkLst>
            <pc:docMk/>
            <pc:sldMk cId="845347520" sldId="2147347742"/>
            <ac:spMk id="582" creationId="{CF594E7A-49F0-0BE3-F52E-6014330BC09F}"/>
          </ac:spMkLst>
        </pc:spChg>
        <pc:spChg chg="mod">
          <ac:chgData name="Mitra, Sayan" userId="5f9b069e-390c-41f3-af3f-6bd4b0fb9710" providerId="ADAL" clId="{5F6DACBC-C6C5-402D-9AD4-4F151885458C}" dt="2025-02-16T03:03:18.569" v="205" actId="1038"/>
          <ac:spMkLst>
            <pc:docMk/>
            <pc:sldMk cId="845347520" sldId="2147347742"/>
            <ac:spMk id="584" creationId="{8D3B0C1E-B981-633F-5495-CF99FBF0E134}"/>
          </ac:spMkLst>
        </pc:spChg>
        <pc:spChg chg="mod">
          <ac:chgData name="Mitra, Sayan" userId="5f9b069e-390c-41f3-af3f-6bd4b0fb9710" providerId="ADAL" clId="{5F6DACBC-C6C5-402D-9AD4-4F151885458C}" dt="2025-02-16T03:03:18.569" v="205" actId="1038"/>
          <ac:spMkLst>
            <pc:docMk/>
            <pc:sldMk cId="845347520" sldId="2147347742"/>
            <ac:spMk id="585" creationId="{BCA3A365-C0E9-8F6E-06B3-3F845E42A4F4}"/>
          </ac:spMkLst>
        </pc:spChg>
        <pc:spChg chg="add mod">
          <ac:chgData name="Mitra, Sayan" userId="5f9b069e-390c-41f3-af3f-6bd4b0fb9710" providerId="ADAL" clId="{5F6DACBC-C6C5-402D-9AD4-4F151885458C}" dt="2025-02-16T03:03:18.569" v="205" actId="1038"/>
          <ac:spMkLst>
            <pc:docMk/>
            <pc:sldMk cId="845347520" sldId="2147347742"/>
            <ac:spMk id="586" creationId="{C434DA65-F8D7-8BC5-F293-651394FBF602}"/>
          </ac:spMkLst>
        </pc:spChg>
        <pc:spChg chg="add mod">
          <ac:chgData name="Mitra, Sayan" userId="5f9b069e-390c-41f3-af3f-6bd4b0fb9710" providerId="ADAL" clId="{5F6DACBC-C6C5-402D-9AD4-4F151885458C}" dt="2025-02-16T03:03:18.569" v="205" actId="1038"/>
          <ac:spMkLst>
            <pc:docMk/>
            <pc:sldMk cId="845347520" sldId="2147347742"/>
            <ac:spMk id="587" creationId="{07D26307-3990-5804-1280-2F3C799E37A6}"/>
          </ac:spMkLst>
        </pc:spChg>
        <pc:spChg chg="add mod">
          <ac:chgData name="Mitra, Sayan" userId="5f9b069e-390c-41f3-af3f-6bd4b0fb9710" providerId="ADAL" clId="{5F6DACBC-C6C5-402D-9AD4-4F151885458C}" dt="2025-02-16T03:03:18.569" v="205" actId="1038"/>
          <ac:spMkLst>
            <pc:docMk/>
            <pc:sldMk cId="845347520" sldId="2147347742"/>
            <ac:spMk id="588" creationId="{09875525-DA2C-1D1B-5BD3-A8B7BEB9CF28}"/>
          </ac:spMkLst>
        </pc:spChg>
        <pc:spChg chg="add mod">
          <ac:chgData name="Mitra, Sayan" userId="5f9b069e-390c-41f3-af3f-6bd4b0fb9710" providerId="ADAL" clId="{5F6DACBC-C6C5-402D-9AD4-4F151885458C}" dt="2025-02-16T03:03:18.569" v="205" actId="1038"/>
          <ac:spMkLst>
            <pc:docMk/>
            <pc:sldMk cId="845347520" sldId="2147347742"/>
            <ac:spMk id="589" creationId="{E1BDC622-669A-1526-D470-94CDF0554668}"/>
          </ac:spMkLst>
        </pc:spChg>
        <pc:spChg chg="add mod">
          <ac:chgData name="Mitra, Sayan" userId="5f9b069e-390c-41f3-af3f-6bd4b0fb9710" providerId="ADAL" clId="{5F6DACBC-C6C5-402D-9AD4-4F151885458C}" dt="2025-02-16T03:03:18.569" v="205" actId="1038"/>
          <ac:spMkLst>
            <pc:docMk/>
            <pc:sldMk cId="845347520" sldId="2147347742"/>
            <ac:spMk id="590" creationId="{95D8B6DB-F113-98B6-4406-870F80B08188}"/>
          </ac:spMkLst>
        </pc:spChg>
        <pc:spChg chg="add mod">
          <ac:chgData name="Mitra, Sayan" userId="5f9b069e-390c-41f3-af3f-6bd4b0fb9710" providerId="ADAL" clId="{5F6DACBC-C6C5-402D-9AD4-4F151885458C}" dt="2025-02-16T03:03:18.569" v="205" actId="1038"/>
          <ac:spMkLst>
            <pc:docMk/>
            <pc:sldMk cId="845347520" sldId="2147347742"/>
            <ac:spMk id="591" creationId="{5D22A726-56EA-CEFB-75B3-F8BDAEBD1BB6}"/>
          </ac:spMkLst>
        </pc:spChg>
        <pc:spChg chg="add mod">
          <ac:chgData name="Mitra, Sayan" userId="5f9b069e-390c-41f3-af3f-6bd4b0fb9710" providerId="ADAL" clId="{5F6DACBC-C6C5-402D-9AD4-4F151885458C}" dt="2025-02-16T03:03:18.569" v="205" actId="1038"/>
          <ac:spMkLst>
            <pc:docMk/>
            <pc:sldMk cId="845347520" sldId="2147347742"/>
            <ac:spMk id="594" creationId="{457985A7-FE86-4E1D-655B-2D49CAB7283D}"/>
          </ac:spMkLst>
        </pc:spChg>
        <pc:spChg chg="add mod">
          <ac:chgData name="Mitra, Sayan" userId="5f9b069e-390c-41f3-af3f-6bd4b0fb9710" providerId="ADAL" clId="{5F6DACBC-C6C5-402D-9AD4-4F151885458C}" dt="2025-02-16T03:32:00.985" v="604" actId="207"/>
          <ac:spMkLst>
            <pc:docMk/>
            <pc:sldMk cId="845347520" sldId="2147347742"/>
            <ac:spMk id="595" creationId="{5011830F-E299-C2FF-A6B1-90478A6847E3}"/>
          </ac:spMkLst>
        </pc:spChg>
        <pc:spChg chg="mod">
          <ac:chgData name="Mitra, Sayan" userId="5f9b069e-390c-41f3-af3f-6bd4b0fb9710" providerId="ADAL" clId="{5F6DACBC-C6C5-402D-9AD4-4F151885458C}" dt="2025-02-16T02:41:03.689" v="41" actId="1038"/>
          <ac:spMkLst>
            <pc:docMk/>
            <pc:sldMk cId="845347520" sldId="2147347742"/>
            <ac:spMk id="597" creationId="{69D6A3CA-4F15-AAC1-398C-94FCDBD712CB}"/>
          </ac:spMkLst>
        </pc:spChg>
        <pc:spChg chg="mod">
          <ac:chgData name="Mitra, Sayan" userId="5f9b069e-390c-41f3-af3f-6bd4b0fb9710" providerId="ADAL" clId="{5F6DACBC-C6C5-402D-9AD4-4F151885458C}" dt="2025-02-16T02:41:03.689" v="41" actId="1038"/>
          <ac:spMkLst>
            <pc:docMk/>
            <pc:sldMk cId="845347520" sldId="2147347742"/>
            <ac:spMk id="599" creationId="{133B4598-6FBF-5AB1-BB49-F2CE3331D307}"/>
          </ac:spMkLst>
        </pc:spChg>
        <pc:spChg chg="mod">
          <ac:chgData name="Mitra, Sayan" userId="5f9b069e-390c-41f3-af3f-6bd4b0fb9710" providerId="ADAL" clId="{5F6DACBC-C6C5-402D-9AD4-4F151885458C}" dt="2025-02-16T02:41:03.689" v="41" actId="1038"/>
          <ac:spMkLst>
            <pc:docMk/>
            <pc:sldMk cId="845347520" sldId="2147347742"/>
            <ac:spMk id="600" creationId="{9B8EDE60-2D41-CB40-6144-E1BAF408CBFF}"/>
          </ac:spMkLst>
        </pc:spChg>
        <pc:spChg chg="add mod">
          <ac:chgData name="Mitra, Sayan" userId="5f9b069e-390c-41f3-af3f-6bd4b0fb9710" providerId="ADAL" clId="{5F6DACBC-C6C5-402D-9AD4-4F151885458C}" dt="2025-02-16T03:32:25.432" v="609" actId="208"/>
          <ac:spMkLst>
            <pc:docMk/>
            <pc:sldMk cId="845347520" sldId="2147347742"/>
            <ac:spMk id="601" creationId="{A2F0140E-6B88-C87E-C328-0AD5993F9770}"/>
          </ac:spMkLst>
        </pc:spChg>
        <pc:spChg chg="add mod">
          <ac:chgData name="Mitra, Sayan" userId="5f9b069e-390c-41f3-af3f-6bd4b0fb9710" providerId="ADAL" clId="{5F6DACBC-C6C5-402D-9AD4-4F151885458C}" dt="2025-02-16T03:03:43.514" v="268" actId="1037"/>
          <ac:spMkLst>
            <pc:docMk/>
            <pc:sldMk cId="845347520" sldId="2147347742"/>
            <ac:spMk id="602" creationId="{C994A22A-87F9-06EE-782A-CEBAB5A42E6B}"/>
          </ac:spMkLst>
        </pc:spChg>
        <pc:spChg chg="mod">
          <ac:chgData name="Mitra, Sayan" userId="5f9b069e-390c-41f3-af3f-6bd4b0fb9710" providerId="ADAL" clId="{5F6DACBC-C6C5-402D-9AD4-4F151885458C}" dt="2025-02-16T03:03:18.569" v="205" actId="1038"/>
          <ac:spMkLst>
            <pc:docMk/>
            <pc:sldMk cId="845347520" sldId="2147347742"/>
            <ac:spMk id="604" creationId="{6BADFA4E-0414-6DF6-6818-838806153D89}"/>
          </ac:spMkLst>
        </pc:spChg>
        <pc:spChg chg="mod">
          <ac:chgData name="Mitra, Sayan" userId="5f9b069e-390c-41f3-af3f-6bd4b0fb9710" providerId="ADAL" clId="{5F6DACBC-C6C5-402D-9AD4-4F151885458C}" dt="2025-02-16T03:03:18.569" v="205" actId="1038"/>
          <ac:spMkLst>
            <pc:docMk/>
            <pc:sldMk cId="845347520" sldId="2147347742"/>
            <ac:spMk id="609" creationId="{AA24C0FD-A2EE-8F3A-9EC8-9689791A3F69}"/>
          </ac:spMkLst>
        </pc:spChg>
        <pc:spChg chg="mod">
          <ac:chgData name="Mitra, Sayan" userId="5f9b069e-390c-41f3-af3f-6bd4b0fb9710" providerId="ADAL" clId="{5F6DACBC-C6C5-402D-9AD4-4F151885458C}" dt="2025-02-16T03:03:18.569" v="205" actId="1038"/>
          <ac:spMkLst>
            <pc:docMk/>
            <pc:sldMk cId="845347520" sldId="2147347742"/>
            <ac:spMk id="610" creationId="{97D8E7E0-F15A-FE5C-C2F7-B71A32237DD3}"/>
          </ac:spMkLst>
        </pc:spChg>
        <pc:spChg chg="mod">
          <ac:chgData name="Mitra, Sayan" userId="5f9b069e-390c-41f3-af3f-6bd4b0fb9710" providerId="ADAL" clId="{5F6DACBC-C6C5-402D-9AD4-4F151885458C}" dt="2025-02-16T03:03:18.569" v="205" actId="1038"/>
          <ac:spMkLst>
            <pc:docMk/>
            <pc:sldMk cId="845347520" sldId="2147347742"/>
            <ac:spMk id="611" creationId="{664F2B83-7FF0-BCEA-B30E-7F4709BFC700}"/>
          </ac:spMkLst>
        </pc:spChg>
        <pc:spChg chg="mod">
          <ac:chgData name="Mitra, Sayan" userId="5f9b069e-390c-41f3-af3f-6bd4b0fb9710" providerId="ADAL" clId="{5F6DACBC-C6C5-402D-9AD4-4F151885458C}" dt="2025-02-16T03:03:18.569" v="205" actId="1038"/>
          <ac:spMkLst>
            <pc:docMk/>
            <pc:sldMk cId="845347520" sldId="2147347742"/>
            <ac:spMk id="612" creationId="{80BCD1CA-6A5A-5BBD-CBF3-70E322061A5F}"/>
          </ac:spMkLst>
        </pc:spChg>
        <pc:spChg chg="mod">
          <ac:chgData name="Mitra, Sayan" userId="5f9b069e-390c-41f3-af3f-6bd4b0fb9710" providerId="ADAL" clId="{5F6DACBC-C6C5-402D-9AD4-4F151885458C}" dt="2025-02-16T03:03:18.569" v="205" actId="1038"/>
          <ac:spMkLst>
            <pc:docMk/>
            <pc:sldMk cId="845347520" sldId="2147347742"/>
            <ac:spMk id="613" creationId="{4CC8EF8B-BEA6-0DB6-42AB-FA9AE9D3AAAC}"/>
          </ac:spMkLst>
        </pc:spChg>
        <pc:spChg chg="mod">
          <ac:chgData name="Mitra, Sayan" userId="5f9b069e-390c-41f3-af3f-6bd4b0fb9710" providerId="ADAL" clId="{5F6DACBC-C6C5-402D-9AD4-4F151885458C}" dt="2025-02-16T03:03:18.569" v="205" actId="1038"/>
          <ac:spMkLst>
            <pc:docMk/>
            <pc:sldMk cId="845347520" sldId="2147347742"/>
            <ac:spMk id="614" creationId="{B27DC131-1114-FE91-7438-A2BE817E143C}"/>
          </ac:spMkLst>
        </pc:spChg>
        <pc:spChg chg="mod">
          <ac:chgData name="Mitra, Sayan" userId="5f9b069e-390c-41f3-af3f-6bd4b0fb9710" providerId="ADAL" clId="{5F6DACBC-C6C5-402D-9AD4-4F151885458C}" dt="2025-02-16T03:03:18.569" v="205" actId="1038"/>
          <ac:spMkLst>
            <pc:docMk/>
            <pc:sldMk cId="845347520" sldId="2147347742"/>
            <ac:spMk id="615" creationId="{A878B950-C036-0E36-2BFF-301717DB16F6}"/>
          </ac:spMkLst>
        </pc:spChg>
        <pc:spChg chg="mod">
          <ac:chgData name="Mitra, Sayan" userId="5f9b069e-390c-41f3-af3f-6bd4b0fb9710" providerId="ADAL" clId="{5F6DACBC-C6C5-402D-9AD4-4F151885458C}" dt="2025-02-16T03:03:18.569" v="205" actId="1038"/>
          <ac:spMkLst>
            <pc:docMk/>
            <pc:sldMk cId="845347520" sldId="2147347742"/>
            <ac:spMk id="616" creationId="{403CC569-A59C-F870-D587-57F92BB44BF0}"/>
          </ac:spMkLst>
        </pc:spChg>
        <pc:spChg chg="mod">
          <ac:chgData name="Mitra, Sayan" userId="5f9b069e-390c-41f3-af3f-6bd4b0fb9710" providerId="ADAL" clId="{5F6DACBC-C6C5-402D-9AD4-4F151885458C}" dt="2025-02-16T03:03:18.569" v="205" actId="1038"/>
          <ac:spMkLst>
            <pc:docMk/>
            <pc:sldMk cId="845347520" sldId="2147347742"/>
            <ac:spMk id="617" creationId="{D2C82329-4739-8E36-B25F-AE9E95C5EEB1}"/>
          </ac:spMkLst>
        </pc:spChg>
        <pc:spChg chg="mod">
          <ac:chgData name="Mitra, Sayan" userId="5f9b069e-390c-41f3-af3f-6bd4b0fb9710" providerId="ADAL" clId="{5F6DACBC-C6C5-402D-9AD4-4F151885458C}" dt="2025-02-16T03:03:18.569" v="205" actId="1038"/>
          <ac:spMkLst>
            <pc:docMk/>
            <pc:sldMk cId="845347520" sldId="2147347742"/>
            <ac:spMk id="618" creationId="{0F6F23BA-049E-6798-9C13-D6B14CDED5A6}"/>
          </ac:spMkLst>
        </pc:spChg>
        <pc:spChg chg="mod">
          <ac:chgData name="Mitra, Sayan" userId="5f9b069e-390c-41f3-af3f-6bd4b0fb9710" providerId="ADAL" clId="{5F6DACBC-C6C5-402D-9AD4-4F151885458C}" dt="2025-02-16T03:03:18.569" v="205" actId="1038"/>
          <ac:spMkLst>
            <pc:docMk/>
            <pc:sldMk cId="845347520" sldId="2147347742"/>
            <ac:spMk id="619" creationId="{60E673CF-A8A4-EE77-8459-64FFD8BCA54E}"/>
          </ac:spMkLst>
        </pc:spChg>
        <pc:spChg chg="mod">
          <ac:chgData name="Mitra, Sayan" userId="5f9b069e-390c-41f3-af3f-6bd4b0fb9710" providerId="ADAL" clId="{5F6DACBC-C6C5-402D-9AD4-4F151885458C}" dt="2025-02-16T03:03:18.569" v="205" actId="1038"/>
          <ac:spMkLst>
            <pc:docMk/>
            <pc:sldMk cId="845347520" sldId="2147347742"/>
            <ac:spMk id="620" creationId="{8500A9DB-8424-06A8-DBD3-E48A0BA922B4}"/>
          </ac:spMkLst>
        </pc:spChg>
        <pc:spChg chg="mod">
          <ac:chgData name="Mitra, Sayan" userId="5f9b069e-390c-41f3-af3f-6bd4b0fb9710" providerId="ADAL" clId="{5F6DACBC-C6C5-402D-9AD4-4F151885458C}" dt="2025-02-16T03:03:18.569" v="205" actId="1038"/>
          <ac:spMkLst>
            <pc:docMk/>
            <pc:sldMk cId="845347520" sldId="2147347742"/>
            <ac:spMk id="621" creationId="{72CCDA08-562A-C531-DA25-4DBF6AC6BAA2}"/>
          </ac:spMkLst>
        </pc:spChg>
        <pc:spChg chg="mod">
          <ac:chgData name="Mitra, Sayan" userId="5f9b069e-390c-41f3-af3f-6bd4b0fb9710" providerId="ADAL" clId="{5F6DACBC-C6C5-402D-9AD4-4F151885458C}" dt="2025-02-16T03:03:18.569" v="205" actId="1038"/>
          <ac:spMkLst>
            <pc:docMk/>
            <pc:sldMk cId="845347520" sldId="2147347742"/>
            <ac:spMk id="622" creationId="{3EBA6CF5-3A60-A9B4-71E2-B50B5DE07636}"/>
          </ac:spMkLst>
        </pc:spChg>
        <pc:spChg chg="mod">
          <ac:chgData name="Mitra, Sayan" userId="5f9b069e-390c-41f3-af3f-6bd4b0fb9710" providerId="ADAL" clId="{5F6DACBC-C6C5-402D-9AD4-4F151885458C}" dt="2025-02-16T02:41:03.689" v="41" actId="1038"/>
          <ac:spMkLst>
            <pc:docMk/>
            <pc:sldMk cId="845347520" sldId="2147347742"/>
            <ac:spMk id="628" creationId="{568E435E-F8E3-170F-8DDB-5860335DE6FA}"/>
          </ac:spMkLst>
        </pc:spChg>
        <pc:spChg chg="mod">
          <ac:chgData name="Mitra, Sayan" userId="5f9b069e-390c-41f3-af3f-6bd4b0fb9710" providerId="ADAL" clId="{5F6DACBC-C6C5-402D-9AD4-4F151885458C}" dt="2025-02-16T02:41:03.689" v="41" actId="1038"/>
          <ac:spMkLst>
            <pc:docMk/>
            <pc:sldMk cId="845347520" sldId="2147347742"/>
            <ac:spMk id="629" creationId="{063D3235-0B4D-AEC0-287E-EF555032457B}"/>
          </ac:spMkLst>
        </pc:spChg>
        <pc:spChg chg="mod">
          <ac:chgData name="Mitra, Sayan" userId="5f9b069e-390c-41f3-af3f-6bd4b0fb9710" providerId="ADAL" clId="{5F6DACBC-C6C5-402D-9AD4-4F151885458C}" dt="2025-02-16T02:41:03.689" v="41" actId="1038"/>
          <ac:spMkLst>
            <pc:docMk/>
            <pc:sldMk cId="845347520" sldId="2147347742"/>
            <ac:spMk id="630" creationId="{6CC8592A-12E7-4939-2871-FE183446843F}"/>
          </ac:spMkLst>
        </pc:spChg>
        <pc:spChg chg="mod">
          <ac:chgData name="Mitra, Sayan" userId="5f9b069e-390c-41f3-af3f-6bd4b0fb9710" providerId="ADAL" clId="{5F6DACBC-C6C5-402D-9AD4-4F151885458C}" dt="2025-02-16T02:41:03.689" v="41" actId="1038"/>
          <ac:spMkLst>
            <pc:docMk/>
            <pc:sldMk cId="845347520" sldId="2147347742"/>
            <ac:spMk id="631" creationId="{319E9915-2F20-E19A-C52C-5D665938311E}"/>
          </ac:spMkLst>
        </pc:spChg>
        <pc:spChg chg="mod">
          <ac:chgData name="Mitra, Sayan" userId="5f9b069e-390c-41f3-af3f-6bd4b0fb9710" providerId="ADAL" clId="{5F6DACBC-C6C5-402D-9AD4-4F151885458C}" dt="2025-02-16T02:41:03.689" v="41" actId="1038"/>
          <ac:spMkLst>
            <pc:docMk/>
            <pc:sldMk cId="845347520" sldId="2147347742"/>
            <ac:spMk id="632" creationId="{BAA591B2-CD38-8605-951E-FE55B856C5FF}"/>
          </ac:spMkLst>
        </pc:spChg>
        <pc:spChg chg="mod">
          <ac:chgData name="Mitra, Sayan" userId="5f9b069e-390c-41f3-af3f-6bd4b0fb9710" providerId="ADAL" clId="{5F6DACBC-C6C5-402D-9AD4-4F151885458C}" dt="2025-02-16T02:41:03.689" v="41" actId="1038"/>
          <ac:spMkLst>
            <pc:docMk/>
            <pc:sldMk cId="845347520" sldId="2147347742"/>
            <ac:spMk id="633" creationId="{54798111-2F68-BFC1-2A61-C325203F933C}"/>
          </ac:spMkLst>
        </pc:spChg>
        <pc:spChg chg="mod">
          <ac:chgData name="Mitra, Sayan" userId="5f9b069e-390c-41f3-af3f-6bd4b0fb9710" providerId="ADAL" clId="{5F6DACBC-C6C5-402D-9AD4-4F151885458C}" dt="2025-02-16T02:41:03.689" v="41" actId="1038"/>
          <ac:spMkLst>
            <pc:docMk/>
            <pc:sldMk cId="845347520" sldId="2147347742"/>
            <ac:spMk id="634" creationId="{36E3D713-F0D8-F7A0-18BC-56B091F32851}"/>
          </ac:spMkLst>
        </pc:spChg>
        <pc:spChg chg="mod">
          <ac:chgData name="Mitra, Sayan" userId="5f9b069e-390c-41f3-af3f-6bd4b0fb9710" providerId="ADAL" clId="{5F6DACBC-C6C5-402D-9AD4-4F151885458C}" dt="2025-02-16T02:41:03.689" v="41" actId="1038"/>
          <ac:spMkLst>
            <pc:docMk/>
            <pc:sldMk cId="845347520" sldId="2147347742"/>
            <ac:spMk id="635" creationId="{211A7E6A-DAAD-36E4-08F9-4A2F8E7A6874}"/>
          </ac:spMkLst>
        </pc:spChg>
        <pc:spChg chg="mod">
          <ac:chgData name="Mitra, Sayan" userId="5f9b069e-390c-41f3-af3f-6bd4b0fb9710" providerId="ADAL" clId="{5F6DACBC-C6C5-402D-9AD4-4F151885458C}" dt="2025-02-16T02:41:03.689" v="41" actId="1038"/>
          <ac:spMkLst>
            <pc:docMk/>
            <pc:sldMk cId="845347520" sldId="2147347742"/>
            <ac:spMk id="636" creationId="{5B7F5F1E-5530-11A2-F870-D82E876E689E}"/>
          </ac:spMkLst>
        </pc:spChg>
        <pc:spChg chg="mod">
          <ac:chgData name="Mitra, Sayan" userId="5f9b069e-390c-41f3-af3f-6bd4b0fb9710" providerId="ADAL" clId="{5F6DACBC-C6C5-402D-9AD4-4F151885458C}" dt="2025-02-16T02:41:03.689" v="41" actId="1038"/>
          <ac:spMkLst>
            <pc:docMk/>
            <pc:sldMk cId="845347520" sldId="2147347742"/>
            <ac:spMk id="639" creationId="{DCC813EE-4866-4DA1-710E-5CE0CF4FBD4D}"/>
          </ac:spMkLst>
        </pc:spChg>
        <pc:spChg chg="mod">
          <ac:chgData name="Mitra, Sayan" userId="5f9b069e-390c-41f3-af3f-6bd4b0fb9710" providerId="ADAL" clId="{5F6DACBC-C6C5-402D-9AD4-4F151885458C}" dt="2025-02-16T02:41:03.689" v="41" actId="1038"/>
          <ac:spMkLst>
            <pc:docMk/>
            <pc:sldMk cId="845347520" sldId="2147347742"/>
            <ac:spMk id="640" creationId="{4293683F-73C9-E6A0-4D0E-B8E34971774A}"/>
          </ac:spMkLst>
        </pc:spChg>
        <pc:spChg chg="mod">
          <ac:chgData name="Mitra, Sayan" userId="5f9b069e-390c-41f3-af3f-6bd4b0fb9710" providerId="ADAL" clId="{5F6DACBC-C6C5-402D-9AD4-4F151885458C}" dt="2025-02-16T02:41:03.689" v="41" actId="1038"/>
          <ac:spMkLst>
            <pc:docMk/>
            <pc:sldMk cId="845347520" sldId="2147347742"/>
            <ac:spMk id="641" creationId="{8D618CBF-7382-733C-2DA3-8F2754A862EE}"/>
          </ac:spMkLst>
        </pc:spChg>
        <pc:spChg chg="mod">
          <ac:chgData name="Mitra, Sayan" userId="5f9b069e-390c-41f3-af3f-6bd4b0fb9710" providerId="ADAL" clId="{5F6DACBC-C6C5-402D-9AD4-4F151885458C}" dt="2025-02-16T02:41:03.689" v="41" actId="1038"/>
          <ac:spMkLst>
            <pc:docMk/>
            <pc:sldMk cId="845347520" sldId="2147347742"/>
            <ac:spMk id="642" creationId="{424D9743-D874-0ECF-E096-DBB4AF389C96}"/>
          </ac:spMkLst>
        </pc:spChg>
        <pc:spChg chg="mod">
          <ac:chgData name="Mitra, Sayan" userId="5f9b069e-390c-41f3-af3f-6bd4b0fb9710" providerId="ADAL" clId="{5F6DACBC-C6C5-402D-9AD4-4F151885458C}" dt="2025-02-16T02:41:03.689" v="41" actId="1038"/>
          <ac:spMkLst>
            <pc:docMk/>
            <pc:sldMk cId="845347520" sldId="2147347742"/>
            <ac:spMk id="643" creationId="{66A6A483-37B0-2F8A-F40E-D0BEF3FDEF25}"/>
          </ac:spMkLst>
        </pc:spChg>
        <pc:spChg chg="mod">
          <ac:chgData name="Mitra, Sayan" userId="5f9b069e-390c-41f3-af3f-6bd4b0fb9710" providerId="ADAL" clId="{5F6DACBC-C6C5-402D-9AD4-4F151885458C}" dt="2025-02-16T02:41:03.689" v="41" actId="1038"/>
          <ac:spMkLst>
            <pc:docMk/>
            <pc:sldMk cId="845347520" sldId="2147347742"/>
            <ac:spMk id="644" creationId="{8EEB7043-8F8E-1ACA-5E9D-E75C3D14AEBA}"/>
          </ac:spMkLst>
        </pc:spChg>
        <pc:spChg chg="mod">
          <ac:chgData name="Mitra, Sayan" userId="5f9b069e-390c-41f3-af3f-6bd4b0fb9710" providerId="ADAL" clId="{5F6DACBC-C6C5-402D-9AD4-4F151885458C}" dt="2025-02-16T02:41:03.689" v="41" actId="1038"/>
          <ac:spMkLst>
            <pc:docMk/>
            <pc:sldMk cId="845347520" sldId="2147347742"/>
            <ac:spMk id="645" creationId="{689DC12B-5396-2F60-887C-F32EF0997867}"/>
          </ac:spMkLst>
        </pc:spChg>
        <pc:spChg chg="mod">
          <ac:chgData name="Mitra, Sayan" userId="5f9b069e-390c-41f3-af3f-6bd4b0fb9710" providerId="ADAL" clId="{5F6DACBC-C6C5-402D-9AD4-4F151885458C}" dt="2025-02-16T02:41:03.689" v="41" actId="1038"/>
          <ac:spMkLst>
            <pc:docMk/>
            <pc:sldMk cId="845347520" sldId="2147347742"/>
            <ac:spMk id="646" creationId="{3B4FB073-2FF3-9DC6-7F94-162511EF30BF}"/>
          </ac:spMkLst>
        </pc:spChg>
        <pc:spChg chg="mod">
          <ac:chgData name="Mitra, Sayan" userId="5f9b069e-390c-41f3-af3f-6bd4b0fb9710" providerId="ADAL" clId="{5F6DACBC-C6C5-402D-9AD4-4F151885458C}" dt="2025-02-16T02:41:03.689" v="41" actId="1038"/>
          <ac:spMkLst>
            <pc:docMk/>
            <pc:sldMk cId="845347520" sldId="2147347742"/>
            <ac:spMk id="647" creationId="{B703F7A1-E4EE-16D3-91BE-68921DEEDB9F}"/>
          </ac:spMkLst>
        </pc:spChg>
        <pc:spChg chg="mod">
          <ac:chgData name="Mitra, Sayan" userId="5f9b069e-390c-41f3-af3f-6bd4b0fb9710" providerId="ADAL" clId="{5F6DACBC-C6C5-402D-9AD4-4F151885458C}" dt="2025-02-16T02:41:03.689" v="41" actId="1038"/>
          <ac:spMkLst>
            <pc:docMk/>
            <pc:sldMk cId="845347520" sldId="2147347742"/>
            <ac:spMk id="648" creationId="{217A0F9C-3886-4187-2CD1-30CCD9A531EC}"/>
          </ac:spMkLst>
        </pc:spChg>
        <pc:spChg chg="mod">
          <ac:chgData name="Mitra, Sayan" userId="5f9b069e-390c-41f3-af3f-6bd4b0fb9710" providerId="ADAL" clId="{5F6DACBC-C6C5-402D-9AD4-4F151885458C}" dt="2025-02-16T02:41:03.689" v="41" actId="1038"/>
          <ac:spMkLst>
            <pc:docMk/>
            <pc:sldMk cId="845347520" sldId="2147347742"/>
            <ac:spMk id="649" creationId="{B5BB89E2-40E3-0621-6150-2D41102DB075}"/>
          </ac:spMkLst>
        </pc:spChg>
        <pc:spChg chg="mod">
          <ac:chgData name="Mitra, Sayan" userId="5f9b069e-390c-41f3-af3f-6bd4b0fb9710" providerId="ADAL" clId="{5F6DACBC-C6C5-402D-9AD4-4F151885458C}" dt="2025-02-16T02:41:03.689" v="41" actId="1038"/>
          <ac:spMkLst>
            <pc:docMk/>
            <pc:sldMk cId="845347520" sldId="2147347742"/>
            <ac:spMk id="650" creationId="{BEE51D84-5CA2-40C3-ACE9-1F2878C07780}"/>
          </ac:spMkLst>
        </pc:spChg>
        <pc:spChg chg="add del mod">
          <ac:chgData name="Mitra, Sayan" userId="5f9b069e-390c-41f3-af3f-6bd4b0fb9710" providerId="ADAL" clId="{5F6DACBC-C6C5-402D-9AD4-4F151885458C}" dt="2025-02-16T03:25:39.833" v="600" actId="478"/>
          <ac:spMkLst>
            <pc:docMk/>
            <pc:sldMk cId="845347520" sldId="2147347742"/>
            <ac:spMk id="651" creationId="{2B1E92FB-E11B-79DF-29BC-DA09897B8085}"/>
          </ac:spMkLst>
        </pc:spChg>
        <pc:spChg chg="add del mod">
          <ac:chgData name="Mitra, Sayan" userId="5f9b069e-390c-41f3-af3f-6bd4b0fb9710" providerId="ADAL" clId="{5F6DACBC-C6C5-402D-9AD4-4F151885458C}" dt="2025-02-16T02:52:14.982" v="70" actId="478"/>
          <ac:spMkLst>
            <pc:docMk/>
            <pc:sldMk cId="845347520" sldId="2147347742"/>
            <ac:spMk id="652" creationId="{D215B33C-95AA-FF1E-2B23-D9EF8700C9D6}"/>
          </ac:spMkLst>
        </pc:spChg>
        <pc:spChg chg="mod">
          <ac:chgData name="Mitra, Sayan" userId="5f9b069e-390c-41f3-af3f-6bd4b0fb9710" providerId="ADAL" clId="{5F6DACBC-C6C5-402D-9AD4-4F151885458C}" dt="2025-02-16T02:41:03.689" v="41" actId="1038"/>
          <ac:spMkLst>
            <pc:docMk/>
            <pc:sldMk cId="845347520" sldId="2147347742"/>
            <ac:spMk id="654" creationId="{52D768F0-CB54-A229-B266-2C1A98F1FFD1}"/>
          </ac:spMkLst>
        </pc:spChg>
        <pc:spChg chg="mod">
          <ac:chgData name="Mitra, Sayan" userId="5f9b069e-390c-41f3-af3f-6bd4b0fb9710" providerId="ADAL" clId="{5F6DACBC-C6C5-402D-9AD4-4F151885458C}" dt="2025-02-16T02:41:03.689" v="41" actId="1038"/>
          <ac:spMkLst>
            <pc:docMk/>
            <pc:sldMk cId="845347520" sldId="2147347742"/>
            <ac:spMk id="655" creationId="{C540F844-5DCC-BFDC-86AD-4578518EF1BC}"/>
          </ac:spMkLst>
        </pc:spChg>
        <pc:spChg chg="mod">
          <ac:chgData name="Mitra, Sayan" userId="5f9b069e-390c-41f3-af3f-6bd4b0fb9710" providerId="ADAL" clId="{5F6DACBC-C6C5-402D-9AD4-4F151885458C}" dt="2025-02-16T02:41:03.689" v="41" actId="1038"/>
          <ac:spMkLst>
            <pc:docMk/>
            <pc:sldMk cId="845347520" sldId="2147347742"/>
            <ac:spMk id="656" creationId="{0B477BED-DB06-586C-2AC2-7754222AF20C}"/>
          </ac:spMkLst>
        </pc:spChg>
        <pc:spChg chg="mod">
          <ac:chgData name="Mitra, Sayan" userId="5f9b069e-390c-41f3-af3f-6bd4b0fb9710" providerId="ADAL" clId="{5F6DACBC-C6C5-402D-9AD4-4F151885458C}" dt="2025-02-16T02:41:03.689" v="41" actId="1038"/>
          <ac:spMkLst>
            <pc:docMk/>
            <pc:sldMk cId="845347520" sldId="2147347742"/>
            <ac:spMk id="657" creationId="{7ECE2AB2-EA8E-A52D-D21D-08A27DE42892}"/>
          </ac:spMkLst>
        </pc:spChg>
        <pc:spChg chg="mod">
          <ac:chgData name="Mitra, Sayan" userId="5f9b069e-390c-41f3-af3f-6bd4b0fb9710" providerId="ADAL" clId="{5F6DACBC-C6C5-402D-9AD4-4F151885458C}" dt="2025-02-16T02:41:03.689" v="41" actId="1038"/>
          <ac:spMkLst>
            <pc:docMk/>
            <pc:sldMk cId="845347520" sldId="2147347742"/>
            <ac:spMk id="659" creationId="{86821445-08BF-C367-9385-1CD8A5C10460}"/>
          </ac:spMkLst>
        </pc:spChg>
        <pc:spChg chg="mod">
          <ac:chgData name="Mitra, Sayan" userId="5f9b069e-390c-41f3-af3f-6bd4b0fb9710" providerId="ADAL" clId="{5F6DACBC-C6C5-402D-9AD4-4F151885458C}" dt="2025-02-16T02:41:03.689" v="41" actId="1038"/>
          <ac:spMkLst>
            <pc:docMk/>
            <pc:sldMk cId="845347520" sldId="2147347742"/>
            <ac:spMk id="660" creationId="{882B352F-6D55-DC2E-3B05-D46EA1C417ED}"/>
          </ac:spMkLst>
        </pc:spChg>
        <pc:spChg chg="mod">
          <ac:chgData name="Mitra, Sayan" userId="5f9b069e-390c-41f3-af3f-6bd4b0fb9710" providerId="ADAL" clId="{5F6DACBC-C6C5-402D-9AD4-4F151885458C}" dt="2025-02-16T02:41:03.689" v="41" actId="1038"/>
          <ac:spMkLst>
            <pc:docMk/>
            <pc:sldMk cId="845347520" sldId="2147347742"/>
            <ac:spMk id="661" creationId="{5C486C69-A67C-6B14-EBFC-3D8F1376E90B}"/>
          </ac:spMkLst>
        </pc:spChg>
        <pc:spChg chg="mod">
          <ac:chgData name="Mitra, Sayan" userId="5f9b069e-390c-41f3-af3f-6bd4b0fb9710" providerId="ADAL" clId="{5F6DACBC-C6C5-402D-9AD4-4F151885458C}" dt="2025-02-16T02:41:03.689" v="41" actId="1038"/>
          <ac:spMkLst>
            <pc:docMk/>
            <pc:sldMk cId="845347520" sldId="2147347742"/>
            <ac:spMk id="662" creationId="{C83677D0-F25C-CE32-A8EC-E4A8A7A04F7B}"/>
          </ac:spMkLst>
        </pc:spChg>
        <pc:spChg chg="mod">
          <ac:chgData name="Mitra, Sayan" userId="5f9b069e-390c-41f3-af3f-6bd4b0fb9710" providerId="ADAL" clId="{5F6DACBC-C6C5-402D-9AD4-4F151885458C}" dt="2025-02-16T02:41:03.689" v="41" actId="1038"/>
          <ac:spMkLst>
            <pc:docMk/>
            <pc:sldMk cId="845347520" sldId="2147347742"/>
            <ac:spMk id="663" creationId="{238A9E8B-0E20-B065-68AB-1ABF89097823}"/>
          </ac:spMkLst>
        </pc:spChg>
        <pc:spChg chg="mod">
          <ac:chgData name="Mitra, Sayan" userId="5f9b069e-390c-41f3-af3f-6bd4b0fb9710" providerId="ADAL" clId="{5F6DACBC-C6C5-402D-9AD4-4F151885458C}" dt="2025-02-16T02:41:03.689" v="41" actId="1038"/>
          <ac:spMkLst>
            <pc:docMk/>
            <pc:sldMk cId="845347520" sldId="2147347742"/>
            <ac:spMk id="664" creationId="{11998C74-3BF4-16DC-6CD0-7BE8650E1962}"/>
          </ac:spMkLst>
        </pc:spChg>
        <pc:spChg chg="mod">
          <ac:chgData name="Mitra, Sayan" userId="5f9b069e-390c-41f3-af3f-6bd4b0fb9710" providerId="ADAL" clId="{5F6DACBC-C6C5-402D-9AD4-4F151885458C}" dt="2025-02-16T02:41:03.689" v="41" actId="1038"/>
          <ac:spMkLst>
            <pc:docMk/>
            <pc:sldMk cId="845347520" sldId="2147347742"/>
            <ac:spMk id="666" creationId="{25BA5E0C-1D3F-94F0-CFDD-BBB0E3A31BBD}"/>
          </ac:spMkLst>
        </pc:spChg>
        <pc:spChg chg="mod">
          <ac:chgData name="Mitra, Sayan" userId="5f9b069e-390c-41f3-af3f-6bd4b0fb9710" providerId="ADAL" clId="{5F6DACBC-C6C5-402D-9AD4-4F151885458C}" dt="2025-02-16T02:41:03.689" v="41" actId="1038"/>
          <ac:spMkLst>
            <pc:docMk/>
            <pc:sldMk cId="845347520" sldId="2147347742"/>
            <ac:spMk id="667" creationId="{BF350014-30C2-F235-ACF8-A1FE3F3F19C5}"/>
          </ac:spMkLst>
        </pc:spChg>
        <pc:spChg chg="mod">
          <ac:chgData name="Mitra, Sayan" userId="5f9b069e-390c-41f3-af3f-6bd4b0fb9710" providerId="ADAL" clId="{5F6DACBC-C6C5-402D-9AD4-4F151885458C}" dt="2025-02-16T02:41:03.689" v="41" actId="1038"/>
          <ac:spMkLst>
            <pc:docMk/>
            <pc:sldMk cId="845347520" sldId="2147347742"/>
            <ac:spMk id="668" creationId="{1A3F186B-D339-54F1-9201-596F49A6411D}"/>
          </ac:spMkLst>
        </pc:spChg>
        <pc:spChg chg="mod">
          <ac:chgData name="Mitra, Sayan" userId="5f9b069e-390c-41f3-af3f-6bd4b0fb9710" providerId="ADAL" clId="{5F6DACBC-C6C5-402D-9AD4-4F151885458C}" dt="2025-02-16T02:41:03.689" v="41" actId="1038"/>
          <ac:spMkLst>
            <pc:docMk/>
            <pc:sldMk cId="845347520" sldId="2147347742"/>
            <ac:spMk id="670" creationId="{9BC191B0-B186-C843-F113-96A1B3779251}"/>
          </ac:spMkLst>
        </pc:spChg>
        <pc:spChg chg="mod">
          <ac:chgData name="Mitra, Sayan" userId="5f9b069e-390c-41f3-af3f-6bd4b0fb9710" providerId="ADAL" clId="{5F6DACBC-C6C5-402D-9AD4-4F151885458C}" dt="2025-02-16T02:41:03.689" v="41" actId="1038"/>
          <ac:spMkLst>
            <pc:docMk/>
            <pc:sldMk cId="845347520" sldId="2147347742"/>
            <ac:spMk id="671" creationId="{A5C9BB4B-A32B-947F-45CC-F073F78C4F9E}"/>
          </ac:spMkLst>
        </pc:spChg>
        <pc:spChg chg="mod">
          <ac:chgData name="Mitra, Sayan" userId="5f9b069e-390c-41f3-af3f-6bd4b0fb9710" providerId="ADAL" clId="{5F6DACBC-C6C5-402D-9AD4-4F151885458C}" dt="2025-02-16T02:41:03.689" v="41" actId="1038"/>
          <ac:spMkLst>
            <pc:docMk/>
            <pc:sldMk cId="845347520" sldId="2147347742"/>
            <ac:spMk id="672" creationId="{123F8571-2EC6-C136-3A55-8186BFEE5079}"/>
          </ac:spMkLst>
        </pc:spChg>
        <pc:spChg chg="mod">
          <ac:chgData name="Mitra, Sayan" userId="5f9b069e-390c-41f3-af3f-6bd4b0fb9710" providerId="ADAL" clId="{5F6DACBC-C6C5-402D-9AD4-4F151885458C}" dt="2025-02-16T02:41:03.689" v="41" actId="1038"/>
          <ac:spMkLst>
            <pc:docMk/>
            <pc:sldMk cId="845347520" sldId="2147347742"/>
            <ac:spMk id="673" creationId="{D2B65FC0-1068-7EF0-77A7-2600D3CA3AF7}"/>
          </ac:spMkLst>
        </pc:spChg>
        <pc:spChg chg="mod">
          <ac:chgData name="Mitra, Sayan" userId="5f9b069e-390c-41f3-af3f-6bd4b0fb9710" providerId="ADAL" clId="{5F6DACBC-C6C5-402D-9AD4-4F151885458C}" dt="2025-02-16T02:41:03.689" v="41" actId="1038"/>
          <ac:spMkLst>
            <pc:docMk/>
            <pc:sldMk cId="845347520" sldId="2147347742"/>
            <ac:spMk id="674" creationId="{76FEC293-5DD6-3F1A-FDEE-FD222FBF67D5}"/>
          </ac:spMkLst>
        </pc:spChg>
        <pc:spChg chg="mod">
          <ac:chgData name="Mitra, Sayan" userId="5f9b069e-390c-41f3-af3f-6bd4b0fb9710" providerId="ADAL" clId="{5F6DACBC-C6C5-402D-9AD4-4F151885458C}" dt="2025-02-16T02:41:03.689" v="41" actId="1038"/>
          <ac:spMkLst>
            <pc:docMk/>
            <pc:sldMk cId="845347520" sldId="2147347742"/>
            <ac:spMk id="675" creationId="{EFD0F580-5E5C-41F0-D838-FD5451B3172A}"/>
          </ac:spMkLst>
        </pc:spChg>
        <pc:spChg chg="mod">
          <ac:chgData name="Mitra, Sayan" userId="5f9b069e-390c-41f3-af3f-6bd4b0fb9710" providerId="ADAL" clId="{5F6DACBC-C6C5-402D-9AD4-4F151885458C}" dt="2025-02-16T02:41:03.689" v="41" actId="1038"/>
          <ac:spMkLst>
            <pc:docMk/>
            <pc:sldMk cId="845347520" sldId="2147347742"/>
            <ac:spMk id="676" creationId="{7FA68BD3-516E-91E4-A095-C617B86EA301}"/>
          </ac:spMkLst>
        </pc:spChg>
        <pc:spChg chg="mod">
          <ac:chgData name="Mitra, Sayan" userId="5f9b069e-390c-41f3-af3f-6bd4b0fb9710" providerId="ADAL" clId="{5F6DACBC-C6C5-402D-9AD4-4F151885458C}" dt="2025-02-16T02:41:03.689" v="41" actId="1038"/>
          <ac:spMkLst>
            <pc:docMk/>
            <pc:sldMk cId="845347520" sldId="2147347742"/>
            <ac:spMk id="677" creationId="{69D65E74-B8B5-F191-C474-C318B2BC1FD2}"/>
          </ac:spMkLst>
        </pc:spChg>
        <pc:spChg chg="mod">
          <ac:chgData name="Mitra, Sayan" userId="5f9b069e-390c-41f3-af3f-6bd4b0fb9710" providerId="ADAL" clId="{5F6DACBC-C6C5-402D-9AD4-4F151885458C}" dt="2025-02-16T02:41:03.689" v="41" actId="1038"/>
          <ac:spMkLst>
            <pc:docMk/>
            <pc:sldMk cId="845347520" sldId="2147347742"/>
            <ac:spMk id="678" creationId="{4E83238D-D57E-6237-DDBD-91995AFB731C}"/>
          </ac:spMkLst>
        </pc:spChg>
        <pc:spChg chg="mod">
          <ac:chgData name="Mitra, Sayan" userId="5f9b069e-390c-41f3-af3f-6bd4b0fb9710" providerId="ADAL" clId="{5F6DACBC-C6C5-402D-9AD4-4F151885458C}" dt="2025-02-16T02:41:03.689" v="41" actId="1038"/>
          <ac:spMkLst>
            <pc:docMk/>
            <pc:sldMk cId="845347520" sldId="2147347742"/>
            <ac:spMk id="679" creationId="{871BAE55-183B-A869-B01D-90F89B53FBA5}"/>
          </ac:spMkLst>
        </pc:spChg>
        <pc:spChg chg="mod">
          <ac:chgData name="Mitra, Sayan" userId="5f9b069e-390c-41f3-af3f-6bd4b0fb9710" providerId="ADAL" clId="{5F6DACBC-C6C5-402D-9AD4-4F151885458C}" dt="2025-02-16T02:41:03.689" v="41" actId="1038"/>
          <ac:spMkLst>
            <pc:docMk/>
            <pc:sldMk cId="845347520" sldId="2147347742"/>
            <ac:spMk id="680" creationId="{889D8D67-AC7B-68EC-471B-D0D06C5FB872}"/>
          </ac:spMkLst>
        </pc:spChg>
        <pc:spChg chg="mod">
          <ac:chgData name="Mitra, Sayan" userId="5f9b069e-390c-41f3-af3f-6bd4b0fb9710" providerId="ADAL" clId="{5F6DACBC-C6C5-402D-9AD4-4F151885458C}" dt="2025-02-16T02:41:03.689" v="41" actId="1038"/>
          <ac:spMkLst>
            <pc:docMk/>
            <pc:sldMk cId="845347520" sldId="2147347742"/>
            <ac:spMk id="681" creationId="{01FEC1EB-81AB-40BA-6DDB-81B14CE033C0}"/>
          </ac:spMkLst>
        </pc:spChg>
        <pc:spChg chg="mod">
          <ac:chgData name="Mitra, Sayan" userId="5f9b069e-390c-41f3-af3f-6bd4b0fb9710" providerId="ADAL" clId="{5F6DACBC-C6C5-402D-9AD4-4F151885458C}" dt="2025-02-16T02:41:03.689" v="41" actId="1038"/>
          <ac:spMkLst>
            <pc:docMk/>
            <pc:sldMk cId="845347520" sldId="2147347742"/>
            <ac:spMk id="682" creationId="{09B23065-2CEC-F3FA-C357-B288C6094A6D}"/>
          </ac:spMkLst>
        </pc:spChg>
        <pc:spChg chg="mod">
          <ac:chgData name="Mitra, Sayan" userId="5f9b069e-390c-41f3-af3f-6bd4b0fb9710" providerId="ADAL" clId="{5F6DACBC-C6C5-402D-9AD4-4F151885458C}" dt="2025-02-16T02:41:03.689" v="41" actId="1038"/>
          <ac:spMkLst>
            <pc:docMk/>
            <pc:sldMk cId="845347520" sldId="2147347742"/>
            <ac:spMk id="683" creationId="{1AFFD89A-D4C6-3409-7BB2-D610025C1470}"/>
          </ac:spMkLst>
        </pc:spChg>
        <pc:spChg chg="mod">
          <ac:chgData name="Mitra, Sayan" userId="5f9b069e-390c-41f3-af3f-6bd4b0fb9710" providerId="ADAL" clId="{5F6DACBC-C6C5-402D-9AD4-4F151885458C}" dt="2025-02-16T02:41:03.689" v="41" actId="1038"/>
          <ac:spMkLst>
            <pc:docMk/>
            <pc:sldMk cId="845347520" sldId="2147347742"/>
            <ac:spMk id="684" creationId="{BF3AD3DB-5F92-1621-B674-0BA044C9C16A}"/>
          </ac:spMkLst>
        </pc:spChg>
        <pc:spChg chg="mod">
          <ac:chgData name="Mitra, Sayan" userId="5f9b069e-390c-41f3-af3f-6bd4b0fb9710" providerId="ADAL" clId="{5F6DACBC-C6C5-402D-9AD4-4F151885458C}" dt="2025-02-16T02:41:03.689" v="41" actId="1038"/>
          <ac:spMkLst>
            <pc:docMk/>
            <pc:sldMk cId="845347520" sldId="2147347742"/>
            <ac:spMk id="685" creationId="{4D8DE931-A7D4-2627-945E-4F37E6577465}"/>
          </ac:spMkLst>
        </pc:spChg>
        <pc:spChg chg="mod">
          <ac:chgData name="Mitra, Sayan" userId="5f9b069e-390c-41f3-af3f-6bd4b0fb9710" providerId="ADAL" clId="{5F6DACBC-C6C5-402D-9AD4-4F151885458C}" dt="2025-02-16T02:41:03.689" v="41" actId="1038"/>
          <ac:spMkLst>
            <pc:docMk/>
            <pc:sldMk cId="845347520" sldId="2147347742"/>
            <ac:spMk id="686" creationId="{2E35ABA2-A0FE-4C2D-2F84-4B1CE6EBD029}"/>
          </ac:spMkLst>
        </pc:spChg>
        <pc:spChg chg="mod">
          <ac:chgData name="Mitra, Sayan" userId="5f9b069e-390c-41f3-af3f-6bd4b0fb9710" providerId="ADAL" clId="{5F6DACBC-C6C5-402D-9AD4-4F151885458C}" dt="2025-02-16T02:41:03.689" v="41" actId="1038"/>
          <ac:spMkLst>
            <pc:docMk/>
            <pc:sldMk cId="845347520" sldId="2147347742"/>
            <ac:spMk id="687" creationId="{80463E92-CDCA-7617-6C0C-0D30C5421CAA}"/>
          </ac:spMkLst>
        </pc:spChg>
        <pc:spChg chg="mod">
          <ac:chgData name="Mitra, Sayan" userId="5f9b069e-390c-41f3-af3f-6bd4b0fb9710" providerId="ADAL" clId="{5F6DACBC-C6C5-402D-9AD4-4F151885458C}" dt="2025-02-16T02:41:03.689" v="41" actId="1038"/>
          <ac:spMkLst>
            <pc:docMk/>
            <pc:sldMk cId="845347520" sldId="2147347742"/>
            <ac:spMk id="688" creationId="{8DE69E3C-4D87-C517-838B-9EF8D249997F}"/>
          </ac:spMkLst>
        </pc:spChg>
        <pc:spChg chg="mod">
          <ac:chgData name="Mitra, Sayan" userId="5f9b069e-390c-41f3-af3f-6bd4b0fb9710" providerId="ADAL" clId="{5F6DACBC-C6C5-402D-9AD4-4F151885458C}" dt="2025-02-16T02:41:03.689" v="41" actId="1038"/>
          <ac:spMkLst>
            <pc:docMk/>
            <pc:sldMk cId="845347520" sldId="2147347742"/>
            <ac:spMk id="689" creationId="{E9C66FE5-68E6-E4BF-772A-6153ABEE01E4}"/>
          </ac:spMkLst>
        </pc:spChg>
        <pc:spChg chg="mod">
          <ac:chgData name="Mitra, Sayan" userId="5f9b069e-390c-41f3-af3f-6bd4b0fb9710" providerId="ADAL" clId="{5F6DACBC-C6C5-402D-9AD4-4F151885458C}" dt="2025-02-16T02:41:03.689" v="41" actId="1038"/>
          <ac:spMkLst>
            <pc:docMk/>
            <pc:sldMk cId="845347520" sldId="2147347742"/>
            <ac:spMk id="691" creationId="{CAE8FE51-1E21-E0FE-1472-70450E3182C2}"/>
          </ac:spMkLst>
        </pc:spChg>
        <pc:spChg chg="mod">
          <ac:chgData name="Mitra, Sayan" userId="5f9b069e-390c-41f3-af3f-6bd4b0fb9710" providerId="ADAL" clId="{5F6DACBC-C6C5-402D-9AD4-4F151885458C}" dt="2025-02-16T02:41:03.689" v="41" actId="1038"/>
          <ac:spMkLst>
            <pc:docMk/>
            <pc:sldMk cId="845347520" sldId="2147347742"/>
            <ac:spMk id="695" creationId="{33216876-6B34-BDBD-8704-ED4A0C58EC63}"/>
          </ac:spMkLst>
        </pc:spChg>
        <pc:spChg chg="mod">
          <ac:chgData name="Mitra, Sayan" userId="5f9b069e-390c-41f3-af3f-6bd4b0fb9710" providerId="ADAL" clId="{5F6DACBC-C6C5-402D-9AD4-4F151885458C}" dt="2025-02-16T02:41:03.689" v="41" actId="1038"/>
          <ac:spMkLst>
            <pc:docMk/>
            <pc:sldMk cId="845347520" sldId="2147347742"/>
            <ac:spMk id="696" creationId="{E37B1BA3-3E15-5E98-8619-DF9B2658037C}"/>
          </ac:spMkLst>
        </pc:spChg>
        <pc:spChg chg="mod">
          <ac:chgData name="Mitra, Sayan" userId="5f9b069e-390c-41f3-af3f-6bd4b0fb9710" providerId="ADAL" clId="{5F6DACBC-C6C5-402D-9AD4-4F151885458C}" dt="2025-02-16T02:41:03.689" v="41" actId="1038"/>
          <ac:spMkLst>
            <pc:docMk/>
            <pc:sldMk cId="845347520" sldId="2147347742"/>
            <ac:spMk id="697" creationId="{FA914A20-46D6-C9F3-8FE9-1B1913212146}"/>
          </ac:spMkLst>
        </pc:spChg>
        <pc:spChg chg="mod">
          <ac:chgData name="Mitra, Sayan" userId="5f9b069e-390c-41f3-af3f-6bd4b0fb9710" providerId="ADAL" clId="{5F6DACBC-C6C5-402D-9AD4-4F151885458C}" dt="2025-02-16T02:41:03.689" v="41" actId="1038"/>
          <ac:spMkLst>
            <pc:docMk/>
            <pc:sldMk cId="845347520" sldId="2147347742"/>
            <ac:spMk id="698" creationId="{FF828788-153D-ECAF-0C01-82092FB5DE44}"/>
          </ac:spMkLst>
        </pc:spChg>
        <pc:spChg chg="mod">
          <ac:chgData name="Mitra, Sayan" userId="5f9b069e-390c-41f3-af3f-6bd4b0fb9710" providerId="ADAL" clId="{5F6DACBC-C6C5-402D-9AD4-4F151885458C}" dt="2025-02-16T02:41:03.689" v="41" actId="1038"/>
          <ac:spMkLst>
            <pc:docMk/>
            <pc:sldMk cId="845347520" sldId="2147347742"/>
            <ac:spMk id="699" creationId="{EBCA2ABD-6F4C-7C82-B5C9-8E242349896A}"/>
          </ac:spMkLst>
        </pc:spChg>
        <pc:spChg chg="mod">
          <ac:chgData name="Mitra, Sayan" userId="5f9b069e-390c-41f3-af3f-6bd4b0fb9710" providerId="ADAL" clId="{5F6DACBC-C6C5-402D-9AD4-4F151885458C}" dt="2025-02-16T02:41:03.689" v="41" actId="1038"/>
          <ac:spMkLst>
            <pc:docMk/>
            <pc:sldMk cId="845347520" sldId="2147347742"/>
            <ac:spMk id="700" creationId="{F86DB6EA-93FC-30D3-D069-1B63F9E50CD7}"/>
          </ac:spMkLst>
        </pc:spChg>
        <pc:spChg chg="mod">
          <ac:chgData name="Mitra, Sayan" userId="5f9b069e-390c-41f3-af3f-6bd4b0fb9710" providerId="ADAL" clId="{5F6DACBC-C6C5-402D-9AD4-4F151885458C}" dt="2025-02-16T02:41:03.689" v="41" actId="1038"/>
          <ac:spMkLst>
            <pc:docMk/>
            <pc:sldMk cId="845347520" sldId="2147347742"/>
            <ac:spMk id="701" creationId="{6BD98F66-8C26-E3EC-FE10-657B1D790051}"/>
          </ac:spMkLst>
        </pc:spChg>
        <pc:spChg chg="mod">
          <ac:chgData name="Mitra, Sayan" userId="5f9b069e-390c-41f3-af3f-6bd4b0fb9710" providerId="ADAL" clId="{5F6DACBC-C6C5-402D-9AD4-4F151885458C}" dt="2025-02-16T02:41:03.689" v="41" actId="1038"/>
          <ac:spMkLst>
            <pc:docMk/>
            <pc:sldMk cId="845347520" sldId="2147347742"/>
            <ac:spMk id="702" creationId="{F41DC193-3DA9-46EB-D769-E01785773557}"/>
          </ac:spMkLst>
        </pc:spChg>
        <pc:spChg chg="mod">
          <ac:chgData name="Mitra, Sayan" userId="5f9b069e-390c-41f3-af3f-6bd4b0fb9710" providerId="ADAL" clId="{5F6DACBC-C6C5-402D-9AD4-4F151885458C}" dt="2025-02-16T02:41:03.689" v="41" actId="1038"/>
          <ac:spMkLst>
            <pc:docMk/>
            <pc:sldMk cId="845347520" sldId="2147347742"/>
            <ac:spMk id="703" creationId="{5460D35C-E75A-A108-BC49-4C9C10DD97FC}"/>
          </ac:spMkLst>
        </pc:spChg>
        <pc:spChg chg="mod">
          <ac:chgData name="Mitra, Sayan" userId="5f9b069e-390c-41f3-af3f-6bd4b0fb9710" providerId="ADAL" clId="{5F6DACBC-C6C5-402D-9AD4-4F151885458C}" dt="2025-02-16T02:41:03.689" v="41" actId="1038"/>
          <ac:spMkLst>
            <pc:docMk/>
            <pc:sldMk cId="845347520" sldId="2147347742"/>
            <ac:spMk id="704" creationId="{537533AD-D8B3-ECA4-D845-922A80380C1D}"/>
          </ac:spMkLst>
        </pc:spChg>
        <pc:spChg chg="mod">
          <ac:chgData name="Mitra, Sayan" userId="5f9b069e-390c-41f3-af3f-6bd4b0fb9710" providerId="ADAL" clId="{5F6DACBC-C6C5-402D-9AD4-4F151885458C}" dt="2025-02-16T02:41:03.689" v="41" actId="1038"/>
          <ac:spMkLst>
            <pc:docMk/>
            <pc:sldMk cId="845347520" sldId="2147347742"/>
            <ac:spMk id="705" creationId="{365946CB-F3D4-33EE-8C3F-ACC0DB498937}"/>
          </ac:spMkLst>
        </pc:spChg>
        <pc:spChg chg="mod">
          <ac:chgData name="Mitra, Sayan" userId="5f9b069e-390c-41f3-af3f-6bd4b0fb9710" providerId="ADAL" clId="{5F6DACBC-C6C5-402D-9AD4-4F151885458C}" dt="2025-02-16T02:41:03.689" v="41" actId="1038"/>
          <ac:spMkLst>
            <pc:docMk/>
            <pc:sldMk cId="845347520" sldId="2147347742"/>
            <ac:spMk id="706" creationId="{039DB7CC-FB57-887F-C9C7-10C85C7DC5DB}"/>
          </ac:spMkLst>
        </pc:spChg>
        <pc:spChg chg="mod">
          <ac:chgData name="Mitra, Sayan" userId="5f9b069e-390c-41f3-af3f-6bd4b0fb9710" providerId="ADAL" clId="{5F6DACBC-C6C5-402D-9AD4-4F151885458C}" dt="2025-02-16T02:41:03.689" v="41" actId="1038"/>
          <ac:spMkLst>
            <pc:docMk/>
            <pc:sldMk cId="845347520" sldId="2147347742"/>
            <ac:spMk id="707" creationId="{1C6BCD2E-91FF-6CD8-6563-A61F1A45C483}"/>
          </ac:spMkLst>
        </pc:spChg>
        <pc:spChg chg="mod">
          <ac:chgData name="Mitra, Sayan" userId="5f9b069e-390c-41f3-af3f-6bd4b0fb9710" providerId="ADAL" clId="{5F6DACBC-C6C5-402D-9AD4-4F151885458C}" dt="2025-02-16T02:41:03.689" v="41" actId="1038"/>
          <ac:spMkLst>
            <pc:docMk/>
            <pc:sldMk cId="845347520" sldId="2147347742"/>
            <ac:spMk id="708" creationId="{4CDCF570-D115-6EFD-CC37-AED2A973BF9D}"/>
          </ac:spMkLst>
        </pc:spChg>
        <pc:spChg chg="mod">
          <ac:chgData name="Mitra, Sayan" userId="5f9b069e-390c-41f3-af3f-6bd4b0fb9710" providerId="ADAL" clId="{5F6DACBC-C6C5-402D-9AD4-4F151885458C}" dt="2025-02-16T02:41:03.689" v="41" actId="1038"/>
          <ac:spMkLst>
            <pc:docMk/>
            <pc:sldMk cId="845347520" sldId="2147347742"/>
            <ac:spMk id="709" creationId="{5C057E56-B31F-D159-F3EF-A0D2773F9734}"/>
          </ac:spMkLst>
        </pc:spChg>
        <pc:spChg chg="mod">
          <ac:chgData name="Mitra, Sayan" userId="5f9b069e-390c-41f3-af3f-6bd4b0fb9710" providerId="ADAL" clId="{5F6DACBC-C6C5-402D-9AD4-4F151885458C}" dt="2025-02-16T02:41:03.689" v="41" actId="1038"/>
          <ac:spMkLst>
            <pc:docMk/>
            <pc:sldMk cId="845347520" sldId="2147347742"/>
            <ac:spMk id="710" creationId="{AD98A896-47B9-0C0E-3B1D-A0D848EF8AC1}"/>
          </ac:spMkLst>
        </pc:spChg>
        <pc:spChg chg="mod">
          <ac:chgData name="Mitra, Sayan" userId="5f9b069e-390c-41f3-af3f-6bd4b0fb9710" providerId="ADAL" clId="{5F6DACBC-C6C5-402D-9AD4-4F151885458C}" dt="2025-02-16T02:41:03.689" v="41" actId="1038"/>
          <ac:spMkLst>
            <pc:docMk/>
            <pc:sldMk cId="845347520" sldId="2147347742"/>
            <ac:spMk id="711" creationId="{F42B2C1F-4662-FC04-8BDF-46E22F5D5762}"/>
          </ac:spMkLst>
        </pc:spChg>
        <pc:spChg chg="mod">
          <ac:chgData name="Mitra, Sayan" userId="5f9b069e-390c-41f3-af3f-6bd4b0fb9710" providerId="ADAL" clId="{5F6DACBC-C6C5-402D-9AD4-4F151885458C}" dt="2025-02-16T02:41:03.689" v="41" actId="1038"/>
          <ac:spMkLst>
            <pc:docMk/>
            <pc:sldMk cId="845347520" sldId="2147347742"/>
            <ac:spMk id="712" creationId="{377FA788-6D65-D0EB-8F07-4461F4C10EFC}"/>
          </ac:spMkLst>
        </pc:spChg>
        <pc:spChg chg="mod">
          <ac:chgData name="Mitra, Sayan" userId="5f9b069e-390c-41f3-af3f-6bd4b0fb9710" providerId="ADAL" clId="{5F6DACBC-C6C5-402D-9AD4-4F151885458C}" dt="2025-02-16T02:41:03.689" v="41" actId="1038"/>
          <ac:spMkLst>
            <pc:docMk/>
            <pc:sldMk cId="845347520" sldId="2147347742"/>
            <ac:spMk id="713" creationId="{7E6E659F-DC5D-B19D-3B7E-AD95B33E3633}"/>
          </ac:spMkLst>
        </pc:spChg>
        <pc:spChg chg="mod">
          <ac:chgData name="Mitra, Sayan" userId="5f9b069e-390c-41f3-af3f-6bd4b0fb9710" providerId="ADAL" clId="{5F6DACBC-C6C5-402D-9AD4-4F151885458C}" dt="2025-02-16T02:41:03.689" v="41" actId="1038"/>
          <ac:spMkLst>
            <pc:docMk/>
            <pc:sldMk cId="845347520" sldId="2147347742"/>
            <ac:spMk id="714" creationId="{DE22313D-A571-E715-CE97-4573515FD2F8}"/>
          </ac:spMkLst>
        </pc:spChg>
        <pc:spChg chg="mod">
          <ac:chgData name="Mitra, Sayan" userId="5f9b069e-390c-41f3-af3f-6bd4b0fb9710" providerId="ADAL" clId="{5F6DACBC-C6C5-402D-9AD4-4F151885458C}" dt="2025-02-16T02:41:03.689" v="41" actId="1038"/>
          <ac:spMkLst>
            <pc:docMk/>
            <pc:sldMk cId="845347520" sldId="2147347742"/>
            <ac:spMk id="715" creationId="{C68165D7-B58C-1AB0-7797-E49A261BB66B}"/>
          </ac:spMkLst>
        </pc:spChg>
        <pc:spChg chg="mod">
          <ac:chgData name="Mitra, Sayan" userId="5f9b069e-390c-41f3-af3f-6bd4b0fb9710" providerId="ADAL" clId="{5F6DACBC-C6C5-402D-9AD4-4F151885458C}" dt="2025-02-16T02:41:03.689" v="41" actId="1038"/>
          <ac:spMkLst>
            <pc:docMk/>
            <pc:sldMk cId="845347520" sldId="2147347742"/>
            <ac:spMk id="716" creationId="{C6A03F35-9567-64A4-7583-6C024EE98AF1}"/>
          </ac:spMkLst>
        </pc:spChg>
        <pc:spChg chg="mod">
          <ac:chgData name="Mitra, Sayan" userId="5f9b069e-390c-41f3-af3f-6bd4b0fb9710" providerId="ADAL" clId="{5F6DACBC-C6C5-402D-9AD4-4F151885458C}" dt="2025-02-16T02:41:03.689" v="41" actId="1038"/>
          <ac:spMkLst>
            <pc:docMk/>
            <pc:sldMk cId="845347520" sldId="2147347742"/>
            <ac:spMk id="717" creationId="{6B02C1C3-F8E1-543C-98A8-BBE7F9842ED8}"/>
          </ac:spMkLst>
        </pc:spChg>
        <pc:spChg chg="mod">
          <ac:chgData name="Mitra, Sayan" userId="5f9b069e-390c-41f3-af3f-6bd4b0fb9710" providerId="ADAL" clId="{5F6DACBC-C6C5-402D-9AD4-4F151885458C}" dt="2025-02-16T02:41:03.689" v="41" actId="1038"/>
          <ac:spMkLst>
            <pc:docMk/>
            <pc:sldMk cId="845347520" sldId="2147347742"/>
            <ac:spMk id="718" creationId="{6FC80B2E-4B10-CDEF-9A4C-C2C82DC2B7AE}"/>
          </ac:spMkLst>
        </pc:spChg>
        <pc:spChg chg="mod">
          <ac:chgData name="Mitra, Sayan" userId="5f9b069e-390c-41f3-af3f-6bd4b0fb9710" providerId="ADAL" clId="{5F6DACBC-C6C5-402D-9AD4-4F151885458C}" dt="2025-02-16T02:41:03.689" v="41" actId="1038"/>
          <ac:spMkLst>
            <pc:docMk/>
            <pc:sldMk cId="845347520" sldId="2147347742"/>
            <ac:spMk id="719" creationId="{452352D5-E5A3-0998-3A0B-AE410CFC3723}"/>
          </ac:spMkLst>
        </pc:spChg>
        <pc:spChg chg="mod">
          <ac:chgData name="Mitra, Sayan" userId="5f9b069e-390c-41f3-af3f-6bd4b0fb9710" providerId="ADAL" clId="{5F6DACBC-C6C5-402D-9AD4-4F151885458C}" dt="2025-02-16T02:41:03.689" v="41" actId="1038"/>
          <ac:spMkLst>
            <pc:docMk/>
            <pc:sldMk cId="845347520" sldId="2147347742"/>
            <ac:spMk id="720" creationId="{85C1C02E-0A34-1517-FA89-9ABE385C2113}"/>
          </ac:spMkLst>
        </pc:spChg>
        <pc:spChg chg="mod">
          <ac:chgData name="Mitra, Sayan" userId="5f9b069e-390c-41f3-af3f-6bd4b0fb9710" providerId="ADAL" clId="{5F6DACBC-C6C5-402D-9AD4-4F151885458C}" dt="2025-02-16T02:41:03.689" v="41" actId="1038"/>
          <ac:spMkLst>
            <pc:docMk/>
            <pc:sldMk cId="845347520" sldId="2147347742"/>
            <ac:spMk id="721" creationId="{1EE794DF-5841-A4E2-D6A1-DDC04B700248}"/>
          </ac:spMkLst>
        </pc:spChg>
        <pc:spChg chg="mod">
          <ac:chgData name="Mitra, Sayan" userId="5f9b069e-390c-41f3-af3f-6bd4b0fb9710" providerId="ADAL" clId="{5F6DACBC-C6C5-402D-9AD4-4F151885458C}" dt="2025-02-16T02:41:03.689" v="41" actId="1038"/>
          <ac:spMkLst>
            <pc:docMk/>
            <pc:sldMk cId="845347520" sldId="2147347742"/>
            <ac:spMk id="722" creationId="{F32CB8F4-3400-138B-029B-C04CB60B0D44}"/>
          </ac:spMkLst>
        </pc:spChg>
        <pc:spChg chg="mod">
          <ac:chgData name="Mitra, Sayan" userId="5f9b069e-390c-41f3-af3f-6bd4b0fb9710" providerId="ADAL" clId="{5F6DACBC-C6C5-402D-9AD4-4F151885458C}" dt="2025-02-16T02:41:03.689" v="41" actId="1038"/>
          <ac:spMkLst>
            <pc:docMk/>
            <pc:sldMk cId="845347520" sldId="2147347742"/>
            <ac:spMk id="723" creationId="{2E8095E7-3310-96ED-58AF-1525F9FEB844}"/>
          </ac:spMkLst>
        </pc:spChg>
        <pc:spChg chg="mod">
          <ac:chgData name="Mitra, Sayan" userId="5f9b069e-390c-41f3-af3f-6bd4b0fb9710" providerId="ADAL" clId="{5F6DACBC-C6C5-402D-9AD4-4F151885458C}" dt="2025-02-16T02:41:03.689" v="41" actId="1038"/>
          <ac:spMkLst>
            <pc:docMk/>
            <pc:sldMk cId="845347520" sldId="2147347742"/>
            <ac:spMk id="724" creationId="{3A7C1EAD-3275-835F-6D02-C42088B30E56}"/>
          </ac:spMkLst>
        </pc:spChg>
        <pc:spChg chg="mod">
          <ac:chgData name="Mitra, Sayan" userId="5f9b069e-390c-41f3-af3f-6bd4b0fb9710" providerId="ADAL" clId="{5F6DACBC-C6C5-402D-9AD4-4F151885458C}" dt="2025-02-16T02:41:03.689" v="41" actId="1038"/>
          <ac:spMkLst>
            <pc:docMk/>
            <pc:sldMk cId="845347520" sldId="2147347742"/>
            <ac:spMk id="725" creationId="{801393E7-1A78-64DC-489F-2DBB2919CBE9}"/>
          </ac:spMkLst>
        </pc:spChg>
        <pc:spChg chg="mod">
          <ac:chgData name="Mitra, Sayan" userId="5f9b069e-390c-41f3-af3f-6bd4b0fb9710" providerId="ADAL" clId="{5F6DACBC-C6C5-402D-9AD4-4F151885458C}" dt="2025-02-16T02:41:03.689" v="41" actId="1038"/>
          <ac:spMkLst>
            <pc:docMk/>
            <pc:sldMk cId="845347520" sldId="2147347742"/>
            <ac:spMk id="726" creationId="{42F4D968-66FB-E4B8-9510-A00CC9D9E9B7}"/>
          </ac:spMkLst>
        </pc:spChg>
        <pc:spChg chg="mod">
          <ac:chgData name="Mitra, Sayan" userId="5f9b069e-390c-41f3-af3f-6bd4b0fb9710" providerId="ADAL" clId="{5F6DACBC-C6C5-402D-9AD4-4F151885458C}" dt="2025-02-16T02:41:03.689" v="41" actId="1038"/>
          <ac:spMkLst>
            <pc:docMk/>
            <pc:sldMk cId="845347520" sldId="2147347742"/>
            <ac:spMk id="727" creationId="{7004075B-0A65-371D-AC33-1C77437C2535}"/>
          </ac:spMkLst>
        </pc:spChg>
        <pc:spChg chg="mod">
          <ac:chgData name="Mitra, Sayan" userId="5f9b069e-390c-41f3-af3f-6bd4b0fb9710" providerId="ADAL" clId="{5F6DACBC-C6C5-402D-9AD4-4F151885458C}" dt="2025-02-16T02:41:03.689" v="41" actId="1038"/>
          <ac:spMkLst>
            <pc:docMk/>
            <pc:sldMk cId="845347520" sldId="2147347742"/>
            <ac:spMk id="728" creationId="{ACE50873-6D9F-B117-8CBA-7B826D56264A}"/>
          </ac:spMkLst>
        </pc:spChg>
        <pc:spChg chg="mod">
          <ac:chgData name="Mitra, Sayan" userId="5f9b069e-390c-41f3-af3f-6bd4b0fb9710" providerId="ADAL" clId="{5F6DACBC-C6C5-402D-9AD4-4F151885458C}" dt="2025-02-16T02:41:03.689" v="41" actId="1038"/>
          <ac:spMkLst>
            <pc:docMk/>
            <pc:sldMk cId="845347520" sldId="2147347742"/>
            <ac:spMk id="729" creationId="{807D3BA1-312A-4D18-1166-A86582334320}"/>
          </ac:spMkLst>
        </pc:spChg>
        <pc:spChg chg="mod">
          <ac:chgData name="Mitra, Sayan" userId="5f9b069e-390c-41f3-af3f-6bd4b0fb9710" providerId="ADAL" clId="{5F6DACBC-C6C5-402D-9AD4-4F151885458C}" dt="2025-02-16T02:41:03.689" v="41" actId="1038"/>
          <ac:spMkLst>
            <pc:docMk/>
            <pc:sldMk cId="845347520" sldId="2147347742"/>
            <ac:spMk id="730" creationId="{F83FE4FF-6C1A-2DC0-26E6-E02006ABF1BF}"/>
          </ac:spMkLst>
        </pc:spChg>
        <pc:spChg chg="mod">
          <ac:chgData name="Mitra, Sayan" userId="5f9b069e-390c-41f3-af3f-6bd4b0fb9710" providerId="ADAL" clId="{5F6DACBC-C6C5-402D-9AD4-4F151885458C}" dt="2025-02-16T02:41:03.689" v="41" actId="1038"/>
          <ac:spMkLst>
            <pc:docMk/>
            <pc:sldMk cId="845347520" sldId="2147347742"/>
            <ac:spMk id="731" creationId="{C5DF7303-70E0-D101-8770-0996F95DA74C}"/>
          </ac:spMkLst>
        </pc:spChg>
        <pc:spChg chg="mod">
          <ac:chgData name="Mitra, Sayan" userId="5f9b069e-390c-41f3-af3f-6bd4b0fb9710" providerId="ADAL" clId="{5F6DACBC-C6C5-402D-9AD4-4F151885458C}" dt="2025-02-16T02:41:03.689" v="41" actId="1038"/>
          <ac:spMkLst>
            <pc:docMk/>
            <pc:sldMk cId="845347520" sldId="2147347742"/>
            <ac:spMk id="732" creationId="{9A26F524-6F02-2145-3685-DC09C5CACDFB}"/>
          </ac:spMkLst>
        </pc:spChg>
        <pc:spChg chg="mod">
          <ac:chgData name="Mitra, Sayan" userId="5f9b069e-390c-41f3-af3f-6bd4b0fb9710" providerId="ADAL" clId="{5F6DACBC-C6C5-402D-9AD4-4F151885458C}" dt="2025-02-16T02:41:03.689" v="41" actId="1038"/>
          <ac:spMkLst>
            <pc:docMk/>
            <pc:sldMk cId="845347520" sldId="2147347742"/>
            <ac:spMk id="733" creationId="{86EADE1D-FA10-AEF5-02A9-746BC0703426}"/>
          </ac:spMkLst>
        </pc:spChg>
        <pc:spChg chg="mod">
          <ac:chgData name="Mitra, Sayan" userId="5f9b069e-390c-41f3-af3f-6bd4b0fb9710" providerId="ADAL" clId="{5F6DACBC-C6C5-402D-9AD4-4F151885458C}" dt="2025-02-16T02:41:03.689" v="41" actId="1038"/>
          <ac:spMkLst>
            <pc:docMk/>
            <pc:sldMk cId="845347520" sldId="2147347742"/>
            <ac:spMk id="734" creationId="{EA6B4E75-FE98-2CE3-13C4-722861F1E761}"/>
          </ac:spMkLst>
        </pc:spChg>
        <pc:spChg chg="mod">
          <ac:chgData name="Mitra, Sayan" userId="5f9b069e-390c-41f3-af3f-6bd4b0fb9710" providerId="ADAL" clId="{5F6DACBC-C6C5-402D-9AD4-4F151885458C}" dt="2025-02-16T02:41:03.689" v="41" actId="1038"/>
          <ac:spMkLst>
            <pc:docMk/>
            <pc:sldMk cId="845347520" sldId="2147347742"/>
            <ac:spMk id="735" creationId="{C22F0ED3-C742-8069-4981-C6EE08F85E73}"/>
          </ac:spMkLst>
        </pc:spChg>
        <pc:spChg chg="mod">
          <ac:chgData name="Mitra, Sayan" userId="5f9b069e-390c-41f3-af3f-6bd4b0fb9710" providerId="ADAL" clId="{5F6DACBC-C6C5-402D-9AD4-4F151885458C}" dt="2025-02-16T02:41:03.689" v="41" actId="1038"/>
          <ac:spMkLst>
            <pc:docMk/>
            <pc:sldMk cId="845347520" sldId="2147347742"/>
            <ac:spMk id="736" creationId="{6C00FDCC-9FF1-DEF5-3434-83A37F6F28E1}"/>
          </ac:spMkLst>
        </pc:spChg>
        <pc:spChg chg="mod">
          <ac:chgData name="Mitra, Sayan" userId="5f9b069e-390c-41f3-af3f-6bd4b0fb9710" providerId="ADAL" clId="{5F6DACBC-C6C5-402D-9AD4-4F151885458C}" dt="2025-02-16T02:41:03.689" v="41" actId="1038"/>
          <ac:spMkLst>
            <pc:docMk/>
            <pc:sldMk cId="845347520" sldId="2147347742"/>
            <ac:spMk id="737" creationId="{984870E3-4E78-7253-51A7-57F44001131C}"/>
          </ac:spMkLst>
        </pc:spChg>
        <pc:spChg chg="mod">
          <ac:chgData name="Mitra, Sayan" userId="5f9b069e-390c-41f3-af3f-6bd4b0fb9710" providerId="ADAL" clId="{5F6DACBC-C6C5-402D-9AD4-4F151885458C}" dt="2025-02-16T02:41:03.689" v="41" actId="1038"/>
          <ac:spMkLst>
            <pc:docMk/>
            <pc:sldMk cId="845347520" sldId="2147347742"/>
            <ac:spMk id="738" creationId="{3F7C85A0-8CF8-B012-E030-29A1DA1C8C4A}"/>
          </ac:spMkLst>
        </pc:spChg>
        <pc:spChg chg="mod">
          <ac:chgData name="Mitra, Sayan" userId="5f9b069e-390c-41f3-af3f-6bd4b0fb9710" providerId="ADAL" clId="{5F6DACBC-C6C5-402D-9AD4-4F151885458C}" dt="2025-02-16T02:41:03.689" v="41" actId="1038"/>
          <ac:spMkLst>
            <pc:docMk/>
            <pc:sldMk cId="845347520" sldId="2147347742"/>
            <ac:spMk id="739" creationId="{89617A92-75FE-9715-0624-143C19D94AE2}"/>
          </ac:spMkLst>
        </pc:spChg>
        <pc:spChg chg="mod">
          <ac:chgData name="Mitra, Sayan" userId="5f9b069e-390c-41f3-af3f-6bd4b0fb9710" providerId="ADAL" clId="{5F6DACBC-C6C5-402D-9AD4-4F151885458C}" dt="2025-02-16T02:41:03.689" v="41" actId="1038"/>
          <ac:spMkLst>
            <pc:docMk/>
            <pc:sldMk cId="845347520" sldId="2147347742"/>
            <ac:spMk id="740" creationId="{3142E04D-EC93-D34D-03A3-B43F57E3F8E2}"/>
          </ac:spMkLst>
        </pc:spChg>
        <pc:spChg chg="mod">
          <ac:chgData name="Mitra, Sayan" userId="5f9b069e-390c-41f3-af3f-6bd4b0fb9710" providerId="ADAL" clId="{5F6DACBC-C6C5-402D-9AD4-4F151885458C}" dt="2025-02-16T02:41:03.689" v="41" actId="1038"/>
          <ac:spMkLst>
            <pc:docMk/>
            <pc:sldMk cId="845347520" sldId="2147347742"/>
            <ac:spMk id="741" creationId="{2578A294-61C4-0E4C-1F76-557310B0B015}"/>
          </ac:spMkLst>
        </pc:spChg>
        <pc:spChg chg="mod">
          <ac:chgData name="Mitra, Sayan" userId="5f9b069e-390c-41f3-af3f-6bd4b0fb9710" providerId="ADAL" clId="{5F6DACBC-C6C5-402D-9AD4-4F151885458C}" dt="2025-02-16T02:41:03.689" v="41" actId="1038"/>
          <ac:spMkLst>
            <pc:docMk/>
            <pc:sldMk cId="845347520" sldId="2147347742"/>
            <ac:spMk id="742" creationId="{3E87317B-1E96-10B9-9705-D0CD25A6C431}"/>
          </ac:spMkLst>
        </pc:spChg>
        <pc:spChg chg="mod">
          <ac:chgData name="Mitra, Sayan" userId="5f9b069e-390c-41f3-af3f-6bd4b0fb9710" providerId="ADAL" clId="{5F6DACBC-C6C5-402D-9AD4-4F151885458C}" dt="2025-02-16T02:41:03.689" v="41" actId="1038"/>
          <ac:spMkLst>
            <pc:docMk/>
            <pc:sldMk cId="845347520" sldId="2147347742"/>
            <ac:spMk id="743" creationId="{FD5942BD-A8F3-D825-163F-0A1659B41CDE}"/>
          </ac:spMkLst>
        </pc:spChg>
        <pc:spChg chg="mod">
          <ac:chgData name="Mitra, Sayan" userId="5f9b069e-390c-41f3-af3f-6bd4b0fb9710" providerId="ADAL" clId="{5F6DACBC-C6C5-402D-9AD4-4F151885458C}" dt="2025-02-16T02:41:03.689" v="41" actId="1038"/>
          <ac:spMkLst>
            <pc:docMk/>
            <pc:sldMk cId="845347520" sldId="2147347742"/>
            <ac:spMk id="744" creationId="{234C4791-A699-8286-C5C0-D3B9EF6CD6E7}"/>
          </ac:spMkLst>
        </pc:spChg>
        <pc:spChg chg="mod">
          <ac:chgData name="Mitra, Sayan" userId="5f9b069e-390c-41f3-af3f-6bd4b0fb9710" providerId="ADAL" clId="{5F6DACBC-C6C5-402D-9AD4-4F151885458C}" dt="2025-02-16T02:41:03.689" v="41" actId="1038"/>
          <ac:spMkLst>
            <pc:docMk/>
            <pc:sldMk cId="845347520" sldId="2147347742"/>
            <ac:spMk id="745" creationId="{E7588823-8350-7A48-720E-F7809863434A}"/>
          </ac:spMkLst>
        </pc:spChg>
        <pc:spChg chg="mod">
          <ac:chgData name="Mitra, Sayan" userId="5f9b069e-390c-41f3-af3f-6bd4b0fb9710" providerId="ADAL" clId="{5F6DACBC-C6C5-402D-9AD4-4F151885458C}" dt="2025-02-16T02:41:03.689" v="41" actId="1038"/>
          <ac:spMkLst>
            <pc:docMk/>
            <pc:sldMk cId="845347520" sldId="2147347742"/>
            <ac:spMk id="746" creationId="{64C4A28A-026E-5191-5303-DEFE92BC9750}"/>
          </ac:spMkLst>
        </pc:spChg>
        <pc:spChg chg="mod">
          <ac:chgData name="Mitra, Sayan" userId="5f9b069e-390c-41f3-af3f-6bd4b0fb9710" providerId="ADAL" clId="{5F6DACBC-C6C5-402D-9AD4-4F151885458C}" dt="2025-02-16T02:41:03.689" v="41" actId="1038"/>
          <ac:spMkLst>
            <pc:docMk/>
            <pc:sldMk cId="845347520" sldId="2147347742"/>
            <ac:spMk id="747" creationId="{D2E860C4-6FAD-1732-552A-C35B0199CB67}"/>
          </ac:spMkLst>
        </pc:spChg>
        <pc:spChg chg="mod">
          <ac:chgData name="Mitra, Sayan" userId="5f9b069e-390c-41f3-af3f-6bd4b0fb9710" providerId="ADAL" clId="{5F6DACBC-C6C5-402D-9AD4-4F151885458C}" dt="2025-02-16T02:41:03.689" v="41" actId="1038"/>
          <ac:spMkLst>
            <pc:docMk/>
            <pc:sldMk cId="845347520" sldId="2147347742"/>
            <ac:spMk id="748" creationId="{3FBC5273-87CF-D506-844C-10E327D08BFD}"/>
          </ac:spMkLst>
        </pc:spChg>
        <pc:spChg chg="mod">
          <ac:chgData name="Mitra, Sayan" userId="5f9b069e-390c-41f3-af3f-6bd4b0fb9710" providerId="ADAL" clId="{5F6DACBC-C6C5-402D-9AD4-4F151885458C}" dt="2025-02-16T02:41:03.689" v="41" actId="1038"/>
          <ac:spMkLst>
            <pc:docMk/>
            <pc:sldMk cId="845347520" sldId="2147347742"/>
            <ac:spMk id="749" creationId="{A3631C70-6151-B5E8-3492-CDB3B41B80F9}"/>
          </ac:spMkLst>
        </pc:spChg>
        <pc:spChg chg="mod">
          <ac:chgData name="Mitra, Sayan" userId="5f9b069e-390c-41f3-af3f-6bd4b0fb9710" providerId="ADAL" clId="{5F6DACBC-C6C5-402D-9AD4-4F151885458C}" dt="2025-02-16T02:41:03.689" v="41" actId="1038"/>
          <ac:spMkLst>
            <pc:docMk/>
            <pc:sldMk cId="845347520" sldId="2147347742"/>
            <ac:spMk id="750" creationId="{C2BA76E1-80D3-F7E0-D7E5-3303B13A6D28}"/>
          </ac:spMkLst>
        </pc:spChg>
        <pc:spChg chg="mod">
          <ac:chgData name="Mitra, Sayan" userId="5f9b069e-390c-41f3-af3f-6bd4b0fb9710" providerId="ADAL" clId="{5F6DACBC-C6C5-402D-9AD4-4F151885458C}" dt="2025-02-16T02:41:03.689" v="41" actId="1038"/>
          <ac:spMkLst>
            <pc:docMk/>
            <pc:sldMk cId="845347520" sldId="2147347742"/>
            <ac:spMk id="751" creationId="{D4991D59-028D-8507-6A16-9BC9439182D8}"/>
          </ac:spMkLst>
        </pc:spChg>
        <pc:spChg chg="mod">
          <ac:chgData name="Mitra, Sayan" userId="5f9b069e-390c-41f3-af3f-6bd4b0fb9710" providerId="ADAL" clId="{5F6DACBC-C6C5-402D-9AD4-4F151885458C}" dt="2025-02-16T02:41:03.689" v="41" actId="1038"/>
          <ac:spMkLst>
            <pc:docMk/>
            <pc:sldMk cId="845347520" sldId="2147347742"/>
            <ac:spMk id="752" creationId="{7DCA5621-048C-74DA-C2A4-94E47E69418D}"/>
          </ac:spMkLst>
        </pc:spChg>
        <pc:spChg chg="mod">
          <ac:chgData name="Mitra, Sayan" userId="5f9b069e-390c-41f3-af3f-6bd4b0fb9710" providerId="ADAL" clId="{5F6DACBC-C6C5-402D-9AD4-4F151885458C}" dt="2025-02-16T02:41:03.689" v="41" actId="1038"/>
          <ac:spMkLst>
            <pc:docMk/>
            <pc:sldMk cId="845347520" sldId="2147347742"/>
            <ac:spMk id="753" creationId="{70875FFF-72AE-7C1C-A49F-D5D6ED917F6E}"/>
          </ac:spMkLst>
        </pc:spChg>
        <pc:spChg chg="mod">
          <ac:chgData name="Mitra, Sayan" userId="5f9b069e-390c-41f3-af3f-6bd4b0fb9710" providerId="ADAL" clId="{5F6DACBC-C6C5-402D-9AD4-4F151885458C}" dt="2025-02-16T02:41:03.689" v="41" actId="1038"/>
          <ac:spMkLst>
            <pc:docMk/>
            <pc:sldMk cId="845347520" sldId="2147347742"/>
            <ac:spMk id="754" creationId="{1977E8A6-160E-C4A9-C3C1-A5A641784C40}"/>
          </ac:spMkLst>
        </pc:spChg>
        <pc:spChg chg="mod">
          <ac:chgData name="Mitra, Sayan" userId="5f9b069e-390c-41f3-af3f-6bd4b0fb9710" providerId="ADAL" clId="{5F6DACBC-C6C5-402D-9AD4-4F151885458C}" dt="2025-02-16T02:41:03.689" v="41" actId="1038"/>
          <ac:spMkLst>
            <pc:docMk/>
            <pc:sldMk cId="845347520" sldId="2147347742"/>
            <ac:spMk id="755" creationId="{C105D1A4-DDB3-599E-5B8F-EA08C41E243B}"/>
          </ac:spMkLst>
        </pc:spChg>
        <pc:spChg chg="mod">
          <ac:chgData name="Mitra, Sayan" userId="5f9b069e-390c-41f3-af3f-6bd4b0fb9710" providerId="ADAL" clId="{5F6DACBC-C6C5-402D-9AD4-4F151885458C}" dt="2025-02-16T02:41:03.689" v="41" actId="1038"/>
          <ac:spMkLst>
            <pc:docMk/>
            <pc:sldMk cId="845347520" sldId="2147347742"/>
            <ac:spMk id="756" creationId="{19C49C9B-38EC-5FDB-B9B9-0F8A70BB4ABE}"/>
          </ac:spMkLst>
        </pc:spChg>
        <pc:spChg chg="mod">
          <ac:chgData name="Mitra, Sayan" userId="5f9b069e-390c-41f3-af3f-6bd4b0fb9710" providerId="ADAL" clId="{5F6DACBC-C6C5-402D-9AD4-4F151885458C}" dt="2025-02-16T02:41:03.689" v="41" actId="1038"/>
          <ac:spMkLst>
            <pc:docMk/>
            <pc:sldMk cId="845347520" sldId="2147347742"/>
            <ac:spMk id="757" creationId="{AD548161-0F93-A240-AFC3-62B63A66A0A1}"/>
          </ac:spMkLst>
        </pc:spChg>
        <pc:spChg chg="mod">
          <ac:chgData name="Mitra, Sayan" userId="5f9b069e-390c-41f3-af3f-6bd4b0fb9710" providerId="ADAL" clId="{5F6DACBC-C6C5-402D-9AD4-4F151885458C}" dt="2025-02-16T02:41:03.689" v="41" actId="1038"/>
          <ac:spMkLst>
            <pc:docMk/>
            <pc:sldMk cId="845347520" sldId="2147347742"/>
            <ac:spMk id="758" creationId="{CF90C049-22FD-F412-8D8C-A77193CB3B9E}"/>
          </ac:spMkLst>
        </pc:spChg>
        <pc:spChg chg="mod">
          <ac:chgData name="Mitra, Sayan" userId="5f9b069e-390c-41f3-af3f-6bd4b0fb9710" providerId="ADAL" clId="{5F6DACBC-C6C5-402D-9AD4-4F151885458C}" dt="2025-02-16T02:41:03.689" v="41" actId="1038"/>
          <ac:spMkLst>
            <pc:docMk/>
            <pc:sldMk cId="845347520" sldId="2147347742"/>
            <ac:spMk id="759" creationId="{62C710A8-DF56-4EC7-C927-47972D9CE9DC}"/>
          </ac:spMkLst>
        </pc:spChg>
        <pc:spChg chg="mod">
          <ac:chgData name="Mitra, Sayan" userId="5f9b069e-390c-41f3-af3f-6bd4b0fb9710" providerId="ADAL" clId="{5F6DACBC-C6C5-402D-9AD4-4F151885458C}" dt="2025-02-16T02:41:03.689" v="41" actId="1038"/>
          <ac:spMkLst>
            <pc:docMk/>
            <pc:sldMk cId="845347520" sldId="2147347742"/>
            <ac:spMk id="760" creationId="{4E7B079C-7BF5-4FCB-A50D-A80642E2A8EB}"/>
          </ac:spMkLst>
        </pc:spChg>
        <pc:spChg chg="mod">
          <ac:chgData name="Mitra, Sayan" userId="5f9b069e-390c-41f3-af3f-6bd4b0fb9710" providerId="ADAL" clId="{5F6DACBC-C6C5-402D-9AD4-4F151885458C}" dt="2025-02-16T02:41:03.689" v="41" actId="1038"/>
          <ac:spMkLst>
            <pc:docMk/>
            <pc:sldMk cId="845347520" sldId="2147347742"/>
            <ac:spMk id="761" creationId="{72850F2C-BDDA-8A1A-7AF0-1D2C0AF8567C}"/>
          </ac:spMkLst>
        </pc:spChg>
        <pc:spChg chg="mod">
          <ac:chgData name="Mitra, Sayan" userId="5f9b069e-390c-41f3-af3f-6bd4b0fb9710" providerId="ADAL" clId="{5F6DACBC-C6C5-402D-9AD4-4F151885458C}" dt="2025-02-16T02:41:03.689" v="41" actId="1038"/>
          <ac:spMkLst>
            <pc:docMk/>
            <pc:sldMk cId="845347520" sldId="2147347742"/>
            <ac:spMk id="762" creationId="{692447DA-2F9A-B41E-0ECE-45917E7923D0}"/>
          </ac:spMkLst>
        </pc:spChg>
        <pc:spChg chg="mod">
          <ac:chgData name="Mitra, Sayan" userId="5f9b069e-390c-41f3-af3f-6bd4b0fb9710" providerId="ADAL" clId="{5F6DACBC-C6C5-402D-9AD4-4F151885458C}" dt="2025-02-16T02:41:03.689" v="41" actId="1038"/>
          <ac:spMkLst>
            <pc:docMk/>
            <pc:sldMk cId="845347520" sldId="2147347742"/>
            <ac:spMk id="763" creationId="{52B493CB-258B-8A4C-0135-A398E98CF811}"/>
          </ac:spMkLst>
        </pc:spChg>
        <pc:spChg chg="mod">
          <ac:chgData name="Mitra, Sayan" userId="5f9b069e-390c-41f3-af3f-6bd4b0fb9710" providerId="ADAL" clId="{5F6DACBC-C6C5-402D-9AD4-4F151885458C}" dt="2025-02-16T02:41:03.689" v="41" actId="1038"/>
          <ac:spMkLst>
            <pc:docMk/>
            <pc:sldMk cId="845347520" sldId="2147347742"/>
            <ac:spMk id="764" creationId="{E1EE66A4-F67A-6F4F-0B09-07617F07F7FB}"/>
          </ac:spMkLst>
        </pc:spChg>
        <pc:spChg chg="mod">
          <ac:chgData name="Mitra, Sayan" userId="5f9b069e-390c-41f3-af3f-6bd4b0fb9710" providerId="ADAL" clId="{5F6DACBC-C6C5-402D-9AD4-4F151885458C}" dt="2025-02-16T02:41:03.689" v="41" actId="1038"/>
          <ac:spMkLst>
            <pc:docMk/>
            <pc:sldMk cId="845347520" sldId="2147347742"/>
            <ac:spMk id="765" creationId="{F0A4DC06-5E34-7ACB-FF9F-BC986FE24EF6}"/>
          </ac:spMkLst>
        </pc:spChg>
        <pc:spChg chg="mod">
          <ac:chgData name="Mitra, Sayan" userId="5f9b069e-390c-41f3-af3f-6bd4b0fb9710" providerId="ADAL" clId="{5F6DACBC-C6C5-402D-9AD4-4F151885458C}" dt="2025-02-16T02:41:03.689" v="41" actId="1038"/>
          <ac:spMkLst>
            <pc:docMk/>
            <pc:sldMk cId="845347520" sldId="2147347742"/>
            <ac:spMk id="766" creationId="{700828D0-43B5-74F6-59F7-3DA628E2E2D9}"/>
          </ac:spMkLst>
        </pc:spChg>
        <pc:spChg chg="mod">
          <ac:chgData name="Mitra, Sayan" userId="5f9b069e-390c-41f3-af3f-6bd4b0fb9710" providerId="ADAL" clId="{5F6DACBC-C6C5-402D-9AD4-4F151885458C}" dt="2025-02-16T02:41:03.689" v="41" actId="1038"/>
          <ac:spMkLst>
            <pc:docMk/>
            <pc:sldMk cId="845347520" sldId="2147347742"/>
            <ac:spMk id="767" creationId="{00A73C1D-37EC-11F9-A372-1E3388A3547C}"/>
          </ac:spMkLst>
        </pc:spChg>
        <pc:spChg chg="mod">
          <ac:chgData name="Mitra, Sayan" userId="5f9b069e-390c-41f3-af3f-6bd4b0fb9710" providerId="ADAL" clId="{5F6DACBC-C6C5-402D-9AD4-4F151885458C}" dt="2025-02-16T02:41:03.689" v="41" actId="1038"/>
          <ac:spMkLst>
            <pc:docMk/>
            <pc:sldMk cId="845347520" sldId="2147347742"/>
            <ac:spMk id="768" creationId="{E84365C6-7A20-E7BD-26B5-3D2D1A1EE118}"/>
          </ac:spMkLst>
        </pc:spChg>
        <pc:spChg chg="mod">
          <ac:chgData name="Mitra, Sayan" userId="5f9b069e-390c-41f3-af3f-6bd4b0fb9710" providerId="ADAL" clId="{5F6DACBC-C6C5-402D-9AD4-4F151885458C}" dt="2025-02-16T02:41:03.689" v="41" actId="1038"/>
          <ac:spMkLst>
            <pc:docMk/>
            <pc:sldMk cId="845347520" sldId="2147347742"/>
            <ac:spMk id="769" creationId="{1FFD4011-36DE-F8F4-A52F-986993FDF5EB}"/>
          </ac:spMkLst>
        </pc:spChg>
        <pc:spChg chg="mod">
          <ac:chgData name="Mitra, Sayan" userId="5f9b069e-390c-41f3-af3f-6bd4b0fb9710" providerId="ADAL" clId="{5F6DACBC-C6C5-402D-9AD4-4F151885458C}" dt="2025-02-16T02:41:03.689" v="41" actId="1038"/>
          <ac:spMkLst>
            <pc:docMk/>
            <pc:sldMk cId="845347520" sldId="2147347742"/>
            <ac:spMk id="770" creationId="{124A2ABC-03B0-9AD0-8C11-BF1E565EDFF0}"/>
          </ac:spMkLst>
        </pc:spChg>
        <pc:spChg chg="mod">
          <ac:chgData name="Mitra, Sayan" userId="5f9b069e-390c-41f3-af3f-6bd4b0fb9710" providerId="ADAL" clId="{5F6DACBC-C6C5-402D-9AD4-4F151885458C}" dt="2025-02-16T02:41:03.689" v="41" actId="1038"/>
          <ac:spMkLst>
            <pc:docMk/>
            <pc:sldMk cId="845347520" sldId="2147347742"/>
            <ac:spMk id="771" creationId="{4663EFC8-6CA7-8937-0DDA-B9DCCAEC500A}"/>
          </ac:spMkLst>
        </pc:spChg>
        <pc:spChg chg="mod">
          <ac:chgData name="Mitra, Sayan" userId="5f9b069e-390c-41f3-af3f-6bd4b0fb9710" providerId="ADAL" clId="{5F6DACBC-C6C5-402D-9AD4-4F151885458C}" dt="2025-02-16T02:41:03.689" v="41" actId="1038"/>
          <ac:spMkLst>
            <pc:docMk/>
            <pc:sldMk cId="845347520" sldId="2147347742"/>
            <ac:spMk id="772" creationId="{9383E216-B01F-E19A-D8C4-822E41E0FCA3}"/>
          </ac:spMkLst>
        </pc:spChg>
        <pc:spChg chg="mod">
          <ac:chgData name="Mitra, Sayan" userId="5f9b069e-390c-41f3-af3f-6bd4b0fb9710" providerId="ADAL" clId="{5F6DACBC-C6C5-402D-9AD4-4F151885458C}" dt="2025-02-16T02:41:03.689" v="41" actId="1038"/>
          <ac:spMkLst>
            <pc:docMk/>
            <pc:sldMk cId="845347520" sldId="2147347742"/>
            <ac:spMk id="773" creationId="{ED9936F0-7368-FD70-FF9D-3EB51190E8EC}"/>
          </ac:spMkLst>
        </pc:spChg>
        <pc:spChg chg="mod">
          <ac:chgData name="Mitra, Sayan" userId="5f9b069e-390c-41f3-af3f-6bd4b0fb9710" providerId="ADAL" clId="{5F6DACBC-C6C5-402D-9AD4-4F151885458C}" dt="2025-02-16T02:41:03.689" v="41" actId="1038"/>
          <ac:spMkLst>
            <pc:docMk/>
            <pc:sldMk cId="845347520" sldId="2147347742"/>
            <ac:spMk id="774" creationId="{C60935D4-7F6E-FCAC-80C4-4BFB14716613}"/>
          </ac:spMkLst>
        </pc:spChg>
        <pc:spChg chg="mod">
          <ac:chgData name="Mitra, Sayan" userId="5f9b069e-390c-41f3-af3f-6bd4b0fb9710" providerId="ADAL" clId="{5F6DACBC-C6C5-402D-9AD4-4F151885458C}" dt="2025-02-16T02:41:03.689" v="41" actId="1038"/>
          <ac:spMkLst>
            <pc:docMk/>
            <pc:sldMk cId="845347520" sldId="2147347742"/>
            <ac:spMk id="775" creationId="{6B9A88B5-9216-0A5A-C010-635260C9A6ED}"/>
          </ac:spMkLst>
        </pc:spChg>
        <pc:spChg chg="mod">
          <ac:chgData name="Mitra, Sayan" userId="5f9b069e-390c-41f3-af3f-6bd4b0fb9710" providerId="ADAL" clId="{5F6DACBC-C6C5-402D-9AD4-4F151885458C}" dt="2025-02-16T02:41:03.689" v="41" actId="1038"/>
          <ac:spMkLst>
            <pc:docMk/>
            <pc:sldMk cId="845347520" sldId="2147347742"/>
            <ac:spMk id="776" creationId="{D7F24361-E78D-A245-E408-FBE4592F0F9D}"/>
          </ac:spMkLst>
        </pc:spChg>
        <pc:spChg chg="mod">
          <ac:chgData name="Mitra, Sayan" userId="5f9b069e-390c-41f3-af3f-6bd4b0fb9710" providerId="ADAL" clId="{5F6DACBC-C6C5-402D-9AD4-4F151885458C}" dt="2025-02-16T02:41:03.689" v="41" actId="1038"/>
          <ac:spMkLst>
            <pc:docMk/>
            <pc:sldMk cId="845347520" sldId="2147347742"/>
            <ac:spMk id="777" creationId="{2B051251-24C3-28FB-2938-185C135A9074}"/>
          </ac:spMkLst>
        </pc:spChg>
        <pc:spChg chg="mod">
          <ac:chgData name="Mitra, Sayan" userId="5f9b069e-390c-41f3-af3f-6bd4b0fb9710" providerId="ADAL" clId="{5F6DACBC-C6C5-402D-9AD4-4F151885458C}" dt="2025-02-16T02:41:03.689" v="41" actId="1038"/>
          <ac:spMkLst>
            <pc:docMk/>
            <pc:sldMk cId="845347520" sldId="2147347742"/>
            <ac:spMk id="778" creationId="{5BB92338-74A5-B8B5-8F17-CEC15A39BCF0}"/>
          </ac:spMkLst>
        </pc:spChg>
        <pc:spChg chg="mod">
          <ac:chgData name="Mitra, Sayan" userId="5f9b069e-390c-41f3-af3f-6bd4b0fb9710" providerId="ADAL" clId="{5F6DACBC-C6C5-402D-9AD4-4F151885458C}" dt="2025-02-16T02:41:03.689" v="41" actId="1038"/>
          <ac:spMkLst>
            <pc:docMk/>
            <pc:sldMk cId="845347520" sldId="2147347742"/>
            <ac:spMk id="779" creationId="{F9C09CD2-4334-6289-5252-3BDAF6F45FFB}"/>
          </ac:spMkLst>
        </pc:spChg>
        <pc:spChg chg="mod">
          <ac:chgData name="Mitra, Sayan" userId="5f9b069e-390c-41f3-af3f-6bd4b0fb9710" providerId="ADAL" clId="{5F6DACBC-C6C5-402D-9AD4-4F151885458C}" dt="2025-02-16T02:41:03.689" v="41" actId="1038"/>
          <ac:spMkLst>
            <pc:docMk/>
            <pc:sldMk cId="845347520" sldId="2147347742"/>
            <ac:spMk id="780" creationId="{CC9489DF-6EE1-5442-E4BB-E287B350710E}"/>
          </ac:spMkLst>
        </pc:spChg>
        <pc:spChg chg="mod">
          <ac:chgData name="Mitra, Sayan" userId="5f9b069e-390c-41f3-af3f-6bd4b0fb9710" providerId="ADAL" clId="{5F6DACBC-C6C5-402D-9AD4-4F151885458C}" dt="2025-02-16T02:41:03.689" v="41" actId="1038"/>
          <ac:spMkLst>
            <pc:docMk/>
            <pc:sldMk cId="845347520" sldId="2147347742"/>
            <ac:spMk id="781" creationId="{0B608E45-A313-8E34-E30A-89937902A06E}"/>
          </ac:spMkLst>
        </pc:spChg>
        <pc:spChg chg="mod">
          <ac:chgData name="Mitra, Sayan" userId="5f9b069e-390c-41f3-af3f-6bd4b0fb9710" providerId="ADAL" clId="{5F6DACBC-C6C5-402D-9AD4-4F151885458C}" dt="2025-02-16T02:41:03.689" v="41" actId="1038"/>
          <ac:spMkLst>
            <pc:docMk/>
            <pc:sldMk cId="845347520" sldId="2147347742"/>
            <ac:spMk id="782" creationId="{85AA2F00-25C4-8C4D-E483-C013AA5FF172}"/>
          </ac:spMkLst>
        </pc:spChg>
        <pc:spChg chg="mod">
          <ac:chgData name="Mitra, Sayan" userId="5f9b069e-390c-41f3-af3f-6bd4b0fb9710" providerId="ADAL" clId="{5F6DACBC-C6C5-402D-9AD4-4F151885458C}" dt="2025-02-16T02:41:03.689" v="41" actId="1038"/>
          <ac:spMkLst>
            <pc:docMk/>
            <pc:sldMk cId="845347520" sldId="2147347742"/>
            <ac:spMk id="783" creationId="{226A36A7-8053-4E55-416C-BD746851F216}"/>
          </ac:spMkLst>
        </pc:spChg>
        <pc:spChg chg="mod">
          <ac:chgData name="Mitra, Sayan" userId="5f9b069e-390c-41f3-af3f-6bd4b0fb9710" providerId="ADAL" clId="{5F6DACBC-C6C5-402D-9AD4-4F151885458C}" dt="2025-02-16T02:41:03.689" v="41" actId="1038"/>
          <ac:spMkLst>
            <pc:docMk/>
            <pc:sldMk cId="845347520" sldId="2147347742"/>
            <ac:spMk id="784" creationId="{BDDE1D69-EC29-3B5A-0E05-F335D6D95AF5}"/>
          </ac:spMkLst>
        </pc:spChg>
        <pc:spChg chg="mod">
          <ac:chgData name="Mitra, Sayan" userId="5f9b069e-390c-41f3-af3f-6bd4b0fb9710" providerId="ADAL" clId="{5F6DACBC-C6C5-402D-9AD4-4F151885458C}" dt="2025-02-16T02:41:03.689" v="41" actId="1038"/>
          <ac:spMkLst>
            <pc:docMk/>
            <pc:sldMk cId="845347520" sldId="2147347742"/>
            <ac:spMk id="785" creationId="{77CBF656-8D93-43D8-FE41-257B5F64BB9E}"/>
          </ac:spMkLst>
        </pc:spChg>
        <pc:spChg chg="mod">
          <ac:chgData name="Mitra, Sayan" userId="5f9b069e-390c-41f3-af3f-6bd4b0fb9710" providerId="ADAL" clId="{5F6DACBC-C6C5-402D-9AD4-4F151885458C}" dt="2025-02-16T02:41:03.689" v="41" actId="1038"/>
          <ac:spMkLst>
            <pc:docMk/>
            <pc:sldMk cId="845347520" sldId="2147347742"/>
            <ac:spMk id="786" creationId="{1AEF69D2-8976-11D8-8A56-2697FD87C302}"/>
          </ac:spMkLst>
        </pc:spChg>
        <pc:spChg chg="mod">
          <ac:chgData name="Mitra, Sayan" userId="5f9b069e-390c-41f3-af3f-6bd4b0fb9710" providerId="ADAL" clId="{5F6DACBC-C6C5-402D-9AD4-4F151885458C}" dt="2025-02-16T02:41:03.689" v="41" actId="1038"/>
          <ac:spMkLst>
            <pc:docMk/>
            <pc:sldMk cId="845347520" sldId="2147347742"/>
            <ac:spMk id="787" creationId="{44F5AA23-4CA2-1564-D1A4-1B35701516CC}"/>
          </ac:spMkLst>
        </pc:spChg>
        <pc:spChg chg="mod">
          <ac:chgData name="Mitra, Sayan" userId="5f9b069e-390c-41f3-af3f-6bd4b0fb9710" providerId="ADAL" clId="{5F6DACBC-C6C5-402D-9AD4-4F151885458C}" dt="2025-02-16T02:41:03.689" v="41" actId="1038"/>
          <ac:spMkLst>
            <pc:docMk/>
            <pc:sldMk cId="845347520" sldId="2147347742"/>
            <ac:spMk id="788" creationId="{E44F8F4D-AEC3-F10B-D6B1-8C95E81ED88D}"/>
          </ac:spMkLst>
        </pc:spChg>
        <pc:spChg chg="mod">
          <ac:chgData name="Mitra, Sayan" userId="5f9b069e-390c-41f3-af3f-6bd4b0fb9710" providerId="ADAL" clId="{5F6DACBC-C6C5-402D-9AD4-4F151885458C}" dt="2025-02-16T02:41:03.689" v="41" actId="1038"/>
          <ac:spMkLst>
            <pc:docMk/>
            <pc:sldMk cId="845347520" sldId="2147347742"/>
            <ac:spMk id="789" creationId="{3A2A5B48-CBC1-3CDD-A010-D4516E21C2BF}"/>
          </ac:spMkLst>
        </pc:spChg>
        <pc:spChg chg="mod">
          <ac:chgData name="Mitra, Sayan" userId="5f9b069e-390c-41f3-af3f-6bd4b0fb9710" providerId="ADAL" clId="{5F6DACBC-C6C5-402D-9AD4-4F151885458C}" dt="2025-02-16T02:41:03.689" v="41" actId="1038"/>
          <ac:spMkLst>
            <pc:docMk/>
            <pc:sldMk cId="845347520" sldId="2147347742"/>
            <ac:spMk id="790" creationId="{BEAE9E83-9907-45C1-A987-158C8EE38247}"/>
          </ac:spMkLst>
        </pc:spChg>
        <pc:spChg chg="mod">
          <ac:chgData name="Mitra, Sayan" userId="5f9b069e-390c-41f3-af3f-6bd4b0fb9710" providerId="ADAL" clId="{5F6DACBC-C6C5-402D-9AD4-4F151885458C}" dt="2025-02-16T02:41:03.689" v="41" actId="1038"/>
          <ac:spMkLst>
            <pc:docMk/>
            <pc:sldMk cId="845347520" sldId="2147347742"/>
            <ac:spMk id="791" creationId="{24AB1889-BA07-4655-BFB8-E2A77E1CF811}"/>
          </ac:spMkLst>
        </pc:spChg>
        <pc:spChg chg="mod">
          <ac:chgData name="Mitra, Sayan" userId="5f9b069e-390c-41f3-af3f-6bd4b0fb9710" providerId="ADAL" clId="{5F6DACBC-C6C5-402D-9AD4-4F151885458C}" dt="2025-02-16T02:41:03.689" v="41" actId="1038"/>
          <ac:spMkLst>
            <pc:docMk/>
            <pc:sldMk cId="845347520" sldId="2147347742"/>
            <ac:spMk id="792" creationId="{A332B445-C0B9-FCC5-4056-A3CE2DBA41BB}"/>
          </ac:spMkLst>
        </pc:spChg>
        <pc:spChg chg="mod">
          <ac:chgData name="Mitra, Sayan" userId="5f9b069e-390c-41f3-af3f-6bd4b0fb9710" providerId="ADAL" clId="{5F6DACBC-C6C5-402D-9AD4-4F151885458C}" dt="2025-02-16T02:41:03.689" v="41" actId="1038"/>
          <ac:spMkLst>
            <pc:docMk/>
            <pc:sldMk cId="845347520" sldId="2147347742"/>
            <ac:spMk id="793" creationId="{99847ABE-C66A-EFCD-2181-335A848B3DB7}"/>
          </ac:spMkLst>
        </pc:spChg>
        <pc:spChg chg="mod">
          <ac:chgData name="Mitra, Sayan" userId="5f9b069e-390c-41f3-af3f-6bd4b0fb9710" providerId="ADAL" clId="{5F6DACBC-C6C5-402D-9AD4-4F151885458C}" dt="2025-02-16T02:41:03.689" v="41" actId="1038"/>
          <ac:spMkLst>
            <pc:docMk/>
            <pc:sldMk cId="845347520" sldId="2147347742"/>
            <ac:spMk id="794" creationId="{2B5FC9BF-5AAB-815B-D573-83B908745B15}"/>
          </ac:spMkLst>
        </pc:spChg>
        <pc:spChg chg="add mod">
          <ac:chgData name="Mitra, Sayan" userId="5f9b069e-390c-41f3-af3f-6bd4b0fb9710" providerId="ADAL" clId="{5F6DACBC-C6C5-402D-9AD4-4F151885458C}" dt="2025-02-16T02:41:03.689" v="41" actId="1038"/>
          <ac:spMkLst>
            <pc:docMk/>
            <pc:sldMk cId="845347520" sldId="2147347742"/>
            <ac:spMk id="795" creationId="{ADB3640C-C529-F1CA-FCAA-058BCC404BDE}"/>
          </ac:spMkLst>
        </pc:spChg>
        <pc:spChg chg="mod">
          <ac:chgData name="Mitra, Sayan" userId="5f9b069e-390c-41f3-af3f-6bd4b0fb9710" providerId="ADAL" clId="{5F6DACBC-C6C5-402D-9AD4-4F151885458C}" dt="2025-02-16T03:32:25.432" v="609" actId="208"/>
          <ac:spMkLst>
            <pc:docMk/>
            <pc:sldMk cId="845347520" sldId="2147347742"/>
            <ac:spMk id="797" creationId="{7327DD8A-F1DF-2F44-568F-269B751B4EA8}"/>
          </ac:spMkLst>
        </pc:spChg>
        <pc:spChg chg="mod">
          <ac:chgData name="Mitra, Sayan" userId="5f9b069e-390c-41f3-af3f-6bd4b0fb9710" providerId="ADAL" clId="{5F6DACBC-C6C5-402D-9AD4-4F151885458C}" dt="2025-02-16T03:32:25.432" v="609" actId="208"/>
          <ac:spMkLst>
            <pc:docMk/>
            <pc:sldMk cId="845347520" sldId="2147347742"/>
            <ac:spMk id="799" creationId="{4D9D0393-278F-CC63-A779-E2AFBB6509D4}"/>
          </ac:spMkLst>
        </pc:spChg>
        <pc:spChg chg="mod">
          <ac:chgData name="Mitra, Sayan" userId="5f9b069e-390c-41f3-af3f-6bd4b0fb9710" providerId="ADAL" clId="{5F6DACBC-C6C5-402D-9AD4-4F151885458C}" dt="2025-02-16T03:32:25.432" v="609" actId="208"/>
          <ac:spMkLst>
            <pc:docMk/>
            <pc:sldMk cId="845347520" sldId="2147347742"/>
            <ac:spMk id="800" creationId="{51A86544-387B-BA8C-E465-6985947280ED}"/>
          </ac:spMkLst>
        </pc:spChg>
        <pc:spChg chg="mod">
          <ac:chgData name="Mitra, Sayan" userId="5f9b069e-390c-41f3-af3f-6bd4b0fb9710" providerId="ADAL" clId="{5F6DACBC-C6C5-402D-9AD4-4F151885458C}" dt="2025-02-16T03:32:25.432" v="609" actId="208"/>
          <ac:spMkLst>
            <pc:docMk/>
            <pc:sldMk cId="845347520" sldId="2147347742"/>
            <ac:spMk id="801" creationId="{76A57CCA-3F43-9033-B1C5-E053477B907B}"/>
          </ac:spMkLst>
        </pc:spChg>
        <pc:spChg chg="mod">
          <ac:chgData name="Mitra, Sayan" userId="5f9b069e-390c-41f3-af3f-6bd4b0fb9710" providerId="ADAL" clId="{5F6DACBC-C6C5-402D-9AD4-4F151885458C}" dt="2025-02-16T03:32:25.432" v="609" actId="208"/>
          <ac:spMkLst>
            <pc:docMk/>
            <pc:sldMk cId="845347520" sldId="2147347742"/>
            <ac:spMk id="802" creationId="{0E753DA9-3D1B-2D41-8E1F-ED19761543AA}"/>
          </ac:spMkLst>
        </pc:spChg>
        <pc:spChg chg="mod">
          <ac:chgData name="Mitra, Sayan" userId="5f9b069e-390c-41f3-af3f-6bd4b0fb9710" providerId="ADAL" clId="{5F6DACBC-C6C5-402D-9AD4-4F151885458C}" dt="2025-02-16T03:32:25.432" v="609" actId="208"/>
          <ac:spMkLst>
            <pc:docMk/>
            <pc:sldMk cId="845347520" sldId="2147347742"/>
            <ac:spMk id="803" creationId="{22059E9A-2B55-53F9-CFEB-C425FBE057C5}"/>
          </ac:spMkLst>
        </pc:spChg>
        <pc:spChg chg="mod">
          <ac:chgData name="Mitra, Sayan" userId="5f9b069e-390c-41f3-af3f-6bd4b0fb9710" providerId="ADAL" clId="{5F6DACBC-C6C5-402D-9AD4-4F151885458C}" dt="2025-02-16T03:32:25.432" v="609" actId="208"/>
          <ac:spMkLst>
            <pc:docMk/>
            <pc:sldMk cId="845347520" sldId="2147347742"/>
            <ac:spMk id="804" creationId="{F3C870AE-0869-0211-5E03-6C92AAF15153}"/>
          </ac:spMkLst>
        </pc:spChg>
        <pc:spChg chg="mod">
          <ac:chgData name="Mitra, Sayan" userId="5f9b069e-390c-41f3-af3f-6bd4b0fb9710" providerId="ADAL" clId="{5F6DACBC-C6C5-402D-9AD4-4F151885458C}" dt="2025-02-16T03:32:25.432" v="609" actId="208"/>
          <ac:spMkLst>
            <pc:docMk/>
            <pc:sldMk cId="845347520" sldId="2147347742"/>
            <ac:spMk id="805" creationId="{23F454B9-136D-7F21-2FD6-EB85C95D6B24}"/>
          </ac:spMkLst>
        </pc:spChg>
        <pc:spChg chg="mod">
          <ac:chgData name="Mitra, Sayan" userId="5f9b069e-390c-41f3-af3f-6bd4b0fb9710" providerId="ADAL" clId="{5F6DACBC-C6C5-402D-9AD4-4F151885458C}" dt="2025-02-16T03:32:25.432" v="609" actId="208"/>
          <ac:spMkLst>
            <pc:docMk/>
            <pc:sldMk cId="845347520" sldId="2147347742"/>
            <ac:spMk id="806" creationId="{2CB02736-6DE8-7837-8844-905BEF762DD0}"/>
          </ac:spMkLst>
        </pc:spChg>
        <pc:spChg chg="mod">
          <ac:chgData name="Mitra, Sayan" userId="5f9b069e-390c-41f3-af3f-6bd4b0fb9710" providerId="ADAL" clId="{5F6DACBC-C6C5-402D-9AD4-4F151885458C}" dt="2025-02-16T03:32:25.432" v="609" actId="208"/>
          <ac:spMkLst>
            <pc:docMk/>
            <pc:sldMk cId="845347520" sldId="2147347742"/>
            <ac:spMk id="807" creationId="{E8AFF729-1BCC-C300-6BE0-A4D5EFA3A0CA}"/>
          </ac:spMkLst>
        </pc:spChg>
        <pc:spChg chg="mod">
          <ac:chgData name="Mitra, Sayan" userId="5f9b069e-390c-41f3-af3f-6bd4b0fb9710" providerId="ADAL" clId="{5F6DACBC-C6C5-402D-9AD4-4F151885458C}" dt="2025-02-16T03:32:25.432" v="609" actId="208"/>
          <ac:spMkLst>
            <pc:docMk/>
            <pc:sldMk cId="845347520" sldId="2147347742"/>
            <ac:spMk id="808" creationId="{36EF6DD9-E559-8310-E1A5-F0DE8AE2CF53}"/>
          </ac:spMkLst>
        </pc:spChg>
        <pc:spChg chg="mod">
          <ac:chgData name="Mitra, Sayan" userId="5f9b069e-390c-41f3-af3f-6bd4b0fb9710" providerId="ADAL" clId="{5F6DACBC-C6C5-402D-9AD4-4F151885458C}" dt="2025-02-16T03:32:25.432" v="609" actId="208"/>
          <ac:spMkLst>
            <pc:docMk/>
            <pc:sldMk cId="845347520" sldId="2147347742"/>
            <ac:spMk id="809" creationId="{5FBE0DE6-CC4D-A61E-6760-8765E4477000}"/>
          </ac:spMkLst>
        </pc:spChg>
        <pc:spChg chg="mod">
          <ac:chgData name="Mitra, Sayan" userId="5f9b069e-390c-41f3-af3f-6bd4b0fb9710" providerId="ADAL" clId="{5F6DACBC-C6C5-402D-9AD4-4F151885458C}" dt="2025-02-16T03:32:25.432" v="609" actId="208"/>
          <ac:spMkLst>
            <pc:docMk/>
            <pc:sldMk cId="845347520" sldId="2147347742"/>
            <ac:spMk id="810" creationId="{7AB79C2B-AF5D-9C20-9AB7-E15A9C1471DA}"/>
          </ac:spMkLst>
        </pc:spChg>
        <pc:spChg chg="mod">
          <ac:chgData name="Mitra, Sayan" userId="5f9b069e-390c-41f3-af3f-6bd4b0fb9710" providerId="ADAL" clId="{5F6DACBC-C6C5-402D-9AD4-4F151885458C}" dt="2025-02-16T03:32:25.432" v="609" actId="208"/>
          <ac:spMkLst>
            <pc:docMk/>
            <pc:sldMk cId="845347520" sldId="2147347742"/>
            <ac:spMk id="811" creationId="{E5B20DBF-81C2-39F4-D895-CCEDE74CA463}"/>
          </ac:spMkLst>
        </pc:spChg>
        <pc:spChg chg="mod">
          <ac:chgData name="Mitra, Sayan" userId="5f9b069e-390c-41f3-af3f-6bd4b0fb9710" providerId="ADAL" clId="{5F6DACBC-C6C5-402D-9AD4-4F151885458C}" dt="2025-02-16T03:32:25.432" v="609" actId="208"/>
          <ac:spMkLst>
            <pc:docMk/>
            <pc:sldMk cId="845347520" sldId="2147347742"/>
            <ac:spMk id="812" creationId="{572DE50E-88AD-B69E-5DB9-6438117AF9BA}"/>
          </ac:spMkLst>
        </pc:spChg>
        <pc:spChg chg="mod">
          <ac:chgData name="Mitra, Sayan" userId="5f9b069e-390c-41f3-af3f-6bd4b0fb9710" providerId="ADAL" clId="{5F6DACBC-C6C5-402D-9AD4-4F151885458C}" dt="2025-02-16T03:32:25.432" v="609" actId="208"/>
          <ac:spMkLst>
            <pc:docMk/>
            <pc:sldMk cId="845347520" sldId="2147347742"/>
            <ac:spMk id="813" creationId="{F23A8BE7-47DF-C106-669F-466694C72169}"/>
          </ac:spMkLst>
        </pc:spChg>
        <pc:spChg chg="mod">
          <ac:chgData name="Mitra, Sayan" userId="5f9b069e-390c-41f3-af3f-6bd4b0fb9710" providerId="ADAL" clId="{5F6DACBC-C6C5-402D-9AD4-4F151885458C}" dt="2025-02-16T03:32:25.432" v="609" actId="208"/>
          <ac:spMkLst>
            <pc:docMk/>
            <pc:sldMk cId="845347520" sldId="2147347742"/>
            <ac:spMk id="814" creationId="{CA250DC8-D60D-2F7E-9406-6712ADD150CF}"/>
          </ac:spMkLst>
        </pc:spChg>
        <pc:spChg chg="mod">
          <ac:chgData name="Mitra, Sayan" userId="5f9b069e-390c-41f3-af3f-6bd4b0fb9710" providerId="ADAL" clId="{5F6DACBC-C6C5-402D-9AD4-4F151885458C}" dt="2025-02-16T03:32:25.432" v="609" actId="208"/>
          <ac:spMkLst>
            <pc:docMk/>
            <pc:sldMk cId="845347520" sldId="2147347742"/>
            <ac:spMk id="815" creationId="{39F5D6D6-BF26-06A4-7D71-FAF87A9D3BE6}"/>
          </ac:spMkLst>
        </pc:spChg>
        <pc:spChg chg="mod">
          <ac:chgData name="Mitra, Sayan" userId="5f9b069e-390c-41f3-af3f-6bd4b0fb9710" providerId="ADAL" clId="{5F6DACBC-C6C5-402D-9AD4-4F151885458C}" dt="2025-02-16T03:32:25.432" v="609" actId="208"/>
          <ac:spMkLst>
            <pc:docMk/>
            <pc:sldMk cId="845347520" sldId="2147347742"/>
            <ac:spMk id="816" creationId="{7D5ED681-D5E2-10A6-2C8C-271CAF77D99E}"/>
          </ac:spMkLst>
        </pc:spChg>
        <pc:spChg chg="mod">
          <ac:chgData name="Mitra, Sayan" userId="5f9b069e-390c-41f3-af3f-6bd4b0fb9710" providerId="ADAL" clId="{5F6DACBC-C6C5-402D-9AD4-4F151885458C}" dt="2025-02-16T03:32:25.432" v="609" actId="208"/>
          <ac:spMkLst>
            <pc:docMk/>
            <pc:sldMk cId="845347520" sldId="2147347742"/>
            <ac:spMk id="817" creationId="{525B137D-054E-B4A4-6519-DCE842009FA5}"/>
          </ac:spMkLst>
        </pc:spChg>
        <pc:spChg chg="mod">
          <ac:chgData name="Mitra, Sayan" userId="5f9b069e-390c-41f3-af3f-6bd4b0fb9710" providerId="ADAL" clId="{5F6DACBC-C6C5-402D-9AD4-4F151885458C}" dt="2025-02-16T03:32:25.432" v="609" actId="208"/>
          <ac:spMkLst>
            <pc:docMk/>
            <pc:sldMk cId="845347520" sldId="2147347742"/>
            <ac:spMk id="818" creationId="{8CE8457B-2A1C-50B8-EBED-56BB4F0BA2C8}"/>
          </ac:spMkLst>
        </pc:spChg>
        <pc:spChg chg="mod">
          <ac:chgData name="Mitra, Sayan" userId="5f9b069e-390c-41f3-af3f-6bd4b0fb9710" providerId="ADAL" clId="{5F6DACBC-C6C5-402D-9AD4-4F151885458C}" dt="2025-02-16T03:32:25.432" v="609" actId="208"/>
          <ac:spMkLst>
            <pc:docMk/>
            <pc:sldMk cId="845347520" sldId="2147347742"/>
            <ac:spMk id="819" creationId="{86F540AD-A749-B5C4-B116-E0BB12F775A4}"/>
          </ac:spMkLst>
        </pc:spChg>
        <pc:spChg chg="mod">
          <ac:chgData name="Mitra, Sayan" userId="5f9b069e-390c-41f3-af3f-6bd4b0fb9710" providerId="ADAL" clId="{5F6DACBC-C6C5-402D-9AD4-4F151885458C}" dt="2025-02-16T03:32:25.432" v="609" actId="208"/>
          <ac:spMkLst>
            <pc:docMk/>
            <pc:sldMk cId="845347520" sldId="2147347742"/>
            <ac:spMk id="820" creationId="{C1F3F3B8-96D1-2905-F0A5-40475FEE6326}"/>
          </ac:spMkLst>
        </pc:spChg>
        <pc:spChg chg="mod">
          <ac:chgData name="Mitra, Sayan" userId="5f9b069e-390c-41f3-af3f-6bd4b0fb9710" providerId="ADAL" clId="{5F6DACBC-C6C5-402D-9AD4-4F151885458C}" dt="2025-02-16T03:32:25.432" v="609" actId="208"/>
          <ac:spMkLst>
            <pc:docMk/>
            <pc:sldMk cId="845347520" sldId="2147347742"/>
            <ac:spMk id="821" creationId="{39F9E71F-48F5-10B5-44C6-795AC6B5866A}"/>
          </ac:spMkLst>
        </pc:spChg>
        <pc:spChg chg="mod">
          <ac:chgData name="Mitra, Sayan" userId="5f9b069e-390c-41f3-af3f-6bd4b0fb9710" providerId="ADAL" clId="{5F6DACBC-C6C5-402D-9AD4-4F151885458C}" dt="2025-02-16T03:32:25.432" v="609" actId="208"/>
          <ac:spMkLst>
            <pc:docMk/>
            <pc:sldMk cId="845347520" sldId="2147347742"/>
            <ac:spMk id="822" creationId="{92BDB8B6-7AC1-1018-737F-F2D245899F9E}"/>
          </ac:spMkLst>
        </pc:spChg>
        <pc:spChg chg="mod">
          <ac:chgData name="Mitra, Sayan" userId="5f9b069e-390c-41f3-af3f-6bd4b0fb9710" providerId="ADAL" clId="{5F6DACBC-C6C5-402D-9AD4-4F151885458C}" dt="2025-02-16T03:32:25.432" v="609" actId="208"/>
          <ac:spMkLst>
            <pc:docMk/>
            <pc:sldMk cId="845347520" sldId="2147347742"/>
            <ac:spMk id="823" creationId="{D3802C49-EA09-5680-8535-0728D81D57EB}"/>
          </ac:spMkLst>
        </pc:spChg>
        <pc:spChg chg="mod">
          <ac:chgData name="Mitra, Sayan" userId="5f9b069e-390c-41f3-af3f-6bd4b0fb9710" providerId="ADAL" clId="{5F6DACBC-C6C5-402D-9AD4-4F151885458C}" dt="2025-02-16T03:32:25.432" v="609" actId="208"/>
          <ac:spMkLst>
            <pc:docMk/>
            <pc:sldMk cId="845347520" sldId="2147347742"/>
            <ac:spMk id="824" creationId="{24BB5F51-A8AC-650B-C74D-604DE1E7B160}"/>
          </ac:spMkLst>
        </pc:spChg>
        <pc:spChg chg="add del mod">
          <ac:chgData name="Mitra, Sayan" userId="5f9b069e-390c-41f3-af3f-6bd4b0fb9710" providerId="ADAL" clId="{5F6DACBC-C6C5-402D-9AD4-4F151885458C}" dt="2025-02-16T03:26:47.875" v="601" actId="478"/>
          <ac:spMkLst>
            <pc:docMk/>
            <pc:sldMk cId="845347520" sldId="2147347742"/>
            <ac:spMk id="825" creationId="{F7F3A24B-821B-3641-1776-77EEABE0A0FD}"/>
          </ac:spMkLst>
        </pc:spChg>
        <pc:spChg chg="add del mod">
          <ac:chgData name="Mitra, Sayan" userId="5f9b069e-390c-41f3-af3f-6bd4b0fb9710" providerId="ADAL" clId="{5F6DACBC-C6C5-402D-9AD4-4F151885458C}" dt="2025-02-16T03:24:10.946" v="579" actId="478"/>
          <ac:spMkLst>
            <pc:docMk/>
            <pc:sldMk cId="845347520" sldId="2147347742"/>
            <ac:spMk id="826" creationId="{8A998EC3-C8AE-602E-8FE5-9E5DF086E630}"/>
          </ac:spMkLst>
        </pc:spChg>
        <pc:spChg chg="add del mod">
          <ac:chgData name="Mitra, Sayan" userId="5f9b069e-390c-41f3-af3f-6bd4b0fb9710" providerId="ADAL" clId="{5F6DACBC-C6C5-402D-9AD4-4F151885458C}" dt="2025-02-16T03:22:35.101" v="544" actId="478"/>
          <ac:spMkLst>
            <pc:docMk/>
            <pc:sldMk cId="845347520" sldId="2147347742"/>
            <ac:spMk id="827" creationId="{ED9AB501-B761-BFFC-8A75-00518145D06A}"/>
          </ac:spMkLst>
        </pc:spChg>
        <pc:spChg chg="add del mod">
          <ac:chgData name="Mitra, Sayan" userId="5f9b069e-390c-41f3-af3f-6bd4b0fb9710" providerId="ADAL" clId="{5F6DACBC-C6C5-402D-9AD4-4F151885458C}" dt="2025-02-16T02:51:49.555" v="42" actId="478"/>
          <ac:spMkLst>
            <pc:docMk/>
            <pc:sldMk cId="845347520" sldId="2147347742"/>
            <ac:spMk id="828" creationId="{EC6795A4-C7FA-D83A-E063-247D1F2EEE5E}"/>
          </ac:spMkLst>
        </pc:spChg>
        <pc:spChg chg="mod">
          <ac:chgData name="Mitra, Sayan" userId="5f9b069e-390c-41f3-af3f-6bd4b0fb9710" providerId="ADAL" clId="{5F6DACBC-C6C5-402D-9AD4-4F151885458C}" dt="2025-02-16T02:41:03.689" v="41" actId="1038"/>
          <ac:spMkLst>
            <pc:docMk/>
            <pc:sldMk cId="845347520" sldId="2147347742"/>
            <ac:spMk id="830" creationId="{A0208AF7-6B01-FAB8-6425-D01BAF268470}"/>
          </ac:spMkLst>
        </pc:spChg>
        <pc:spChg chg="mod">
          <ac:chgData name="Mitra, Sayan" userId="5f9b069e-390c-41f3-af3f-6bd4b0fb9710" providerId="ADAL" clId="{5F6DACBC-C6C5-402D-9AD4-4F151885458C}" dt="2025-02-16T02:41:03.689" v="41" actId="1038"/>
          <ac:spMkLst>
            <pc:docMk/>
            <pc:sldMk cId="845347520" sldId="2147347742"/>
            <ac:spMk id="831" creationId="{32767009-7812-EF05-53F4-C0544ED498CF}"/>
          </ac:spMkLst>
        </pc:spChg>
        <pc:spChg chg="mod">
          <ac:chgData name="Mitra, Sayan" userId="5f9b069e-390c-41f3-af3f-6bd4b0fb9710" providerId="ADAL" clId="{5F6DACBC-C6C5-402D-9AD4-4F151885458C}" dt="2025-02-16T02:41:03.689" v="41" actId="1038"/>
          <ac:spMkLst>
            <pc:docMk/>
            <pc:sldMk cId="845347520" sldId="2147347742"/>
            <ac:spMk id="832" creationId="{CF0B9B12-B51D-BC8A-4FFA-D6E0F4E12E4D}"/>
          </ac:spMkLst>
        </pc:spChg>
        <pc:spChg chg="mod">
          <ac:chgData name="Mitra, Sayan" userId="5f9b069e-390c-41f3-af3f-6bd4b0fb9710" providerId="ADAL" clId="{5F6DACBC-C6C5-402D-9AD4-4F151885458C}" dt="2025-02-16T02:41:03.689" v="41" actId="1038"/>
          <ac:spMkLst>
            <pc:docMk/>
            <pc:sldMk cId="845347520" sldId="2147347742"/>
            <ac:spMk id="833" creationId="{110D7574-8335-08D3-679F-AA04D6953C8D}"/>
          </ac:spMkLst>
        </pc:spChg>
        <pc:spChg chg="mod">
          <ac:chgData name="Mitra, Sayan" userId="5f9b069e-390c-41f3-af3f-6bd4b0fb9710" providerId="ADAL" clId="{5F6DACBC-C6C5-402D-9AD4-4F151885458C}" dt="2025-02-16T02:41:03.689" v="41" actId="1038"/>
          <ac:spMkLst>
            <pc:docMk/>
            <pc:sldMk cId="845347520" sldId="2147347742"/>
            <ac:spMk id="834" creationId="{B9C320CC-6B15-D89D-39EF-F4163DF8B630}"/>
          </ac:spMkLst>
        </pc:spChg>
        <pc:spChg chg="add del mod">
          <ac:chgData name="Mitra, Sayan" userId="5f9b069e-390c-41f3-af3f-6bd4b0fb9710" providerId="ADAL" clId="{5F6DACBC-C6C5-402D-9AD4-4F151885458C}" dt="2025-02-16T02:51:59.572" v="46" actId="478"/>
          <ac:spMkLst>
            <pc:docMk/>
            <pc:sldMk cId="845347520" sldId="2147347742"/>
            <ac:spMk id="835" creationId="{CCB1E792-CC98-6827-13C6-0261740332B0}"/>
          </ac:spMkLst>
        </pc:spChg>
        <pc:spChg chg="add del mod">
          <ac:chgData name="Mitra, Sayan" userId="5f9b069e-390c-41f3-af3f-6bd4b0fb9710" providerId="ADAL" clId="{5F6DACBC-C6C5-402D-9AD4-4F151885458C}" dt="2025-02-16T03:23:09.920" v="572" actId="478"/>
          <ac:spMkLst>
            <pc:docMk/>
            <pc:sldMk cId="845347520" sldId="2147347742"/>
            <ac:spMk id="836" creationId="{37A76A1A-0EFC-6447-5047-D6328DDA0CDE}"/>
          </ac:spMkLst>
        </pc:spChg>
        <pc:spChg chg="add mod">
          <ac:chgData name="Mitra, Sayan" userId="5f9b069e-390c-41f3-af3f-6bd4b0fb9710" providerId="ADAL" clId="{5F6DACBC-C6C5-402D-9AD4-4F151885458C}" dt="2025-02-16T02:41:03.689" v="41" actId="1038"/>
          <ac:spMkLst>
            <pc:docMk/>
            <pc:sldMk cId="845347520" sldId="2147347742"/>
            <ac:spMk id="837" creationId="{F923CAAB-0E97-FBAD-D7AA-3E6D451F4714}"/>
          </ac:spMkLst>
        </pc:spChg>
        <pc:spChg chg="add mod">
          <ac:chgData name="Mitra, Sayan" userId="5f9b069e-390c-41f3-af3f-6bd4b0fb9710" providerId="ADAL" clId="{5F6DACBC-C6C5-402D-9AD4-4F151885458C}" dt="2025-02-16T03:04:22.095" v="430" actId="1038"/>
          <ac:spMkLst>
            <pc:docMk/>
            <pc:sldMk cId="845347520" sldId="2147347742"/>
            <ac:spMk id="838" creationId="{9AB15DC0-4D4A-A51E-EB2F-C1CE8535CF3D}"/>
          </ac:spMkLst>
        </pc:spChg>
        <pc:spChg chg="add mod">
          <ac:chgData name="Mitra, Sayan" userId="5f9b069e-390c-41f3-af3f-6bd4b0fb9710" providerId="ADAL" clId="{5F6DACBC-C6C5-402D-9AD4-4F151885458C}" dt="2025-02-16T03:05:09.307" v="463" actId="1037"/>
          <ac:spMkLst>
            <pc:docMk/>
            <pc:sldMk cId="845347520" sldId="2147347742"/>
            <ac:spMk id="839" creationId="{BE06497D-D16B-2D46-CE8A-A6B9D917B15F}"/>
          </ac:spMkLst>
        </pc:spChg>
        <pc:spChg chg="add del mod">
          <ac:chgData name="Mitra, Sayan" userId="5f9b069e-390c-41f3-af3f-6bd4b0fb9710" providerId="ADAL" clId="{5F6DACBC-C6C5-402D-9AD4-4F151885458C}" dt="2025-02-16T02:52:46.838" v="73" actId="478"/>
          <ac:spMkLst>
            <pc:docMk/>
            <pc:sldMk cId="845347520" sldId="2147347742"/>
            <ac:spMk id="840" creationId="{FBA763A7-4707-78EC-5209-7CD035E9CA24}"/>
          </ac:spMkLst>
        </pc:spChg>
        <pc:spChg chg="add mod">
          <ac:chgData name="Mitra, Sayan" userId="5f9b069e-390c-41f3-af3f-6bd4b0fb9710" providerId="ADAL" clId="{5F6DACBC-C6C5-402D-9AD4-4F151885458C}" dt="2025-02-16T03:04:58.824" v="440" actId="14100"/>
          <ac:spMkLst>
            <pc:docMk/>
            <pc:sldMk cId="845347520" sldId="2147347742"/>
            <ac:spMk id="841" creationId="{DFB4C46A-FE73-6237-765B-BAAFC4D2A8F9}"/>
          </ac:spMkLst>
        </pc:spChg>
        <pc:spChg chg="add mod">
          <ac:chgData name="Mitra, Sayan" userId="5f9b069e-390c-41f3-af3f-6bd4b0fb9710" providerId="ADAL" clId="{5F6DACBC-C6C5-402D-9AD4-4F151885458C}" dt="2025-02-16T03:21:01.609" v="542" actId="20577"/>
          <ac:spMkLst>
            <pc:docMk/>
            <pc:sldMk cId="845347520" sldId="2147347742"/>
            <ac:spMk id="842" creationId="{2D603E95-93E1-E2C4-8278-33AD468B62C4}"/>
          </ac:spMkLst>
        </pc:spChg>
        <pc:spChg chg="add mod">
          <ac:chgData name="Mitra, Sayan" userId="5f9b069e-390c-41f3-af3f-6bd4b0fb9710" providerId="ADAL" clId="{5F6DACBC-C6C5-402D-9AD4-4F151885458C}" dt="2025-02-16T03:05:09.307" v="463" actId="1037"/>
          <ac:spMkLst>
            <pc:docMk/>
            <pc:sldMk cId="845347520" sldId="2147347742"/>
            <ac:spMk id="843" creationId="{A7ACD2CF-4EC8-A079-8A1F-3BFF850F3668}"/>
          </ac:spMkLst>
        </pc:spChg>
        <pc:spChg chg="add del mod">
          <ac:chgData name="Mitra, Sayan" userId="5f9b069e-390c-41f3-af3f-6bd4b0fb9710" providerId="ADAL" clId="{5F6DACBC-C6C5-402D-9AD4-4F151885458C}" dt="2025-02-16T02:52:46.838" v="73" actId="478"/>
          <ac:spMkLst>
            <pc:docMk/>
            <pc:sldMk cId="845347520" sldId="2147347742"/>
            <ac:spMk id="844" creationId="{43000D9F-B1FC-82B9-D8E4-3640C8094F8D}"/>
          </ac:spMkLst>
        </pc:spChg>
        <pc:spChg chg="mod">
          <ac:chgData name="Mitra, Sayan" userId="5f9b069e-390c-41f3-af3f-6bd4b0fb9710" providerId="ADAL" clId="{5F6DACBC-C6C5-402D-9AD4-4F151885458C}" dt="2025-02-16T03:16:12.673" v="524" actId="207"/>
          <ac:spMkLst>
            <pc:docMk/>
            <pc:sldMk cId="845347520" sldId="2147347742"/>
            <ac:spMk id="846" creationId="{17D6FB54-7747-E737-9789-6554D7A8E8CC}"/>
          </ac:spMkLst>
        </pc:spChg>
        <pc:spChg chg="mod">
          <ac:chgData name="Mitra, Sayan" userId="5f9b069e-390c-41f3-af3f-6bd4b0fb9710" providerId="ADAL" clId="{5F6DACBC-C6C5-402D-9AD4-4F151885458C}" dt="2025-02-16T03:16:12.673" v="524" actId="207"/>
          <ac:spMkLst>
            <pc:docMk/>
            <pc:sldMk cId="845347520" sldId="2147347742"/>
            <ac:spMk id="848" creationId="{0BD51AF0-EBC7-290D-33BF-08DC9F15B8BD}"/>
          </ac:spMkLst>
        </pc:spChg>
        <pc:spChg chg="mod">
          <ac:chgData name="Mitra, Sayan" userId="5f9b069e-390c-41f3-af3f-6bd4b0fb9710" providerId="ADAL" clId="{5F6DACBC-C6C5-402D-9AD4-4F151885458C}" dt="2025-02-16T03:16:12.673" v="524" actId="207"/>
          <ac:spMkLst>
            <pc:docMk/>
            <pc:sldMk cId="845347520" sldId="2147347742"/>
            <ac:spMk id="850" creationId="{BDDC8295-1BC5-1C4F-030B-953C39C0B43B}"/>
          </ac:spMkLst>
        </pc:spChg>
        <pc:spChg chg="mod">
          <ac:chgData name="Mitra, Sayan" userId="5f9b069e-390c-41f3-af3f-6bd4b0fb9710" providerId="ADAL" clId="{5F6DACBC-C6C5-402D-9AD4-4F151885458C}" dt="2025-02-16T03:16:12.673" v="524" actId="207"/>
          <ac:spMkLst>
            <pc:docMk/>
            <pc:sldMk cId="845347520" sldId="2147347742"/>
            <ac:spMk id="852" creationId="{FB53E294-27EC-3A86-6A62-E1B7F8C47AE4}"/>
          </ac:spMkLst>
        </pc:spChg>
        <pc:spChg chg="mod">
          <ac:chgData name="Mitra, Sayan" userId="5f9b069e-390c-41f3-af3f-6bd4b0fb9710" providerId="ADAL" clId="{5F6DACBC-C6C5-402D-9AD4-4F151885458C}" dt="2025-02-16T03:16:12.673" v="524" actId="207"/>
          <ac:spMkLst>
            <pc:docMk/>
            <pc:sldMk cId="845347520" sldId="2147347742"/>
            <ac:spMk id="854" creationId="{A47DAE26-3AA2-3607-71B3-97B09ED0B5A0}"/>
          </ac:spMkLst>
        </pc:spChg>
        <pc:spChg chg="mod">
          <ac:chgData name="Mitra, Sayan" userId="5f9b069e-390c-41f3-af3f-6bd4b0fb9710" providerId="ADAL" clId="{5F6DACBC-C6C5-402D-9AD4-4F151885458C}" dt="2025-02-16T03:16:12.673" v="524" actId="207"/>
          <ac:spMkLst>
            <pc:docMk/>
            <pc:sldMk cId="845347520" sldId="2147347742"/>
            <ac:spMk id="856" creationId="{48444A17-A7B1-7299-82A5-3A43C668313A}"/>
          </ac:spMkLst>
        </pc:spChg>
        <pc:spChg chg="mod">
          <ac:chgData name="Mitra, Sayan" userId="5f9b069e-390c-41f3-af3f-6bd4b0fb9710" providerId="ADAL" clId="{5F6DACBC-C6C5-402D-9AD4-4F151885458C}" dt="2025-02-16T03:14:17.697" v="512" actId="208"/>
          <ac:spMkLst>
            <pc:docMk/>
            <pc:sldMk cId="845347520" sldId="2147347742"/>
            <ac:spMk id="857" creationId="{4F7689A4-23B4-80A9-A3CE-8C7B2A50E1EB}"/>
          </ac:spMkLst>
        </pc:spChg>
        <pc:spChg chg="mod">
          <ac:chgData name="Mitra, Sayan" userId="5f9b069e-390c-41f3-af3f-6bd4b0fb9710" providerId="ADAL" clId="{5F6DACBC-C6C5-402D-9AD4-4F151885458C}" dt="2025-02-16T03:16:12.673" v="524" actId="207"/>
          <ac:spMkLst>
            <pc:docMk/>
            <pc:sldMk cId="845347520" sldId="2147347742"/>
            <ac:spMk id="858" creationId="{C492E76C-3C52-E43C-B17E-E2D13908B9E1}"/>
          </ac:spMkLst>
        </pc:spChg>
        <pc:spChg chg="mod">
          <ac:chgData name="Mitra, Sayan" userId="5f9b069e-390c-41f3-af3f-6bd4b0fb9710" providerId="ADAL" clId="{5F6DACBC-C6C5-402D-9AD4-4F151885458C}" dt="2025-02-16T03:14:16.946" v="509" actId="208"/>
          <ac:spMkLst>
            <pc:docMk/>
            <pc:sldMk cId="845347520" sldId="2147347742"/>
            <ac:spMk id="860" creationId="{84055194-4223-1B5D-C0F7-7B7DEB87AD04}"/>
          </ac:spMkLst>
        </pc:spChg>
        <pc:spChg chg="mod">
          <ac:chgData name="Mitra, Sayan" userId="5f9b069e-390c-41f3-af3f-6bd4b0fb9710" providerId="ADAL" clId="{5F6DACBC-C6C5-402D-9AD4-4F151885458C}" dt="2025-02-16T03:14:17.340" v="511" actId="208"/>
          <ac:spMkLst>
            <pc:docMk/>
            <pc:sldMk cId="845347520" sldId="2147347742"/>
            <ac:spMk id="861" creationId="{A8AF5AD0-E616-E4B4-1D8B-21BEEE6A10E8}"/>
          </ac:spMkLst>
        </pc:spChg>
        <pc:spChg chg="mod">
          <ac:chgData name="Mitra, Sayan" userId="5f9b069e-390c-41f3-af3f-6bd4b0fb9710" providerId="ADAL" clId="{5F6DACBC-C6C5-402D-9AD4-4F151885458C}" dt="2025-02-16T03:14:17.149" v="510" actId="208"/>
          <ac:spMkLst>
            <pc:docMk/>
            <pc:sldMk cId="845347520" sldId="2147347742"/>
            <ac:spMk id="862" creationId="{7823635A-816D-84E5-9EC5-E80555E8BDE3}"/>
          </ac:spMkLst>
        </pc:spChg>
        <pc:spChg chg="mod">
          <ac:chgData name="Mitra, Sayan" userId="5f9b069e-390c-41f3-af3f-6bd4b0fb9710" providerId="ADAL" clId="{5F6DACBC-C6C5-402D-9AD4-4F151885458C}" dt="2025-02-16T02:41:03.689" v="41" actId="1038"/>
          <ac:spMkLst>
            <pc:docMk/>
            <pc:sldMk cId="845347520" sldId="2147347742"/>
            <ac:spMk id="863" creationId="{BB03AB7F-D8C7-2998-A84E-6FDD3BF87823}"/>
          </ac:spMkLst>
        </pc:spChg>
        <pc:spChg chg="mod">
          <ac:chgData name="Mitra, Sayan" userId="5f9b069e-390c-41f3-af3f-6bd4b0fb9710" providerId="ADAL" clId="{5F6DACBC-C6C5-402D-9AD4-4F151885458C}" dt="2025-02-16T03:14:16.721" v="508" actId="208"/>
          <ac:spMkLst>
            <pc:docMk/>
            <pc:sldMk cId="845347520" sldId="2147347742"/>
            <ac:spMk id="864" creationId="{5456C10F-B0A2-D824-7B28-A449F17FEE5E}"/>
          </ac:spMkLst>
        </pc:spChg>
        <pc:spChg chg="mod">
          <ac:chgData name="Mitra, Sayan" userId="5f9b069e-390c-41f3-af3f-6bd4b0fb9710" providerId="ADAL" clId="{5F6DACBC-C6C5-402D-9AD4-4F151885458C}" dt="2025-02-16T03:14:16.721" v="508" actId="208"/>
          <ac:spMkLst>
            <pc:docMk/>
            <pc:sldMk cId="845347520" sldId="2147347742"/>
            <ac:spMk id="865" creationId="{B1F533C8-9B9A-43F5-6196-F08A6AF8F412}"/>
          </ac:spMkLst>
        </pc:spChg>
        <pc:spChg chg="mod">
          <ac:chgData name="Mitra, Sayan" userId="5f9b069e-390c-41f3-af3f-6bd4b0fb9710" providerId="ADAL" clId="{5F6DACBC-C6C5-402D-9AD4-4F151885458C}" dt="2025-02-16T02:41:03.689" v="41" actId="1038"/>
          <ac:spMkLst>
            <pc:docMk/>
            <pc:sldMk cId="845347520" sldId="2147347742"/>
            <ac:spMk id="866" creationId="{2502CE9A-8BA8-3399-B099-1642B497D866}"/>
          </ac:spMkLst>
        </pc:spChg>
        <pc:spChg chg="mod">
          <ac:chgData name="Mitra, Sayan" userId="5f9b069e-390c-41f3-af3f-6bd4b0fb9710" providerId="ADAL" clId="{5F6DACBC-C6C5-402D-9AD4-4F151885458C}" dt="2025-02-16T02:41:03.689" v="41" actId="1038"/>
          <ac:spMkLst>
            <pc:docMk/>
            <pc:sldMk cId="845347520" sldId="2147347742"/>
            <ac:spMk id="867" creationId="{10FE7C3F-43C5-07F8-2AAB-8AF26474F01C}"/>
          </ac:spMkLst>
        </pc:spChg>
        <pc:spChg chg="mod">
          <ac:chgData name="Mitra, Sayan" userId="5f9b069e-390c-41f3-af3f-6bd4b0fb9710" providerId="ADAL" clId="{5F6DACBC-C6C5-402D-9AD4-4F151885458C}" dt="2025-02-16T02:41:03.689" v="41" actId="1038"/>
          <ac:spMkLst>
            <pc:docMk/>
            <pc:sldMk cId="845347520" sldId="2147347742"/>
            <ac:spMk id="868" creationId="{9EBCB4A3-405C-245B-ADF5-C670CC4028A5}"/>
          </ac:spMkLst>
        </pc:spChg>
        <pc:spChg chg="mod">
          <ac:chgData name="Mitra, Sayan" userId="5f9b069e-390c-41f3-af3f-6bd4b0fb9710" providerId="ADAL" clId="{5F6DACBC-C6C5-402D-9AD4-4F151885458C}" dt="2025-02-16T02:41:03.689" v="41" actId="1038"/>
          <ac:spMkLst>
            <pc:docMk/>
            <pc:sldMk cId="845347520" sldId="2147347742"/>
            <ac:spMk id="869" creationId="{0867536E-9101-2C70-B505-FF45F7833615}"/>
          </ac:spMkLst>
        </pc:spChg>
        <pc:spChg chg="mod">
          <ac:chgData name="Mitra, Sayan" userId="5f9b069e-390c-41f3-af3f-6bd4b0fb9710" providerId="ADAL" clId="{5F6DACBC-C6C5-402D-9AD4-4F151885458C}" dt="2025-02-16T02:41:03.689" v="41" actId="1038"/>
          <ac:spMkLst>
            <pc:docMk/>
            <pc:sldMk cId="845347520" sldId="2147347742"/>
            <ac:spMk id="870" creationId="{8E9DE593-22E5-587B-90F9-F00E4B79E4E2}"/>
          </ac:spMkLst>
        </pc:spChg>
        <pc:spChg chg="mod">
          <ac:chgData name="Mitra, Sayan" userId="5f9b069e-390c-41f3-af3f-6bd4b0fb9710" providerId="ADAL" clId="{5F6DACBC-C6C5-402D-9AD4-4F151885458C}" dt="2025-02-16T02:41:03.689" v="41" actId="1038"/>
          <ac:spMkLst>
            <pc:docMk/>
            <pc:sldMk cId="845347520" sldId="2147347742"/>
            <ac:spMk id="871" creationId="{ADFB92B2-791D-FA32-7BFE-84174194F983}"/>
          </ac:spMkLst>
        </pc:spChg>
        <pc:spChg chg="mod">
          <ac:chgData name="Mitra, Sayan" userId="5f9b069e-390c-41f3-af3f-6bd4b0fb9710" providerId="ADAL" clId="{5F6DACBC-C6C5-402D-9AD4-4F151885458C}" dt="2025-02-16T02:41:03.689" v="41" actId="1038"/>
          <ac:spMkLst>
            <pc:docMk/>
            <pc:sldMk cId="845347520" sldId="2147347742"/>
            <ac:spMk id="872" creationId="{A0644770-F83D-8F0C-CE4F-C043E096F873}"/>
          </ac:spMkLst>
        </pc:spChg>
        <pc:spChg chg="mod">
          <ac:chgData name="Mitra, Sayan" userId="5f9b069e-390c-41f3-af3f-6bd4b0fb9710" providerId="ADAL" clId="{5F6DACBC-C6C5-402D-9AD4-4F151885458C}" dt="2025-02-16T02:41:03.689" v="41" actId="1038"/>
          <ac:spMkLst>
            <pc:docMk/>
            <pc:sldMk cId="845347520" sldId="2147347742"/>
            <ac:spMk id="873" creationId="{B3F22AFD-DDED-F9FB-0E83-F236ED727D4A}"/>
          </ac:spMkLst>
        </pc:spChg>
        <pc:spChg chg="mod">
          <ac:chgData name="Mitra, Sayan" userId="5f9b069e-390c-41f3-af3f-6bd4b0fb9710" providerId="ADAL" clId="{5F6DACBC-C6C5-402D-9AD4-4F151885458C}" dt="2025-02-16T02:41:03.689" v="41" actId="1038"/>
          <ac:spMkLst>
            <pc:docMk/>
            <pc:sldMk cId="845347520" sldId="2147347742"/>
            <ac:spMk id="874" creationId="{0BA76BD9-09E0-9832-66D8-1A3609E7F37F}"/>
          </ac:spMkLst>
        </pc:spChg>
        <pc:spChg chg="mod">
          <ac:chgData name="Mitra, Sayan" userId="5f9b069e-390c-41f3-af3f-6bd4b0fb9710" providerId="ADAL" clId="{5F6DACBC-C6C5-402D-9AD4-4F151885458C}" dt="2025-02-16T02:41:03.689" v="41" actId="1038"/>
          <ac:spMkLst>
            <pc:docMk/>
            <pc:sldMk cId="845347520" sldId="2147347742"/>
            <ac:spMk id="875" creationId="{7DE7B2D1-5C47-2796-80C4-BE882DFC1014}"/>
          </ac:spMkLst>
        </pc:spChg>
        <pc:spChg chg="mod">
          <ac:chgData name="Mitra, Sayan" userId="5f9b069e-390c-41f3-af3f-6bd4b0fb9710" providerId="ADAL" clId="{5F6DACBC-C6C5-402D-9AD4-4F151885458C}" dt="2025-02-16T02:41:03.689" v="41" actId="1038"/>
          <ac:spMkLst>
            <pc:docMk/>
            <pc:sldMk cId="845347520" sldId="2147347742"/>
            <ac:spMk id="876" creationId="{E21AA2BB-273E-DF41-9145-FBA069DBBEF9}"/>
          </ac:spMkLst>
        </pc:spChg>
        <pc:spChg chg="mod">
          <ac:chgData name="Mitra, Sayan" userId="5f9b069e-390c-41f3-af3f-6bd4b0fb9710" providerId="ADAL" clId="{5F6DACBC-C6C5-402D-9AD4-4F151885458C}" dt="2025-02-16T02:41:03.689" v="41" actId="1038"/>
          <ac:spMkLst>
            <pc:docMk/>
            <pc:sldMk cId="845347520" sldId="2147347742"/>
            <ac:spMk id="877" creationId="{5FEC17B3-A002-D1CB-053B-94E355CB42DB}"/>
          </ac:spMkLst>
        </pc:spChg>
        <pc:spChg chg="mod">
          <ac:chgData name="Mitra, Sayan" userId="5f9b069e-390c-41f3-af3f-6bd4b0fb9710" providerId="ADAL" clId="{5F6DACBC-C6C5-402D-9AD4-4F151885458C}" dt="2025-02-16T02:41:03.689" v="41" actId="1038"/>
          <ac:spMkLst>
            <pc:docMk/>
            <pc:sldMk cId="845347520" sldId="2147347742"/>
            <ac:spMk id="878" creationId="{6D63D46E-2D3B-F8A1-A050-78FAA722AA46}"/>
          </ac:spMkLst>
        </pc:spChg>
        <pc:spChg chg="mod">
          <ac:chgData name="Mitra, Sayan" userId="5f9b069e-390c-41f3-af3f-6bd4b0fb9710" providerId="ADAL" clId="{5F6DACBC-C6C5-402D-9AD4-4F151885458C}" dt="2025-02-16T02:41:03.689" v="41" actId="1038"/>
          <ac:spMkLst>
            <pc:docMk/>
            <pc:sldMk cId="845347520" sldId="2147347742"/>
            <ac:spMk id="879" creationId="{A7AC8F9A-EB86-6028-A6D8-373801B0C3AA}"/>
          </ac:spMkLst>
        </pc:spChg>
        <pc:spChg chg="mod">
          <ac:chgData name="Mitra, Sayan" userId="5f9b069e-390c-41f3-af3f-6bd4b0fb9710" providerId="ADAL" clId="{5F6DACBC-C6C5-402D-9AD4-4F151885458C}" dt="2025-02-16T02:41:03.689" v="41" actId="1038"/>
          <ac:spMkLst>
            <pc:docMk/>
            <pc:sldMk cId="845347520" sldId="2147347742"/>
            <ac:spMk id="880" creationId="{4E7E387E-ECBA-6142-8DCC-6125F3B4C24E}"/>
          </ac:spMkLst>
        </pc:spChg>
        <pc:spChg chg="mod">
          <ac:chgData name="Mitra, Sayan" userId="5f9b069e-390c-41f3-af3f-6bd4b0fb9710" providerId="ADAL" clId="{5F6DACBC-C6C5-402D-9AD4-4F151885458C}" dt="2025-02-16T03:31:54.868" v="603" actId="207"/>
          <ac:spMkLst>
            <pc:docMk/>
            <pc:sldMk cId="845347520" sldId="2147347742"/>
            <ac:spMk id="882" creationId="{DA4B8CC3-6FD3-A719-7DAA-4DA943864ACD}"/>
          </ac:spMkLst>
        </pc:spChg>
        <pc:spChg chg="mod">
          <ac:chgData name="Mitra, Sayan" userId="5f9b069e-390c-41f3-af3f-6bd4b0fb9710" providerId="ADAL" clId="{5F6DACBC-C6C5-402D-9AD4-4F151885458C}" dt="2025-02-16T03:31:54.868" v="603" actId="207"/>
          <ac:spMkLst>
            <pc:docMk/>
            <pc:sldMk cId="845347520" sldId="2147347742"/>
            <ac:spMk id="883" creationId="{913E5B34-0F30-D2FF-4DF2-5F583B2D2A3A}"/>
          </ac:spMkLst>
        </pc:spChg>
        <pc:spChg chg="add mod">
          <ac:chgData name="Mitra, Sayan" userId="5f9b069e-390c-41f3-af3f-6bd4b0fb9710" providerId="ADAL" clId="{5F6DACBC-C6C5-402D-9AD4-4F151885458C}" dt="2025-02-16T03:31:54.868" v="603" actId="207"/>
          <ac:spMkLst>
            <pc:docMk/>
            <pc:sldMk cId="845347520" sldId="2147347742"/>
            <ac:spMk id="884" creationId="{A6F9EC7B-EEC0-CAAB-20CD-2D095EFB3738}"/>
          </ac:spMkLst>
        </pc:spChg>
        <pc:spChg chg="mod">
          <ac:chgData name="Mitra, Sayan" userId="5f9b069e-390c-41f3-af3f-6bd4b0fb9710" providerId="ADAL" clId="{5F6DACBC-C6C5-402D-9AD4-4F151885458C}" dt="2025-02-16T03:31:54.868" v="603" actId="207"/>
          <ac:spMkLst>
            <pc:docMk/>
            <pc:sldMk cId="845347520" sldId="2147347742"/>
            <ac:spMk id="886" creationId="{5E46EB20-6E03-57A7-DAD4-A32C830A2101}"/>
          </ac:spMkLst>
        </pc:spChg>
        <pc:spChg chg="mod">
          <ac:chgData name="Mitra, Sayan" userId="5f9b069e-390c-41f3-af3f-6bd4b0fb9710" providerId="ADAL" clId="{5F6DACBC-C6C5-402D-9AD4-4F151885458C}" dt="2025-02-16T03:31:54.868" v="603" actId="207"/>
          <ac:spMkLst>
            <pc:docMk/>
            <pc:sldMk cId="845347520" sldId="2147347742"/>
            <ac:spMk id="887" creationId="{C7156727-73E9-E09E-148F-13AD503ED739}"/>
          </ac:spMkLst>
        </pc:spChg>
        <pc:spChg chg="mod">
          <ac:chgData name="Mitra, Sayan" userId="5f9b069e-390c-41f3-af3f-6bd4b0fb9710" providerId="ADAL" clId="{5F6DACBC-C6C5-402D-9AD4-4F151885458C}" dt="2025-02-16T03:31:54.868" v="603" actId="207"/>
          <ac:spMkLst>
            <pc:docMk/>
            <pc:sldMk cId="845347520" sldId="2147347742"/>
            <ac:spMk id="888" creationId="{A88E52D3-3B9F-A218-DEB4-70A12E26DE7B}"/>
          </ac:spMkLst>
        </pc:spChg>
        <pc:grpChg chg="add mod">
          <ac:chgData name="Mitra, Sayan" userId="5f9b069e-390c-41f3-af3f-6bd4b0fb9710" providerId="ADAL" clId="{5F6DACBC-C6C5-402D-9AD4-4F151885458C}" dt="2025-02-16T02:53:18.769" v="143" actId="14100"/>
          <ac:grpSpMkLst>
            <pc:docMk/>
            <pc:sldMk cId="845347520" sldId="2147347742"/>
            <ac:grpSpMk id="7" creationId="{67FCA6D2-58F6-D712-B12A-24CB877A38E2}"/>
          </ac:grpSpMkLst>
        </pc:grpChg>
        <pc:grpChg chg="add mod">
          <ac:chgData name="Mitra, Sayan" userId="5f9b069e-390c-41f3-af3f-6bd4b0fb9710" providerId="ADAL" clId="{5F6DACBC-C6C5-402D-9AD4-4F151885458C}" dt="2025-02-16T02:53:07.193" v="118" actId="1037"/>
          <ac:grpSpMkLst>
            <pc:docMk/>
            <pc:sldMk cId="845347520" sldId="2147347742"/>
            <ac:grpSpMk id="46" creationId="{9CE8EBB7-9883-0422-74B9-877B6A1A5D7A}"/>
          </ac:grpSpMkLst>
        </pc:grpChg>
        <pc:grpChg chg="del">
          <ac:chgData name="Mitra, Sayan" userId="5f9b069e-390c-41f3-af3f-6bd4b0fb9710" providerId="ADAL" clId="{5F6DACBC-C6C5-402D-9AD4-4F151885458C}" dt="2025-02-16T02:40:39.649" v="26" actId="478"/>
          <ac:grpSpMkLst>
            <pc:docMk/>
            <pc:sldMk cId="845347520" sldId="2147347742"/>
            <ac:grpSpMk id="56" creationId="{334AFA84-9E34-2AB5-950A-B0D71537806C}"/>
          </ac:grpSpMkLst>
        </pc:grpChg>
        <pc:grpChg chg="del">
          <ac:chgData name="Mitra, Sayan" userId="5f9b069e-390c-41f3-af3f-6bd4b0fb9710" providerId="ADAL" clId="{5F6DACBC-C6C5-402D-9AD4-4F151885458C}" dt="2025-02-16T02:40:39.649" v="26" actId="478"/>
          <ac:grpSpMkLst>
            <pc:docMk/>
            <pc:sldMk cId="845347520" sldId="2147347742"/>
            <ac:grpSpMk id="465" creationId="{59095C89-8E6A-FF52-8881-3D5446E196F9}"/>
          </ac:grpSpMkLst>
        </pc:grpChg>
        <pc:grpChg chg="add mod">
          <ac:chgData name="Mitra, Sayan" userId="5f9b069e-390c-41f3-af3f-6bd4b0fb9710" providerId="ADAL" clId="{5F6DACBC-C6C5-402D-9AD4-4F151885458C}" dt="2025-02-16T02:53:07.193" v="118" actId="1037"/>
          <ac:grpSpMkLst>
            <pc:docMk/>
            <pc:sldMk cId="845347520" sldId="2147347742"/>
            <ac:grpSpMk id="470" creationId="{49AA9E8B-71BF-8F59-436F-68808FF0BEF6}"/>
          </ac:grpSpMkLst>
        </pc:grpChg>
        <pc:grpChg chg="add mod">
          <ac:chgData name="Mitra, Sayan" userId="5f9b069e-390c-41f3-af3f-6bd4b0fb9710" providerId="ADAL" clId="{5F6DACBC-C6C5-402D-9AD4-4F151885458C}" dt="2025-02-16T02:53:07.193" v="118" actId="1037"/>
          <ac:grpSpMkLst>
            <pc:docMk/>
            <pc:sldMk cId="845347520" sldId="2147347742"/>
            <ac:grpSpMk id="514" creationId="{98E390AB-56BF-1DE8-4421-BC92EC52AD41}"/>
          </ac:grpSpMkLst>
        </pc:grpChg>
        <pc:grpChg chg="add mod">
          <ac:chgData name="Mitra, Sayan" userId="5f9b069e-390c-41f3-af3f-6bd4b0fb9710" providerId="ADAL" clId="{5F6DACBC-C6C5-402D-9AD4-4F151885458C}" dt="2025-02-16T02:53:07.193" v="118" actId="1037"/>
          <ac:grpSpMkLst>
            <pc:docMk/>
            <pc:sldMk cId="845347520" sldId="2147347742"/>
            <ac:grpSpMk id="555" creationId="{4386F1D1-D90E-1301-276D-6B206D80D737}"/>
          </ac:grpSpMkLst>
        </pc:grpChg>
        <pc:grpChg chg="add mod">
          <ac:chgData name="Mitra, Sayan" userId="5f9b069e-390c-41f3-af3f-6bd4b0fb9710" providerId="ADAL" clId="{5F6DACBC-C6C5-402D-9AD4-4F151885458C}" dt="2025-02-16T03:03:18.569" v="205" actId="1038"/>
          <ac:grpSpMkLst>
            <pc:docMk/>
            <pc:sldMk cId="845347520" sldId="2147347742"/>
            <ac:grpSpMk id="573" creationId="{0727AAB6-5628-245E-3ADA-56C7BCF850A8}"/>
          </ac:grpSpMkLst>
        </pc:grpChg>
        <pc:grpChg chg="add mod">
          <ac:chgData name="Mitra, Sayan" userId="5f9b069e-390c-41f3-af3f-6bd4b0fb9710" providerId="ADAL" clId="{5F6DACBC-C6C5-402D-9AD4-4F151885458C}" dt="2025-02-16T03:03:18.569" v="205" actId="1038"/>
          <ac:grpSpMkLst>
            <pc:docMk/>
            <pc:sldMk cId="845347520" sldId="2147347742"/>
            <ac:grpSpMk id="580" creationId="{4C67C5F8-4AB7-B967-316B-92A9C7067AF9}"/>
          </ac:grpSpMkLst>
        </pc:grpChg>
        <pc:grpChg chg="add mod">
          <ac:chgData name="Mitra, Sayan" userId="5f9b069e-390c-41f3-af3f-6bd4b0fb9710" providerId="ADAL" clId="{5F6DACBC-C6C5-402D-9AD4-4F151885458C}" dt="2025-02-16T03:03:18.569" v="205" actId="1038"/>
          <ac:grpSpMkLst>
            <pc:docMk/>
            <pc:sldMk cId="845347520" sldId="2147347742"/>
            <ac:grpSpMk id="583" creationId="{E71FB2EE-8DC2-3043-5F58-E5BE110AB2E0}"/>
          </ac:grpSpMkLst>
        </pc:grpChg>
        <pc:grpChg chg="add del mod">
          <ac:chgData name="Mitra, Sayan" userId="5f9b069e-390c-41f3-af3f-6bd4b0fb9710" providerId="ADAL" clId="{5F6DACBC-C6C5-402D-9AD4-4F151885458C}" dt="2025-02-16T02:51:49.555" v="42" actId="478"/>
          <ac:grpSpMkLst>
            <pc:docMk/>
            <pc:sldMk cId="845347520" sldId="2147347742"/>
            <ac:grpSpMk id="596" creationId="{6A8F89F3-2968-8679-1DC8-369CA7A80A4B}"/>
          </ac:grpSpMkLst>
        </pc:grpChg>
        <pc:grpChg chg="mod">
          <ac:chgData name="Mitra, Sayan" userId="5f9b069e-390c-41f3-af3f-6bd4b0fb9710" providerId="ADAL" clId="{5F6DACBC-C6C5-402D-9AD4-4F151885458C}" dt="2025-02-16T02:41:03.689" v="41" actId="1038"/>
          <ac:grpSpMkLst>
            <pc:docMk/>
            <pc:sldMk cId="845347520" sldId="2147347742"/>
            <ac:grpSpMk id="598" creationId="{54D6CBAD-5E07-8C8D-88A0-E06086EC2B32}"/>
          </ac:grpSpMkLst>
        </pc:grpChg>
        <pc:grpChg chg="add mod">
          <ac:chgData name="Mitra, Sayan" userId="5f9b069e-390c-41f3-af3f-6bd4b0fb9710" providerId="ADAL" clId="{5F6DACBC-C6C5-402D-9AD4-4F151885458C}" dt="2025-02-16T03:03:18.569" v="205" actId="1038"/>
          <ac:grpSpMkLst>
            <pc:docMk/>
            <pc:sldMk cId="845347520" sldId="2147347742"/>
            <ac:grpSpMk id="603" creationId="{0EFD638B-BFC0-A8D3-00B5-6C7B4837260C}"/>
          </ac:grpSpMkLst>
        </pc:grpChg>
        <pc:grpChg chg="mod">
          <ac:chgData name="Mitra, Sayan" userId="5f9b069e-390c-41f3-af3f-6bd4b0fb9710" providerId="ADAL" clId="{5F6DACBC-C6C5-402D-9AD4-4F151885458C}" dt="2025-02-16T03:03:18.569" v="205" actId="1038"/>
          <ac:grpSpMkLst>
            <pc:docMk/>
            <pc:sldMk cId="845347520" sldId="2147347742"/>
            <ac:grpSpMk id="605" creationId="{A95822F3-7C26-161C-6EF1-B8697D7627F0}"/>
          </ac:grpSpMkLst>
        </pc:grpChg>
        <pc:grpChg chg="mod">
          <ac:chgData name="Mitra, Sayan" userId="5f9b069e-390c-41f3-af3f-6bd4b0fb9710" providerId="ADAL" clId="{5F6DACBC-C6C5-402D-9AD4-4F151885458C}" dt="2025-02-16T03:03:18.569" v="205" actId="1038"/>
          <ac:grpSpMkLst>
            <pc:docMk/>
            <pc:sldMk cId="845347520" sldId="2147347742"/>
            <ac:grpSpMk id="606" creationId="{F4E13CE3-9C6F-50DE-CCCE-472F6A1816BF}"/>
          </ac:grpSpMkLst>
        </pc:grpChg>
        <pc:grpChg chg="mod">
          <ac:chgData name="Mitra, Sayan" userId="5f9b069e-390c-41f3-af3f-6bd4b0fb9710" providerId="ADAL" clId="{5F6DACBC-C6C5-402D-9AD4-4F151885458C}" dt="2025-02-16T03:03:18.569" v="205" actId="1038"/>
          <ac:grpSpMkLst>
            <pc:docMk/>
            <pc:sldMk cId="845347520" sldId="2147347742"/>
            <ac:grpSpMk id="607" creationId="{45DD800B-27F6-959A-F9D5-86E872102A7A}"/>
          </ac:grpSpMkLst>
        </pc:grpChg>
        <pc:grpChg chg="mod">
          <ac:chgData name="Mitra, Sayan" userId="5f9b069e-390c-41f3-af3f-6bd4b0fb9710" providerId="ADAL" clId="{5F6DACBC-C6C5-402D-9AD4-4F151885458C}" dt="2025-02-16T03:03:18.569" v="205" actId="1038"/>
          <ac:grpSpMkLst>
            <pc:docMk/>
            <pc:sldMk cId="845347520" sldId="2147347742"/>
            <ac:grpSpMk id="608" creationId="{6F953747-8899-6D0B-99F6-45F68BCD85B9}"/>
          </ac:grpSpMkLst>
        </pc:grpChg>
        <pc:grpChg chg="add mod">
          <ac:chgData name="Mitra, Sayan" userId="5f9b069e-390c-41f3-af3f-6bd4b0fb9710" providerId="ADAL" clId="{5F6DACBC-C6C5-402D-9AD4-4F151885458C}" dt="2025-02-16T02:41:03.689" v="41" actId="1038"/>
          <ac:grpSpMkLst>
            <pc:docMk/>
            <pc:sldMk cId="845347520" sldId="2147347742"/>
            <ac:grpSpMk id="623" creationId="{9E645448-CD44-4F7F-9DB3-CA8F93573FE6}"/>
          </ac:grpSpMkLst>
        </pc:grpChg>
        <pc:grpChg chg="mod">
          <ac:chgData name="Mitra, Sayan" userId="5f9b069e-390c-41f3-af3f-6bd4b0fb9710" providerId="ADAL" clId="{5F6DACBC-C6C5-402D-9AD4-4F151885458C}" dt="2025-02-16T02:41:03.689" v="41" actId="1038"/>
          <ac:grpSpMkLst>
            <pc:docMk/>
            <pc:sldMk cId="845347520" sldId="2147347742"/>
            <ac:grpSpMk id="624" creationId="{2FCFAA5E-630F-BD78-5663-6EE666B720A2}"/>
          </ac:grpSpMkLst>
        </pc:grpChg>
        <pc:grpChg chg="mod">
          <ac:chgData name="Mitra, Sayan" userId="5f9b069e-390c-41f3-af3f-6bd4b0fb9710" providerId="ADAL" clId="{5F6DACBC-C6C5-402D-9AD4-4F151885458C}" dt="2025-02-16T02:41:03.689" v="41" actId="1038"/>
          <ac:grpSpMkLst>
            <pc:docMk/>
            <pc:sldMk cId="845347520" sldId="2147347742"/>
            <ac:grpSpMk id="625" creationId="{05AB3063-B387-17E9-1354-36EAB55A60B1}"/>
          </ac:grpSpMkLst>
        </pc:grpChg>
        <pc:grpChg chg="mod">
          <ac:chgData name="Mitra, Sayan" userId="5f9b069e-390c-41f3-af3f-6bd4b0fb9710" providerId="ADAL" clId="{5F6DACBC-C6C5-402D-9AD4-4F151885458C}" dt="2025-02-16T02:41:03.689" v="41" actId="1038"/>
          <ac:grpSpMkLst>
            <pc:docMk/>
            <pc:sldMk cId="845347520" sldId="2147347742"/>
            <ac:grpSpMk id="626" creationId="{AE5222DF-6001-4EAC-D5CE-5DE44E3EEC18}"/>
          </ac:grpSpMkLst>
        </pc:grpChg>
        <pc:grpChg chg="mod">
          <ac:chgData name="Mitra, Sayan" userId="5f9b069e-390c-41f3-af3f-6bd4b0fb9710" providerId="ADAL" clId="{5F6DACBC-C6C5-402D-9AD4-4F151885458C}" dt="2025-02-16T02:41:03.689" v="41" actId="1038"/>
          <ac:grpSpMkLst>
            <pc:docMk/>
            <pc:sldMk cId="845347520" sldId="2147347742"/>
            <ac:grpSpMk id="627" creationId="{0316F609-A43A-49EF-F278-F78EF748A611}"/>
          </ac:grpSpMkLst>
        </pc:grpChg>
        <pc:grpChg chg="mod">
          <ac:chgData name="Mitra, Sayan" userId="5f9b069e-390c-41f3-af3f-6bd4b0fb9710" providerId="ADAL" clId="{5F6DACBC-C6C5-402D-9AD4-4F151885458C}" dt="2025-02-16T02:41:03.689" v="41" actId="1038"/>
          <ac:grpSpMkLst>
            <pc:docMk/>
            <pc:sldMk cId="845347520" sldId="2147347742"/>
            <ac:grpSpMk id="637" creationId="{662AA1DA-1745-0EBD-9726-9970C985375B}"/>
          </ac:grpSpMkLst>
        </pc:grpChg>
        <pc:grpChg chg="mod">
          <ac:chgData name="Mitra, Sayan" userId="5f9b069e-390c-41f3-af3f-6bd4b0fb9710" providerId="ADAL" clId="{5F6DACBC-C6C5-402D-9AD4-4F151885458C}" dt="2025-02-16T02:41:03.689" v="41" actId="1038"/>
          <ac:grpSpMkLst>
            <pc:docMk/>
            <pc:sldMk cId="845347520" sldId="2147347742"/>
            <ac:grpSpMk id="638" creationId="{7C79086D-CD32-2034-2CA0-01ADD907C4A0}"/>
          </ac:grpSpMkLst>
        </pc:grpChg>
        <pc:grpChg chg="add mod">
          <ac:chgData name="Mitra, Sayan" userId="5f9b069e-390c-41f3-af3f-6bd4b0fb9710" providerId="ADAL" clId="{5F6DACBC-C6C5-402D-9AD4-4F151885458C}" dt="2025-02-16T02:53:07.193" v="118" actId="1037"/>
          <ac:grpSpMkLst>
            <pc:docMk/>
            <pc:sldMk cId="845347520" sldId="2147347742"/>
            <ac:grpSpMk id="653" creationId="{4026CF28-E81D-C38A-6858-18B0A5C67A66}"/>
          </ac:grpSpMkLst>
        </pc:grpChg>
        <pc:grpChg chg="add mod">
          <ac:chgData name="Mitra, Sayan" userId="5f9b069e-390c-41f3-af3f-6bd4b0fb9710" providerId="ADAL" clId="{5F6DACBC-C6C5-402D-9AD4-4F151885458C}" dt="2025-02-16T02:53:07.193" v="118" actId="1037"/>
          <ac:grpSpMkLst>
            <pc:docMk/>
            <pc:sldMk cId="845347520" sldId="2147347742"/>
            <ac:grpSpMk id="658" creationId="{D61C1714-22C9-ADD5-0444-F41998E2542E}"/>
          </ac:grpSpMkLst>
        </pc:grpChg>
        <pc:grpChg chg="add mod">
          <ac:chgData name="Mitra, Sayan" userId="5f9b069e-390c-41f3-af3f-6bd4b0fb9710" providerId="ADAL" clId="{5F6DACBC-C6C5-402D-9AD4-4F151885458C}" dt="2025-02-16T02:53:07.193" v="118" actId="1037"/>
          <ac:grpSpMkLst>
            <pc:docMk/>
            <pc:sldMk cId="845347520" sldId="2147347742"/>
            <ac:grpSpMk id="665" creationId="{48CE800D-7293-ABE2-B230-B4226D85A43C}"/>
          </ac:grpSpMkLst>
        </pc:grpChg>
        <pc:grpChg chg="mod">
          <ac:chgData name="Mitra, Sayan" userId="5f9b069e-390c-41f3-af3f-6bd4b0fb9710" providerId="ADAL" clId="{5F6DACBC-C6C5-402D-9AD4-4F151885458C}" dt="2025-02-16T02:41:03.689" v="41" actId="1038"/>
          <ac:grpSpMkLst>
            <pc:docMk/>
            <pc:sldMk cId="845347520" sldId="2147347742"/>
            <ac:grpSpMk id="669" creationId="{9724B394-A035-F69D-71BE-A90B75B8F61C}"/>
          </ac:grpSpMkLst>
        </pc:grpChg>
        <pc:grpChg chg="add mod">
          <ac:chgData name="Mitra, Sayan" userId="5f9b069e-390c-41f3-af3f-6bd4b0fb9710" providerId="ADAL" clId="{5F6DACBC-C6C5-402D-9AD4-4F151885458C}" dt="2025-02-16T02:53:07.193" v="118" actId="1037"/>
          <ac:grpSpMkLst>
            <pc:docMk/>
            <pc:sldMk cId="845347520" sldId="2147347742"/>
            <ac:grpSpMk id="690" creationId="{67D8AB00-9682-AA51-0A2A-BD2DE2BBDA01}"/>
          </ac:grpSpMkLst>
        </pc:grpChg>
        <pc:grpChg chg="mod">
          <ac:chgData name="Mitra, Sayan" userId="5f9b069e-390c-41f3-af3f-6bd4b0fb9710" providerId="ADAL" clId="{5F6DACBC-C6C5-402D-9AD4-4F151885458C}" dt="2025-02-16T02:41:03.689" v="41" actId="1038"/>
          <ac:grpSpMkLst>
            <pc:docMk/>
            <pc:sldMk cId="845347520" sldId="2147347742"/>
            <ac:grpSpMk id="692" creationId="{1BA60AA6-E8F8-D7C6-7C64-F00A1CB48C03}"/>
          </ac:grpSpMkLst>
        </pc:grpChg>
        <pc:grpChg chg="mod">
          <ac:chgData name="Mitra, Sayan" userId="5f9b069e-390c-41f3-af3f-6bd4b0fb9710" providerId="ADAL" clId="{5F6DACBC-C6C5-402D-9AD4-4F151885458C}" dt="2025-02-16T02:41:03.689" v="41" actId="1038"/>
          <ac:grpSpMkLst>
            <pc:docMk/>
            <pc:sldMk cId="845347520" sldId="2147347742"/>
            <ac:grpSpMk id="693" creationId="{D45675F4-195D-B4AF-6489-B9B4F4BD1B33}"/>
          </ac:grpSpMkLst>
        </pc:grpChg>
        <pc:grpChg chg="mod">
          <ac:chgData name="Mitra, Sayan" userId="5f9b069e-390c-41f3-af3f-6bd4b0fb9710" providerId="ADAL" clId="{5F6DACBC-C6C5-402D-9AD4-4F151885458C}" dt="2025-02-16T02:41:03.689" v="41" actId="1038"/>
          <ac:grpSpMkLst>
            <pc:docMk/>
            <pc:sldMk cId="845347520" sldId="2147347742"/>
            <ac:grpSpMk id="694" creationId="{DF6D14C3-F59B-1F17-FD70-42D031651406}"/>
          </ac:grpSpMkLst>
        </pc:grpChg>
        <pc:grpChg chg="add mod">
          <ac:chgData name="Mitra, Sayan" userId="5f9b069e-390c-41f3-af3f-6bd4b0fb9710" providerId="ADAL" clId="{5F6DACBC-C6C5-402D-9AD4-4F151885458C}" dt="2025-02-16T03:32:13.953" v="607" actId="207"/>
          <ac:grpSpMkLst>
            <pc:docMk/>
            <pc:sldMk cId="845347520" sldId="2147347742"/>
            <ac:grpSpMk id="796" creationId="{D7488C84-1381-C12D-AA31-8C15853257E2}"/>
          </ac:grpSpMkLst>
        </pc:grpChg>
        <pc:grpChg chg="add del mod">
          <ac:chgData name="Mitra, Sayan" userId="5f9b069e-390c-41f3-af3f-6bd4b0fb9710" providerId="ADAL" clId="{5F6DACBC-C6C5-402D-9AD4-4F151885458C}" dt="2025-02-16T03:24:08.218" v="578" actId="478"/>
          <ac:grpSpMkLst>
            <pc:docMk/>
            <pc:sldMk cId="845347520" sldId="2147347742"/>
            <ac:grpSpMk id="829" creationId="{40AE7D8C-0083-0F32-536B-B20B5D03DFC3}"/>
          </ac:grpSpMkLst>
        </pc:grpChg>
        <pc:grpChg chg="add mod">
          <ac:chgData name="Mitra, Sayan" userId="5f9b069e-390c-41f3-af3f-6bd4b0fb9710" providerId="ADAL" clId="{5F6DACBC-C6C5-402D-9AD4-4F151885458C}" dt="2025-02-16T02:41:03.689" v="41" actId="1038"/>
          <ac:grpSpMkLst>
            <pc:docMk/>
            <pc:sldMk cId="845347520" sldId="2147347742"/>
            <ac:grpSpMk id="845" creationId="{C415E605-1354-618A-A866-643848EB8697}"/>
          </ac:grpSpMkLst>
        </pc:grpChg>
        <pc:grpChg chg="mod">
          <ac:chgData name="Mitra, Sayan" userId="5f9b069e-390c-41f3-af3f-6bd4b0fb9710" providerId="ADAL" clId="{5F6DACBC-C6C5-402D-9AD4-4F151885458C}" dt="2025-02-16T02:41:03.689" v="41" actId="1038"/>
          <ac:grpSpMkLst>
            <pc:docMk/>
            <pc:sldMk cId="845347520" sldId="2147347742"/>
            <ac:grpSpMk id="847" creationId="{51615DEE-F23D-3232-C30B-6FEA6D45AEFE}"/>
          </ac:grpSpMkLst>
        </pc:grpChg>
        <pc:grpChg chg="mod">
          <ac:chgData name="Mitra, Sayan" userId="5f9b069e-390c-41f3-af3f-6bd4b0fb9710" providerId="ADAL" clId="{5F6DACBC-C6C5-402D-9AD4-4F151885458C}" dt="2025-02-16T02:41:03.689" v="41" actId="1038"/>
          <ac:grpSpMkLst>
            <pc:docMk/>
            <pc:sldMk cId="845347520" sldId="2147347742"/>
            <ac:grpSpMk id="849" creationId="{B39E75CC-FFEC-67F8-E3B5-2C74CE0F088D}"/>
          </ac:grpSpMkLst>
        </pc:grpChg>
        <pc:grpChg chg="mod">
          <ac:chgData name="Mitra, Sayan" userId="5f9b069e-390c-41f3-af3f-6bd4b0fb9710" providerId="ADAL" clId="{5F6DACBC-C6C5-402D-9AD4-4F151885458C}" dt="2025-02-16T02:41:03.689" v="41" actId="1038"/>
          <ac:grpSpMkLst>
            <pc:docMk/>
            <pc:sldMk cId="845347520" sldId="2147347742"/>
            <ac:grpSpMk id="851" creationId="{645D0A1F-D011-0F71-5F41-435EF5E2E5E2}"/>
          </ac:grpSpMkLst>
        </pc:grpChg>
        <pc:grpChg chg="mod">
          <ac:chgData name="Mitra, Sayan" userId="5f9b069e-390c-41f3-af3f-6bd4b0fb9710" providerId="ADAL" clId="{5F6DACBC-C6C5-402D-9AD4-4F151885458C}" dt="2025-02-16T02:41:03.689" v="41" actId="1038"/>
          <ac:grpSpMkLst>
            <pc:docMk/>
            <pc:sldMk cId="845347520" sldId="2147347742"/>
            <ac:grpSpMk id="853" creationId="{62F18073-5E69-A728-06BF-989A67A16FE4}"/>
          </ac:grpSpMkLst>
        </pc:grpChg>
        <pc:grpChg chg="mod">
          <ac:chgData name="Mitra, Sayan" userId="5f9b069e-390c-41f3-af3f-6bd4b0fb9710" providerId="ADAL" clId="{5F6DACBC-C6C5-402D-9AD4-4F151885458C}" dt="2025-02-16T02:41:03.689" v="41" actId="1038"/>
          <ac:grpSpMkLst>
            <pc:docMk/>
            <pc:sldMk cId="845347520" sldId="2147347742"/>
            <ac:grpSpMk id="855" creationId="{FDE712B7-AD13-78E2-4BDE-9E5400B7779B}"/>
          </ac:grpSpMkLst>
        </pc:grpChg>
        <pc:grpChg chg="mod">
          <ac:chgData name="Mitra, Sayan" userId="5f9b069e-390c-41f3-af3f-6bd4b0fb9710" providerId="ADAL" clId="{5F6DACBC-C6C5-402D-9AD4-4F151885458C}" dt="2025-02-16T02:41:03.689" v="41" actId="1038"/>
          <ac:grpSpMkLst>
            <pc:docMk/>
            <pc:sldMk cId="845347520" sldId="2147347742"/>
            <ac:grpSpMk id="859" creationId="{34320940-E225-1ACC-1E63-C714299FBABB}"/>
          </ac:grpSpMkLst>
        </pc:grpChg>
        <pc:grpChg chg="add mod">
          <ac:chgData name="Mitra, Sayan" userId="5f9b069e-390c-41f3-af3f-6bd4b0fb9710" providerId="ADAL" clId="{5F6DACBC-C6C5-402D-9AD4-4F151885458C}" dt="2025-02-16T03:31:54.868" v="603" actId="207"/>
          <ac:grpSpMkLst>
            <pc:docMk/>
            <pc:sldMk cId="845347520" sldId="2147347742"/>
            <ac:grpSpMk id="881" creationId="{1EE41D3D-778B-43EC-F8FA-C57B17C76C2A}"/>
          </ac:grpSpMkLst>
        </pc:grpChg>
        <pc:grpChg chg="add mod">
          <ac:chgData name="Mitra, Sayan" userId="5f9b069e-390c-41f3-af3f-6bd4b0fb9710" providerId="ADAL" clId="{5F6DACBC-C6C5-402D-9AD4-4F151885458C}" dt="2025-02-16T03:31:54.868" v="603" actId="207"/>
          <ac:grpSpMkLst>
            <pc:docMk/>
            <pc:sldMk cId="845347520" sldId="2147347742"/>
            <ac:grpSpMk id="885" creationId="{3E0BF49A-E781-75ED-01E4-5EB445DB9F0C}"/>
          </ac:grpSpMkLst>
        </pc:grpChg>
        <pc:graphicFrameChg chg="del">
          <ac:chgData name="Mitra, Sayan" userId="5f9b069e-390c-41f3-af3f-6bd4b0fb9710" providerId="ADAL" clId="{5F6DACBC-C6C5-402D-9AD4-4F151885458C}" dt="2025-02-16T02:40:39.649" v="26" actId="478"/>
          <ac:graphicFrameMkLst>
            <pc:docMk/>
            <pc:sldMk cId="845347520" sldId="2147347742"/>
            <ac:graphicFrameMk id="26" creationId="{E33E5B11-444B-5E99-29E6-104FF7ABE72C}"/>
          </ac:graphicFrameMkLst>
        </pc:graphicFrameChg>
        <pc:graphicFrameChg chg="del">
          <ac:chgData name="Mitra, Sayan" userId="5f9b069e-390c-41f3-af3f-6bd4b0fb9710" providerId="ADAL" clId="{5F6DACBC-C6C5-402D-9AD4-4F151885458C}" dt="2025-02-16T02:40:39.649" v="26" actId="478"/>
          <ac:graphicFrameMkLst>
            <pc:docMk/>
            <pc:sldMk cId="845347520" sldId="2147347742"/>
            <ac:graphicFrameMk id="452" creationId="{B912E424-305C-C163-B2CD-DBAABDFB957A}"/>
          </ac:graphicFrameMkLst>
        </pc:graphicFrameChg>
        <pc:graphicFrameChg chg="del">
          <ac:chgData name="Mitra, Sayan" userId="5f9b069e-390c-41f3-af3f-6bd4b0fb9710" providerId="ADAL" clId="{5F6DACBC-C6C5-402D-9AD4-4F151885458C}" dt="2025-02-16T02:40:42.641" v="27" actId="478"/>
          <ac:graphicFrameMkLst>
            <pc:docMk/>
            <pc:sldMk cId="845347520" sldId="2147347742"/>
            <ac:graphicFrameMk id="453" creationId="{8D75814E-8024-3A29-EC8C-FB3C0C3F5191}"/>
          </ac:graphicFrameMkLst>
        </pc:graphicFrameChg>
        <pc:graphicFrameChg chg="del">
          <ac:chgData name="Mitra, Sayan" userId="5f9b069e-390c-41f3-af3f-6bd4b0fb9710" providerId="ADAL" clId="{5F6DACBC-C6C5-402D-9AD4-4F151885458C}" dt="2025-02-16T02:40:42.641" v="27" actId="478"/>
          <ac:graphicFrameMkLst>
            <pc:docMk/>
            <pc:sldMk cId="845347520" sldId="2147347742"/>
            <ac:graphicFrameMk id="454" creationId="{8D5C0F58-BA3F-F982-EAC5-C4F94BD7164F}"/>
          </ac:graphicFrameMkLst>
        </pc:graphicFrameChg>
        <pc:picChg chg="add del mod">
          <ac:chgData name="Mitra, Sayan" userId="5f9b069e-390c-41f3-af3f-6bd4b0fb9710" providerId="ADAL" clId="{5F6DACBC-C6C5-402D-9AD4-4F151885458C}" dt="2025-02-16T03:33:12.432" v="615" actId="478"/>
          <ac:picMkLst>
            <pc:docMk/>
            <pc:sldMk cId="845347520" sldId="2147347742"/>
            <ac:picMk id="889" creationId="{552004B0-38BD-5A4D-8C7F-3D74F829EBCE}"/>
          </ac:picMkLst>
        </pc:picChg>
        <pc:cxnChg chg="mod">
          <ac:chgData name="Mitra, Sayan" userId="5f9b069e-390c-41f3-af3f-6bd4b0fb9710" providerId="ADAL" clId="{5F6DACBC-C6C5-402D-9AD4-4F151885458C}" dt="2025-02-16T03:32:37.962" v="610" actId="208"/>
          <ac:cxnSpMkLst>
            <pc:docMk/>
            <pc:sldMk cId="845347520" sldId="2147347742"/>
            <ac:cxnSpMk id="9" creationId="{632495EF-C8D2-BC69-77EE-7E72CD96E789}"/>
          </ac:cxnSpMkLst>
        </pc:cxnChg>
        <pc:cxnChg chg="add mod">
          <ac:chgData name="Mitra, Sayan" userId="5f9b069e-390c-41f3-af3f-6bd4b0fb9710" providerId="ADAL" clId="{5F6DACBC-C6C5-402D-9AD4-4F151885458C}" dt="2025-02-16T02:41:03.689" v="41" actId="1038"/>
          <ac:cxnSpMkLst>
            <pc:docMk/>
            <pc:sldMk cId="845347520" sldId="2147347742"/>
            <ac:cxnSpMk id="23" creationId="{353B310A-FC2C-28CE-38AB-9B5A93F9A567}"/>
          </ac:cxnSpMkLst>
        </pc:cxnChg>
        <pc:cxnChg chg="add del mod">
          <ac:chgData name="Mitra, Sayan" userId="5f9b069e-390c-41f3-af3f-6bd4b0fb9710" providerId="ADAL" clId="{5F6DACBC-C6C5-402D-9AD4-4F151885458C}" dt="2025-02-16T03:04:46.900" v="438" actId="478"/>
          <ac:cxnSpMkLst>
            <pc:docMk/>
            <pc:sldMk cId="845347520" sldId="2147347742"/>
            <ac:cxnSpMk id="24" creationId="{0325F686-E173-D94F-B030-51ABA1FB10C7}"/>
          </ac:cxnSpMkLst>
        </pc:cxnChg>
        <pc:cxnChg chg="add mod">
          <ac:chgData name="Mitra, Sayan" userId="5f9b069e-390c-41f3-af3f-6bd4b0fb9710" providerId="ADAL" clId="{5F6DACBC-C6C5-402D-9AD4-4F151885458C}" dt="2025-02-16T02:53:07.193" v="118" actId="1037"/>
          <ac:cxnSpMkLst>
            <pc:docMk/>
            <pc:sldMk cId="845347520" sldId="2147347742"/>
            <ac:cxnSpMk id="25" creationId="{0F42295B-99A9-8739-B4B4-1301DC499BC3}"/>
          </ac:cxnSpMkLst>
        </pc:cxnChg>
        <pc:cxnChg chg="del">
          <ac:chgData name="Mitra, Sayan" userId="5f9b069e-390c-41f3-af3f-6bd4b0fb9710" providerId="ADAL" clId="{5F6DACBC-C6C5-402D-9AD4-4F151885458C}" dt="2025-02-16T02:40:39.649" v="26" actId="478"/>
          <ac:cxnSpMkLst>
            <pc:docMk/>
            <pc:sldMk cId="845347520" sldId="2147347742"/>
            <ac:cxnSpMk id="451" creationId="{84EE3877-424A-C980-8351-F1B3DB382E1A}"/>
          </ac:cxnSpMkLst>
        </pc:cxnChg>
        <pc:cxnChg chg="del">
          <ac:chgData name="Mitra, Sayan" userId="5f9b069e-390c-41f3-af3f-6bd4b0fb9710" providerId="ADAL" clId="{5F6DACBC-C6C5-402D-9AD4-4F151885458C}" dt="2025-02-16T02:40:39.649" v="26" actId="478"/>
          <ac:cxnSpMkLst>
            <pc:docMk/>
            <pc:sldMk cId="845347520" sldId="2147347742"/>
            <ac:cxnSpMk id="462" creationId="{0503256E-8573-50C6-1DB3-A45E600FFDAF}"/>
          </ac:cxnSpMkLst>
        </pc:cxnChg>
        <pc:cxnChg chg="add mod">
          <ac:chgData name="Mitra, Sayan" userId="5f9b069e-390c-41f3-af3f-6bd4b0fb9710" providerId="ADAL" clId="{5F6DACBC-C6C5-402D-9AD4-4F151885458C}" dt="2025-02-16T03:03:18.569" v="205" actId="1038"/>
          <ac:cxnSpMkLst>
            <pc:docMk/>
            <pc:sldMk cId="845347520" sldId="2147347742"/>
            <ac:cxnSpMk id="592" creationId="{AC72C2A7-437D-6689-9EE5-12BD3B3DD80F}"/>
          </ac:cxnSpMkLst>
        </pc:cxnChg>
        <pc:cxnChg chg="add mod">
          <ac:chgData name="Mitra, Sayan" userId="5f9b069e-390c-41f3-af3f-6bd4b0fb9710" providerId="ADAL" clId="{5F6DACBC-C6C5-402D-9AD4-4F151885458C}" dt="2025-02-16T03:03:18.569" v="205" actId="1038"/>
          <ac:cxnSpMkLst>
            <pc:docMk/>
            <pc:sldMk cId="845347520" sldId="2147347742"/>
            <ac:cxnSpMk id="593" creationId="{45632EA5-2630-F1F7-291D-9C2E11CCFBE0}"/>
          </ac:cxnSpMkLst>
        </pc:cxnChg>
        <pc:cxnChg chg="mod">
          <ac:chgData name="Mitra, Sayan" userId="5f9b069e-390c-41f3-af3f-6bd4b0fb9710" providerId="ADAL" clId="{5F6DACBC-C6C5-402D-9AD4-4F151885458C}" dt="2025-02-16T03:32:25.432" v="609" actId="208"/>
          <ac:cxnSpMkLst>
            <pc:docMk/>
            <pc:sldMk cId="845347520" sldId="2147347742"/>
            <ac:cxnSpMk id="798" creationId="{06B67DA6-D12E-4D0A-079C-FE735E4C311D}"/>
          </ac:cxnSpMkLst>
        </pc:cxnChg>
      </pc:sldChg>
      <pc:sldChg chg="addSp delSp modSp add del mod">
        <pc:chgData name="Mitra, Sayan" userId="5f9b069e-390c-41f3-af3f-6bd4b0fb9710" providerId="ADAL" clId="{5F6DACBC-C6C5-402D-9AD4-4F151885458C}" dt="2025-02-16T04:03:41.175" v="1378" actId="47"/>
        <pc:sldMkLst>
          <pc:docMk/>
          <pc:sldMk cId="1295240593" sldId="2147347743"/>
        </pc:sldMkLst>
        <pc:spChg chg="del">
          <ac:chgData name="Mitra, Sayan" userId="5f9b069e-390c-41f3-af3f-6bd4b0fb9710" providerId="ADAL" clId="{5F6DACBC-C6C5-402D-9AD4-4F151885458C}" dt="2025-02-16T03:36:15.661" v="671" actId="478"/>
          <ac:spMkLst>
            <pc:docMk/>
            <pc:sldMk cId="1295240593" sldId="2147347743"/>
            <ac:spMk id="3" creationId="{2F6591A4-166D-D006-A6AA-191A37B3A947}"/>
          </ac:spMkLst>
        </pc:spChg>
        <pc:spChg chg="add del mod">
          <ac:chgData name="Mitra, Sayan" userId="5f9b069e-390c-41f3-af3f-6bd4b0fb9710" providerId="ADAL" clId="{5F6DACBC-C6C5-402D-9AD4-4F151885458C}" dt="2025-02-16T03:36:13.348" v="670" actId="478"/>
          <ac:spMkLst>
            <pc:docMk/>
            <pc:sldMk cId="1295240593" sldId="2147347743"/>
            <ac:spMk id="5" creationId="{A437EEA2-2EF0-3001-4CF5-D34A216F0417}"/>
          </ac:spMkLst>
        </pc:spChg>
        <pc:spChg chg="add mod">
          <ac:chgData name="Mitra, Sayan" userId="5f9b069e-390c-41f3-af3f-6bd4b0fb9710" providerId="ADAL" clId="{5F6DACBC-C6C5-402D-9AD4-4F151885458C}" dt="2025-02-16T04:00:01.834" v="1092" actId="21"/>
          <ac:spMkLst>
            <pc:docMk/>
            <pc:sldMk cId="1295240593" sldId="2147347743"/>
            <ac:spMk id="9" creationId="{538489EF-F249-7F24-0CDB-3508B34BD114}"/>
          </ac:spMkLst>
        </pc:spChg>
        <pc:spChg chg="add mod">
          <ac:chgData name="Mitra, Sayan" userId="5f9b069e-390c-41f3-af3f-6bd4b0fb9710" providerId="ADAL" clId="{5F6DACBC-C6C5-402D-9AD4-4F151885458C}" dt="2025-02-16T03:45:34.849" v="810" actId="14100"/>
          <ac:spMkLst>
            <pc:docMk/>
            <pc:sldMk cId="1295240593" sldId="2147347743"/>
            <ac:spMk id="12" creationId="{BA9A5D02-EF2D-2898-EF4F-BA0FE7DEF68A}"/>
          </ac:spMkLst>
        </pc:spChg>
        <pc:spChg chg="add mod">
          <ac:chgData name="Mitra, Sayan" userId="5f9b069e-390c-41f3-af3f-6bd4b0fb9710" providerId="ADAL" clId="{5F6DACBC-C6C5-402D-9AD4-4F151885458C}" dt="2025-02-16T03:43:29.451" v="790" actId="6549"/>
          <ac:spMkLst>
            <pc:docMk/>
            <pc:sldMk cId="1295240593" sldId="2147347743"/>
            <ac:spMk id="14" creationId="{DCC1E303-6089-F6BA-A5AC-FAD72E80C103}"/>
          </ac:spMkLst>
        </pc:spChg>
        <pc:spChg chg="mod">
          <ac:chgData name="Mitra, Sayan" userId="5f9b069e-390c-41f3-af3f-6bd4b0fb9710" providerId="ADAL" clId="{5F6DACBC-C6C5-402D-9AD4-4F151885458C}" dt="2025-02-16T03:36:33.618" v="673" actId="14100"/>
          <ac:spMkLst>
            <pc:docMk/>
            <pc:sldMk cId="1295240593" sldId="2147347743"/>
            <ac:spMk id="450" creationId="{1B6750FD-EFC7-8C95-A5FF-F016704247DC}"/>
          </ac:spMkLst>
        </pc:spChg>
        <pc:graphicFrameChg chg="del">
          <ac:chgData name="Mitra, Sayan" userId="5f9b069e-390c-41f3-af3f-6bd4b0fb9710" providerId="ADAL" clId="{5F6DACBC-C6C5-402D-9AD4-4F151885458C}" dt="2025-02-16T03:35:58.906" v="667" actId="478"/>
          <ac:graphicFrameMkLst>
            <pc:docMk/>
            <pc:sldMk cId="1295240593" sldId="2147347743"/>
            <ac:graphicFrameMk id="26" creationId="{E33E5B11-444B-5E99-29E6-104FF7ABE72C}"/>
          </ac:graphicFrameMkLst>
        </pc:graphicFrameChg>
        <pc:graphicFrameChg chg="del">
          <ac:chgData name="Mitra, Sayan" userId="5f9b069e-390c-41f3-af3f-6bd4b0fb9710" providerId="ADAL" clId="{5F6DACBC-C6C5-402D-9AD4-4F151885458C}" dt="2025-02-16T03:35:58.906" v="667" actId="478"/>
          <ac:graphicFrameMkLst>
            <pc:docMk/>
            <pc:sldMk cId="1295240593" sldId="2147347743"/>
            <ac:graphicFrameMk id="452" creationId="{B912E424-305C-C163-B2CD-DBAABDFB957A}"/>
          </ac:graphicFrameMkLst>
        </pc:graphicFrameChg>
        <pc:graphicFrameChg chg="del">
          <ac:chgData name="Mitra, Sayan" userId="5f9b069e-390c-41f3-af3f-6bd4b0fb9710" providerId="ADAL" clId="{5F6DACBC-C6C5-402D-9AD4-4F151885458C}" dt="2025-02-16T03:35:58.906" v="667" actId="478"/>
          <ac:graphicFrameMkLst>
            <pc:docMk/>
            <pc:sldMk cId="1295240593" sldId="2147347743"/>
            <ac:graphicFrameMk id="453" creationId="{8D75814E-8024-3A29-EC8C-FB3C0C3F5191}"/>
          </ac:graphicFrameMkLst>
        </pc:graphicFrameChg>
        <pc:graphicFrameChg chg="del">
          <ac:chgData name="Mitra, Sayan" userId="5f9b069e-390c-41f3-af3f-6bd4b0fb9710" providerId="ADAL" clId="{5F6DACBC-C6C5-402D-9AD4-4F151885458C}" dt="2025-02-16T03:35:58.906" v="667" actId="478"/>
          <ac:graphicFrameMkLst>
            <pc:docMk/>
            <pc:sldMk cId="1295240593" sldId="2147347743"/>
            <ac:graphicFrameMk id="454" creationId="{8D5C0F58-BA3F-F982-EAC5-C4F94BD7164F}"/>
          </ac:graphicFrameMkLst>
        </pc:graphicFrameChg>
        <pc:picChg chg="add mod">
          <ac:chgData name="Mitra, Sayan" userId="5f9b069e-390c-41f3-af3f-6bd4b0fb9710" providerId="ADAL" clId="{5F6DACBC-C6C5-402D-9AD4-4F151885458C}" dt="2025-02-16T03:38:40.846" v="735" actId="1038"/>
          <ac:picMkLst>
            <pc:docMk/>
            <pc:sldMk cId="1295240593" sldId="2147347743"/>
            <ac:picMk id="7" creationId="{036500DE-A05B-0B2E-3E57-AEDC0DEB00D4}"/>
          </ac:picMkLst>
        </pc:picChg>
        <pc:picChg chg="add mod">
          <ac:chgData name="Mitra, Sayan" userId="5f9b069e-390c-41f3-af3f-6bd4b0fb9710" providerId="ADAL" clId="{5F6DACBC-C6C5-402D-9AD4-4F151885458C}" dt="2025-02-16T03:45:37.557" v="816" actId="1037"/>
          <ac:picMkLst>
            <pc:docMk/>
            <pc:sldMk cId="1295240593" sldId="2147347743"/>
            <ac:picMk id="11" creationId="{6922FA5F-82F6-79A5-2343-43321AFCC796}"/>
          </ac:picMkLst>
        </pc:picChg>
        <pc:picChg chg="add mod">
          <ac:chgData name="Mitra, Sayan" userId="5f9b069e-390c-41f3-af3f-6bd4b0fb9710" providerId="ADAL" clId="{5F6DACBC-C6C5-402D-9AD4-4F151885458C}" dt="2025-02-16T03:42:34.535" v="782" actId="1037"/>
          <ac:picMkLst>
            <pc:docMk/>
            <pc:sldMk cId="1295240593" sldId="2147347743"/>
            <ac:picMk id="13" creationId="{A6B54436-C62B-C9EF-F561-FBC4614264E2}"/>
          </ac:picMkLst>
        </pc:picChg>
      </pc:sldChg>
      <pc:sldChg chg="addSp delSp modSp add del mod">
        <pc:chgData name="Mitra, Sayan" userId="5f9b069e-390c-41f3-af3f-6bd4b0fb9710" providerId="ADAL" clId="{5F6DACBC-C6C5-402D-9AD4-4F151885458C}" dt="2025-02-16T09:57:40.291" v="1982" actId="47"/>
        <pc:sldMkLst>
          <pc:docMk/>
          <pc:sldMk cId="486749348" sldId="2147347744"/>
        </pc:sldMkLst>
        <pc:spChg chg="del">
          <ac:chgData name="Mitra, Sayan" userId="5f9b069e-390c-41f3-af3f-6bd4b0fb9710" providerId="ADAL" clId="{5F6DACBC-C6C5-402D-9AD4-4F151885458C}" dt="2025-02-16T09:39:12.930" v="1947" actId="478"/>
          <ac:spMkLst>
            <pc:docMk/>
            <pc:sldMk cId="486749348" sldId="2147347744"/>
            <ac:spMk id="3" creationId="{2F6591A4-166D-D006-A6AA-191A37B3A947}"/>
          </ac:spMkLst>
        </pc:spChg>
        <pc:spChg chg="add del mod ord">
          <ac:chgData name="Mitra, Sayan" userId="5f9b069e-390c-41f3-af3f-6bd4b0fb9710" providerId="ADAL" clId="{5F6DACBC-C6C5-402D-9AD4-4F151885458C}" dt="2025-02-16T09:39:12.930" v="1947" actId="478"/>
          <ac:spMkLst>
            <pc:docMk/>
            <pc:sldMk cId="486749348" sldId="2147347744"/>
            <ac:spMk id="4" creationId="{6DCFC044-7354-C70F-B72C-BE93A0F31F85}"/>
          </ac:spMkLst>
        </pc:spChg>
        <pc:spChg chg="add del mod">
          <ac:chgData name="Mitra, Sayan" userId="5f9b069e-390c-41f3-af3f-6bd4b0fb9710" providerId="ADAL" clId="{5F6DACBC-C6C5-402D-9AD4-4F151885458C}" dt="2025-02-16T09:39:12.930" v="1947" actId="478"/>
          <ac:spMkLst>
            <pc:docMk/>
            <pc:sldMk cId="486749348" sldId="2147347744"/>
            <ac:spMk id="5" creationId="{018E3EBD-58F4-8767-9C80-5E4C646E9F68}"/>
          </ac:spMkLst>
        </pc:spChg>
        <pc:spChg chg="mod">
          <ac:chgData name="Mitra, Sayan" userId="5f9b069e-390c-41f3-af3f-6bd4b0fb9710" providerId="ADAL" clId="{5F6DACBC-C6C5-402D-9AD4-4F151885458C}" dt="2025-02-16T09:39:23.431" v="1955" actId="20577"/>
          <ac:spMkLst>
            <pc:docMk/>
            <pc:sldMk cId="486749348" sldId="2147347744"/>
            <ac:spMk id="6" creationId="{00000000-0000-0000-0000-000000000000}"/>
          </ac:spMkLst>
        </pc:spChg>
        <pc:spChg chg="add mod">
          <ac:chgData name="Mitra, Sayan" userId="5f9b069e-390c-41f3-af3f-6bd4b0fb9710" providerId="ADAL" clId="{5F6DACBC-C6C5-402D-9AD4-4F151885458C}" dt="2025-02-16T09:39:14.460" v="1948"/>
          <ac:spMkLst>
            <pc:docMk/>
            <pc:sldMk cId="486749348" sldId="2147347744"/>
            <ac:spMk id="8" creationId="{A9001EBD-28A5-5140-40CF-3A9D89C22A45}"/>
          </ac:spMkLst>
        </pc:spChg>
        <pc:spChg chg="add del mod">
          <ac:chgData name="Mitra, Sayan" userId="5f9b069e-390c-41f3-af3f-6bd4b0fb9710" providerId="ADAL" clId="{5F6DACBC-C6C5-402D-9AD4-4F151885458C}" dt="2025-02-16T09:39:12.930" v="1947" actId="478"/>
          <ac:spMkLst>
            <pc:docMk/>
            <pc:sldMk cId="486749348" sldId="2147347744"/>
            <ac:spMk id="13" creationId="{6AA471A1-42D9-75DD-B049-238707B0160B}"/>
          </ac:spMkLst>
        </pc:spChg>
        <pc:spChg chg="add del mod">
          <ac:chgData name="Mitra, Sayan" userId="5f9b069e-390c-41f3-af3f-6bd4b0fb9710" providerId="ADAL" clId="{5F6DACBC-C6C5-402D-9AD4-4F151885458C}" dt="2025-02-16T09:39:12.930" v="1947" actId="478"/>
          <ac:spMkLst>
            <pc:docMk/>
            <pc:sldMk cId="486749348" sldId="2147347744"/>
            <ac:spMk id="14" creationId="{08D4ACC9-F2D3-B2AE-3AEA-45286B487A84}"/>
          </ac:spMkLst>
        </pc:spChg>
        <pc:spChg chg="add del mod">
          <ac:chgData name="Mitra, Sayan" userId="5f9b069e-390c-41f3-af3f-6bd4b0fb9710" providerId="ADAL" clId="{5F6DACBC-C6C5-402D-9AD4-4F151885458C}" dt="2025-02-16T09:39:12.930" v="1947" actId="478"/>
          <ac:spMkLst>
            <pc:docMk/>
            <pc:sldMk cId="486749348" sldId="2147347744"/>
            <ac:spMk id="15" creationId="{7572DA44-C86C-8F49-A4AA-9B5B45E6AC75}"/>
          </ac:spMkLst>
        </pc:spChg>
        <pc:spChg chg="add del mod">
          <ac:chgData name="Mitra, Sayan" userId="5f9b069e-390c-41f3-af3f-6bd4b0fb9710" providerId="ADAL" clId="{5F6DACBC-C6C5-402D-9AD4-4F151885458C}" dt="2025-02-16T09:39:12.930" v="1947" actId="478"/>
          <ac:spMkLst>
            <pc:docMk/>
            <pc:sldMk cId="486749348" sldId="2147347744"/>
            <ac:spMk id="16" creationId="{ABEB3BCF-C58B-68ED-5EFB-B8C9E88C30B3}"/>
          </ac:spMkLst>
        </pc:spChg>
        <pc:spChg chg="mod">
          <ac:chgData name="Mitra, Sayan" userId="5f9b069e-390c-41f3-af3f-6bd4b0fb9710" providerId="ADAL" clId="{5F6DACBC-C6C5-402D-9AD4-4F151885458C}" dt="2025-02-16T04:05:59.389" v="1507" actId="207"/>
          <ac:spMkLst>
            <pc:docMk/>
            <pc:sldMk cId="486749348" sldId="2147347744"/>
            <ac:spMk id="18" creationId="{B5527AAD-D60F-3923-8D81-65FC5544A236}"/>
          </ac:spMkLst>
        </pc:spChg>
        <pc:spChg chg="mod">
          <ac:chgData name="Mitra, Sayan" userId="5f9b069e-390c-41f3-af3f-6bd4b0fb9710" providerId="ADAL" clId="{5F6DACBC-C6C5-402D-9AD4-4F151885458C}" dt="2025-02-16T04:05:59.389" v="1507" actId="207"/>
          <ac:spMkLst>
            <pc:docMk/>
            <pc:sldMk cId="486749348" sldId="2147347744"/>
            <ac:spMk id="19" creationId="{E4205E0C-96B7-A554-F232-646E0DF30682}"/>
          </ac:spMkLst>
        </pc:spChg>
        <pc:spChg chg="add del mod">
          <ac:chgData name="Mitra, Sayan" userId="5f9b069e-390c-41f3-af3f-6bd4b0fb9710" providerId="ADAL" clId="{5F6DACBC-C6C5-402D-9AD4-4F151885458C}" dt="2025-02-16T09:39:12.930" v="1947" actId="478"/>
          <ac:spMkLst>
            <pc:docMk/>
            <pc:sldMk cId="486749348" sldId="2147347744"/>
            <ac:spMk id="20" creationId="{F4759DAD-BC23-07BA-2F23-3C1146B03B20}"/>
          </ac:spMkLst>
        </pc:spChg>
        <pc:spChg chg="mod">
          <ac:chgData name="Mitra, Sayan" userId="5f9b069e-390c-41f3-af3f-6bd4b0fb9710" providerId="ADAL" clId="{5F6DACBC-C6C5-402D-9AD4-4F151885458C}" dt="2025-02-16T04:07:10.613" v="1534" actId="207"/>
          <ac:spMkLst>
            <pc:docMk/>
            <pc:sldMk cId="486749348" sldId="2147347744"/>
            <ac:spMk id="22" creationId="{5815D910-EEB8-1D9D-A392-EC2C59B9951E}"/>
          </ac:spMkLst>
        </pc:spChg>
        <pc:spChg chg="mod">
          <ac:chgData name="Mitra, Sayan" userId="5f9b069e-390c-41f3-af3f-6bd4b0fb9710" providerId="ADAL" clId="{5F6DACBC-C6C5-402D-9AD4-4F151885458C}" dt="2025-02-16T04:07:10.613" v="1534" actId="207"/>
          <ac:spMkLst>
            <pc:docMk/>
            <pc:sldMk cId="486749348" sldId="2147347744"/>
            <ac:spMk id="23" creationId="{1E1B1581-1778-8849-E1B1-322C88380966}"/>
          </ac:spMkLst>
        </pc:spChg>
        <pc:spChg chg="mod">
          <ac:chgData name="Mitra, Sayan" userId="5f9b069e-390c-41f3-af3f-6bd4b0fb9710" providerId="ADAL" clId="{5F6DACBC-C6C5-402D-9AD4-4F151885458C}" dt="2025-02-16T04:07:10.613" v="1534" actId="207"/>
          <ac:spMkLst>
            <pc:docMk/>
            <pc:sldMk cId="486749348" sldId="2147347744"/>
            <ac:spMk id="25" creationId="{771ACBA2-8586-2D5B-A197-FC225CFB8784}"/>
          </ac:spMkLst>
        </pc:spChg>
        <pc:spChg chg="mod">
          <ac:chgData name="Mitra, Sayan" userId="5f9b069e-390c-41f3-af3f-6bd4b0fb9710" providerId="ADAL" clId="{5F6DACBC-C6C5-402D-9AD4-4F151885458C}" dt="2025-02-16T04:07:10.613" v="1534" actId="207"/>
          <ac:spMkLst>
            <pc:docMk/>
            <pc:sldMk cId="486749348" sldId="2147347744"/>
            <ac:spMk id="27" creationId="{54BF38A4-ACC5-150C-6034-2EF9851BC52E}"/>
          </ac:spMkLst>
        </pc:spChg>
        <pc:spChg chg="mod">
          <ac:chgData name="Mitra, Sayan" userId="5f9b069e-390c-41f3-af3f-6bd4b0fb9710" providerId="ADAL" clId="{5F6DACBC-C6C5-402D-9AD4-4F151885458C}" dt="2025-02-16T04:07:10.613" v="1534" actId="207"/>
          <ac:spMkLst>
            <pc:docMk/>
            <pc:sldMk cId="486749348" sldId="2147347744"/>
            <ac:spMk id="28" creationId="{D761C6C5-ABB9-20BC-AFA7-0C46AB6E4F70}"/>
          </ac:spMkLst>
        </pc:spChg>
        <pc:spChg chg="mod">
          <ac:chgData name="Mitra, Sayan" userId="5f9b069e-390c-41f3-af3f-6bd4b0fb9710" providerId="ADAL" clId="{5F6DACBC-C6C5-402D-9AD4-4F151885458C}" dt="2025-02-16T04:07:10.613" v="1534" actId="207"/>
          <ac:spMkLst>
            <pc:docMk/>
            <pc:sldMk cId="486749348" sldId="2147347744"/>
            <ac:spMk id="29" creationId="{1ADE0855-DA02-951B-A44F-4E19465C0691}"/>
          </ac:spMkLst>
        </pc:spChg>
        <pc:spChg chg="mod">
          <ac:chgData name="Mitra, Sayan" userId="5f9b069e-390c-41f3-af3f-6bd4b0fb9710" providerId="ADAL" clId="{5F6DACBC-C6C5-402D-9AD4-4F151885458C}" dt="2025-02-16T04:07:10.613" v="1534" actId="207"/>
          <ac:spMkLst>
            <pc:docMk/>
            <pc:sldMk cId="486749348" sldId="2147347744"/>
            <ac:spMk id="30" creationId="{F51AA609-864F-38F5-F257-2678B343BB31}"/>
          </ac:spMkLst>
        </pc:spChg>
        <pc:spChg chg="mod">
          <ac:chgData name="Mitra, Sayan" userId="5f9b069e-390c-41f3-af3f-6bd4b0fb9710" providerId="ADAL" clId="{5F6DACBC-C6C5-402D-9AD4-4F151885458C}" dt="2025-02-16T04:07:10.613" v="1534" actId="207"/>
          <ac:spMkLst>
            <pc:docMk/>
            <pc:sldMk cId="486749348" sldId="2147347744"/>
            <ac:spMk id="31" creationId="{C8281BFA-B714-E753-7B5C-62CC07CF2D9E}"/>
          </ac:spMkLst>
        </pc:spChg>
        <pc:spChg chg="add del mod">
          <ac:chgData name="Mitra, Sayan" userId="5f9b069e-390c-41f3-af3f-6bd4b0fb9710" providerId="ADAL" clId="{5F6DACBC-C6C5-402D-9AD4-4F151885458C}" dt="2025-02-16T09:39:12.930" v="1947" actId="478"/>
          <ac:spMkLst>
            <pc:docMk/>
            <pc:sldMk cId="486749348" sldId="2147347744"/>
            <ac:spMk id="33" creationId="{295C6D04-C5AF-37BD-3F7C-B59E372FCDC3}"/>
          </ac:spMkLst>
        </pc:spChg>
        <pc:spChg chg="mod">
          <ac:chgData name="Mitra, Sayan" userId="5f9b069e-390c-41f3-af3f-6bd4b0fb9710" providerId="ADAL" clId="{5F6DACBC-C6C5-402D-9AD4-4F151885458C}" dt="2025-02-16T04:09:18.574" v="1780" actId="207"/>
          <ac:spMkLst>
            <pc:docMk/>
            <pc:sldMk cId="486749348" sldId="2147347744"/>
            <ac:spMk id="35" creationId="{8DE1DB72-7ABB-4BB4-16AC-F785EAA95130}"/>
          </ac:spMkLst>
        </pc:spChg>
        <pc:spChg chg="mod">
          <ac:chgData name="Mitra, Sayan" userId="5f9b069e-390c-41f3-af3f-6bd4b0fb9710" providerId="ADAL" clId="{5F6DACBC-C6C5-402D-9AD4-4F151885458C}" dt="2025-02-16T04:09:18.574" v="1780" actId="207"/>
          <ac:spMkLst>
            <pc:docMk/>
            <pc:sldMk cId="486749348" sldId="2147347744"/>
            <ac:spMk id="36" creationId="{5B67A3A9-D52F-25C1-C24C-3B91A922618C}"/>
          </ac:spMkLst>
        </pc:spChg>
        <pc:spChg chg="mod">
          <ac:chgData name="Mitra, Sayan" userId="5f9b069e-390c-41f3-af3f-6bd4b0fb9710" providerId="ADAL" clId="{5F6DACBC-C6C5-402D-9AD4-4F151885458C}" dt="2025-02-16T04:09:18.574" v="1780" actId="207"/>
          <ac:spMkLst>
            <pc:docMk/>
            <pc:sldMk cId="486749348" sldId="2147347744"/>
            <ac:spMk id="37" creationId="{53FDC9AA-2D10-4B90-BE58-F2C272D73892}"/>
          </ac:spMkLst>
        </pc:spChg>
        <pc:spChg chg="add del mod">
          <ac:chgData name="Mitra, Sayan" userId="5f9b069e-390c-41f3-af3f-6bd4b0fb9710" providerId="ADAL" clId="{5F6DACBC-C6C5-402D-9AD4-4F151885458C}" dt="2025-02-16T09:39:12.930" v="1947" actId="478"/>
          <ac:spMkLst>
            <pc:docMk/>
            <pc:sldMk cId="486749348" sldId="2147347744"/>
            <ac:spMk id="38" creationId="{9DC76CA7-ED2D-D7DC-CCC4-9D3B45071F0A}"/>
          </ac:spMkLst>
        </pc:spChg>
        <pc:spChg chg="add mod">
          <ac:chgData name="Mitra, Sayan" userId="5f9b069e-390c-41f3-af3f-6bd4b0fb9710" providerId="ADAL" clId="{5F6DACBC-C6C5-402D-9AD4-4F151885458C}" dt="2025-02-16T09:39:14.460" v="1948"/>
          <ac:spMkLst>
            <pc:docMk/>
            <pc:sldMk cId="486749348" sldId="2147347744"/>
            <ac:spMk id="39" creationId="{D7E9B3EE-AB25-3692-4EA8-E16316765822}"/>
          </ac:spMkLst>
        </pc:spChg>
        <pc:spChg chg="mod">
          <ac:chgData name="Mitra, Sayan" userId="5f9b069e-390c-41f3-af3f-6bd4b0fb9710" providerId="ADAL" clId="{5F6DACBC-C6C5-402D-9AD4-4F151885458C}" dt="2025-02-16T09:39:14.460" v="1948"/>
          <ac:spMkLst>
            <pc:docMk/>
            <pc:sldMk cId="486749348" sldId="2147347744"/>
            <ac:spMk id="41" creationId="{4174AD88-28C4-B052-9B13-DE494532B92C}"/>
          </ac:spMkLst>
        </pc:spChg>
        <pc:spChg chg="mod">
          <ac:chgData name="Mitra, Sayan" userId="5f9b069e-390c-41f3-af3f-6bd4b0fb9710" providerId="ADAL" clId="{5F6DACBC-C6C5-402D-9AD4-4F151885458C}" dt="2025-02-16T09:39:14.460" v="1948"/>
          <ac:spMkLst>
            <pc:docMk/>
            <pc:sldMk cId="486749348" sldId="2147347744"/>
            <ac:spMk id="43" creationId="{5AE8E550-5D1E-1A06-9AE5-629D5B42BE07}"/>
          </ac:spMkLst>
        </pc:spChg>
        <pc:spChg chg="del">
          <ac:chgData name="Mitra, Sayan" userId="5f9b069e-390c-41f3-af3f-6bd4b0fb9710" providerId="ADAL" clId="{5F6DACBC-C6C5-402D-9AD4-4F151885458C}" dt="2025-02-16T03:49:27.300" v="818" actId="478"/>
          <ac:spMkLst>
            <pc:docMk/>
            <pc:sldMk cId="486749348" sldId="2147347744"/>
            <ac:spMk id="44" creationId="{0FEDBD58-ABFC-5FCF-884B-0EE8D4AE0803}"/>
          </ac:spMkLst>
        </pc:spChg>
        <pc:spChg chg="mod">
          <ac:chgData name="Mitra, Sayan" userId="5f9b069e-390c-41f3-af3f-6bd4b0fb9710" providerId="ADAL" clId="{5F6DACBC-C6C5-402D-9AD4-4F151885458C}" dt="2025-02-16T09:39:14.460" v="1948"/>
          <ac:spMkLst>
            <pc:docMk/>
            <pc:sldMk cId="486749348" sldId="2147347744"/>
            <ac:spMk id="45" creationId="{27EABE5D-77B1-B12A-841B-14A545D7C8F8}"/>
          </ac:spMkLst>
        </pc:spChg>
        <pc:spChg chg="mod">
          <ac:chgData name="Mitra, Sayan" userId="5f9b069e-390c-41f3-af3f-6bd4b0fb9710" providerId="ADAL" clId="{5F6DACBC-C6C5-402D-9AD4-4F151885458C}" dt="2025-02-16T09:39:14.460" v="1948"/>
          <ac:spMkLst>
            <pc:docMk/>
            <pc:sldMk cId="486749348" sldId="2147347744"/>
            <ac:spMk id="46" creationId="{623D9583-F3D5-FF86-09EB-134BC342BCD2}"/>
          </ac:spMkLst>
        </pc:spChg>
        <pc:spChg chg="add mod">
          <ac:chgData name="Mitra, Sayan" userId="5f9b069e-390c-41f3-af3f-6bd4b0fb9710" providerId="ADAL" clId="{5F6DACBC-C6C5-402D-9AD4-4F151885458C}" dt="2025-02-16T09:39:14.460" v="1948"/>
          <ac:spMkLst>
            <pc:docMk/>
            <pc:sldMk cId="486749348" sldId="2147347744"/>
            <ac:spMk id="47" creationId="{AFA46C35-32A8-283D-31EE-1BB97E62EC11}"/>
          </ac:spMkLst>
        </pc:spChg>
        <pc:spChg chg="add mod">
          <ac:chgData name="Mitra, Sayan" userId="5f9b069e-390c-41f3-af3f-6bd4b0fb9710" providerId="ADAL" clId="{5F6DACBC-C6C5-402D-9AD4-4F151885458C}" dt="2025-02-16T09:39:14.460" v="1948"/>
          <ac:spMkLst>
            <pc:docMk/>
            <pc:sldMk cId="486749348" sldId="2147347744"/>
            <ac:spMk id="48" creationId="{2D5A8CE7-44EE-A5B8-3A52-4A298C2F04A4}"/>
          </ac:spMkLst>
        </pc:spChg>
        <pc:spChg chg="del mod">
          <ac:chgData name="Mitra, Sayan" userId="5f9b069e-390c-41f3-af3f-6bd4b0fb9710" providerId="ADAL" clId="{5F6DACBC-C6C5-402D-9AD4-4F151885458C}" dt="2025-02-16T09:39:12.930" v="1947" actId="478"/>
          <ac:spMkLst>
            <pc:docMk/>
            <pc:sldMk cId="486749348" sldId="2147347744"/>
            <ac:spMk id="450" creationId="{1B6750FD-EFC7-8C95-A5FF-F016704247DC}"/>
          </ac:spMkLst>
        </pc:spChg>
        <pc:spChg chg="del">
          <ac:chgData name="Mitra, Sayan" userId="5f9b069e-390c-41f3-af3f-6bd4b0fb9710" providerId="ADAL" clId="{5F6DACBC-C6C5-402D-9AD4-4F151885458C}" dt="2025-02-16T09:39:12.930" v="1947" actId="478"/>
          <ac:spMkLst>
            <pc:docMk/>
            <pc:sldMk cId="486749348" sldId="2147347744"/>
            <ac:spMk id="455" creationId="{81A2135E-A4B1-F51A-F76D-EB3D35CB225B}"/>
          </ac:spMkLst>
        </pc:spChg>
        <pc:spChg chg="del">
          <ac:chgData name="Mitra, Sayan" userId="5f9b069e-390c-41f3-af3f-6bd4b0fb9710" providerId="ADAL" clId="{5F6DACBC-C6C5-402D-9AD4-4F151885458C}" dt="2025-02-16T09:39:12.930" v="1947" actId="478"/>
          <ac:spMkLst>
            <pc:docMk/>
            <pc:sldMk cId="486749348" sldId="2147347744"/>
            <ac:spMk id="456" creationId="{6E5B7B9B-EA09-8670-5A19-C5AA5BF4D307}"/>
          </ac:spMkLst>
        </pc:spChg>
        <pc:spChg chg="del">
          <ac:chgData name="Mitra, Sayan" userId="5f9b069e-390c-41f3-af3f-6bd4b0fb9710" providerId="ADAL" clId="{5F6DACBC-C6C5-402D-9AD4-4F151885458C}" dt="2025-02-16T09:39:12.930" v="1947" actId="478"/>
          <ac:spMkLst>
            <pc:docMk/>
            <pc:sldMk cId="486749348" sldId="2147347744"/>
            <ac:spMk id="457" creationId="{58BE16FC-11C0-8A70-A410-4B8A193CC5E4}"/>
          </ac:spMkLst>
        </pc:spChg>
        <pc:spChg chg="del">
          <ac:chgData name="Mitra, Sayan" userId="5f9b069e-390c-41f3-af3f-6bd4b0fb9710" providerId="ADAL" clId="{5F6DACBC-C6C5-402D-9AD4-4F151885458C}" dt="2025-02-16T09:39:12.930" v="1947" actId="478"/>
          <ac:spMkLst>
            <pc:docMk/>
            <pc:sldMk cId="486749348" sldId="2147347744"/>
            <ac:spMk id="461" creationId="{B77DB600-3F87-6E69-9A8E-9ACA6086E36C}"/>
          </ac:spMkLst>
        </pc:spChg>
        <pc:spChg chg="del">
          <ac:chgData name="Mitra, Sayan" userId="5f9b069e-390c-41f3-af3f-6bd4b0fb9710" providerId="ADAL" clId="{5F6DACBC-C6C5-402D-9AD4-4F151885458C}" dt="2025-02-16T09:39:12.930" v="1947" actId="478"/>
          <ac:spMkLst>
            <pc:docMk/>
            <pc:sldMk cId="486749348" sldId="2147347744"/>
            <ac:spMk id="463" creationId="{3ED0CD0C-7487-2C60-9ABD-31BBF4B1A9DB}"/>
          </ac:spMkLst>
        </pc:spChg>
        <pc:spChg chg="del">
          <ac:chgData name="Mitra, Sayan" userId="5f9b069e-390c-41f3-af3f-6bd4b0fb9710" providerId="ADAL" clId="{5F6DACBC-C6C5-402D-9AD4-4F151885458C}" dt="2025-02-16T09:39:12.930" v="1947" actId="478"/>
          <ac:spMkLst>
            <pc:docMk/>
            <pc:sldMk cId="486749348" sldId="2147347744"/>
            <ac:spMk id="468" creationId="{A64CF929-896B-D5E6-8561-8302C0F874E2}"/>
          </ac:spMkLst>
        </pc:spChg>
        <pc:grpChg chg="add mod">
          <ac:chgData name="Mitra, Sayan" userId="5f9b069e-390c-41f3-af3f-6bd4b0fb9710" providerId="ADAL" clId="{5F6DACBC-C6C5-402D-9AD4-4F151885458C}" dt="2025-02-16T04:08:12.496" v="1675" actId="164"/>
          <ac:grpSpMkLst>
            <pc:docMk/>
            <pc:sldMk cId="486749348" sldId="2147347744"/>
            <ac:grpSpMk id="17" creationId="{E128C00C-5AC5-B091-996C-68D2A88A734D}"/>
          </ac:grpSpMkLst>
        </pc:grpChg>
        <pc:grpChg chg="add mod">
          <ac:chgData name="Mitra, Sayan" userId="5f9b069e-390c-41f3-af3f-6bd4b0fb9710" providerId="ADAL" clId="{5F6DACBC-C6C5-402D-9AD4-4F151885458C}" dt="2025-02-16T04:08:12.496" v="1675" actId="164"/>
          <ac:grpSpMkLst>
            <pc:docMk/>
            <pc:sldMk cId="486749348" sldId="2147347744"/>
            <ac:grpSpMk id="21" creationId="{D26EDFE2-01D5-BC9D-0732-4DEC35749C50}"/>
          </ac:grpSpMkLst>
        </pc:grpChg>
        <pc:grpChg chg="add mod">
          <ac:chgData name="Mitra, Sayan" userId="5f9b069e-390c-41f3-af3f-6bd4b0fb9710" providerId="ADAL" clId="{5F6DACBC-C6C5-402D-9AD4-4F151885458C}" dt="2025-02-16T04:08:12.496" v="1675" actId="164"/>
          <ac:grpSpMkLst>
            <pc:docMk/>
            <pc:sldMk cId="486749348" sldId="2147347744"/>
            <ac:grpSpMk id="24" creationId="{B0E52837-8584-6E56-FBEF-411415B6D5F4}"/>
          </ac:grpSpMkLst>
        </pc:grpChg>
        <pc:grpChg chg="add del mod">
          <ac:chgData name="Mitra, Sayan" userId="5f9b069e-390c-41f3-af3f-6bd4b0fb9710" providerId="ADAL" clId="{5F6DACBC-C6C5-402D-9AD4-4F151885458C}" dt="2025-02-16T09:39:12.930" v="1947" actId="478"/>
          <ac:grpSpMkLst>
            <pc:docMk/>
            <pc:sldMk cId="486749348" sldId="2147347744"/>
            <ac:grpSpMk id="32" creationId="{7A02074E-EC5E-36FC-7A13-13371FD62623}"/>
          </ac:grpSpMkLst>
        </pc:grpChg>
        <pc:grpChg chg="add del mod">
          <ac:chgData name="Mitra, Sayan" userId="5f9b069e-390c-41f3-af3f-6bd4b0fb9710" providerId="ADAL" clId="{5F6DACBC-C6C5-402D-9AD4-4F151885458C}" dt="2025-02-16T09:39:12.930" v="1947" actId="478"/>
          <ac:grpSpMkLst>
            <pc:docMk/>
            <pc:sldMk cId="486749348" sldId="2147347744"/>
            <ac:grpSpMk id="34" creationId="{93863476-44ED-B983-3D2F-B95E1DDDD936}"/>
          </ac:grpSpMkLst>
        </pc:grpChg>
        <pc:grpChg chg="add mod">
          <ac:chgData name="Mitra, Sayan" userId="5f9b069e-390c-41f3-af3f-6bd4b0fb9710" providerId="ADAL" clId="{5F6DACBC-C6C5-402D-9AD4-4F151885458C}" dt="2025-02-16T09:39:14.460" v="1948"/>
          <ac:grpSpMkLst>
            <pc:docMk/>
            <pc:sldMk cId="486749348" sldId="2147347744"/>
            <ac:grpSpMk id="40" creationId="{CA286D3B-A6B0-A9EC-75A3-178A9A2E9333}"/>
          </ac:grpSpMkLst>
        </pc:grpChg>
        <pc:grpChg chg="add mod">
          <ac:chgData name="Mitra, Sayan" userId="5f9b069e-390c-41f3-af3f-6bd4b0fb9710" providerId="ADAL" clId="{5F6DACBC-C6C5-402D-9AD4-4F151885458C}" dt="2025-02-16T09:39:14.460" v="1948"/>
          <ac:grpSpMkLst>
            <pc:docMk/>
            <pc:sldMk cId="486749348" sldId="2147347744"/>
            <ac:grpSpMk id="44" creationId="{E092C415-AB25-F4AE-1C4A-C038FC7BF962}"/>
          </ac:grpSpMkLst>
        </pc:grpChg>
        <pc:grpChg chg="del">
          <ac:chgData name="Mitra, Sayan" userId="5f9b069e-390c-41f3-af3f-6bd4b0fb9710" providerId="ADAL" clId="{5F6DACBC-C6C5-402D-9AD4-4F151885458C}" dt="2025-02-16T04:05:37.791" v="1485" actId="478"/>
          <ac:grpSpMkLst>
            <pc:docMk/>
            <pc:sldMk cId="486749348" sldId="2147347744"/>
            <ac:grpSpMk id="56" creationId="{334AFA84-9E34-2AB5-950A-B0D71537806C}"/>
          </ac:grpSpMkLst>
        </pc:grpChg>
        <pc:grpChg chg="del">
          <ac:chgData name="Mitra, Sayan" userId="5f9b069e-390c-41f3-af3f-6bd4b0fb9710" providerId="ADAL" clId="{5F6DACBC-C6C5-402D-9AD4-4F151885458C}" dt="2025-02-16T09:39:12.930" v="1947" actId="478"/>
          <ac:grpSpMkLst>
            <pc:docMk/>
            <pc:sldMk cId="486749348" sldId="2147347744"/>
            <ac:grpSpMk id="465" creationId="{59095C89-8E6A-FF52-8881-3D5446E196F9}"/>
          </ac:grpSpMkLst>
        </pc:grpChg>
        <pc:graphicFrameChg chg="del">
          <ac:chgData name="Mitra, Sayan" userId="5f9b069e-390c-41f3-af3f-6bd4b0fb9710" providerId="ADAL" clId="{5F6DACBC-C6C5-402D-9AD4-4F151885458C}" dt="2025-02-16T09:39:12.930" v="1947" actId="478"/>
          <ac:graphicFrameMkLst>
            <pc:docMk/>
            <pc:sldMk cId="486749348" sldId="2147347744"/>
            <ac:graphicFrameMk id="26" creationId="{E33E5B11-444B-5E99-29E6-104FF7ABE72C}"/>
          </ac:graphicFrameMkLst>
        </pc:graphicFrameChg>
        <pc:graphicFrameChg chg="del">
          <ac:chgData name="Mitra, Sayan" userId="5f9b069e-390c-41f3-af3f-6bd4b0fb9710" providerId="ADAL" clId="{5F6DACBC-C6C5-402D-9AD4-4F151885458C}" dt="2025-02-16T09:39:12.930" v="1947" actId="478"/>
          <ac:graphicFrameMkLst>
            <pc:docMk/>
            <pc:sldMk cId="486749348" sldId="2147347744"/>
            <ac:graphicFrameMk id="452" creationId="{B912E424-305C-C163-B2CD-DBAABDFB957A}"/>
          </ac:graphicFrameMkLst>
        </pc:graphicFrameChg>
        <pc:graphicFrameChg chg="del">
          <ac:chgData name="Mitra, Sayan" userId="5f9b069e-390c-41f3-af3f-6bd4b0fb9710" providerId="ADAL" clId="{5F6DACBC-C6C5-402D-9AD4-4F151885458C}" dt="2025-02-16T09:39:12.930" v="1947" actId="478"/>
          <ac:graphicFrameMkLst>
            <pc:docMk/>
            <pc:sldMk cId="486749348" sldId="2147347744"/>
            <ac:graphicFrameMk id="453" creationId="{8D75814E-8024-3A29-EC8C-FB3C0C3F5191}"/>
          </ac:graphicFrameMkLst>
        </pc:graphicFrameChg>
        <pc:graphicFrameChg chg="del">
          <ac:chgData name="Mitra, Sayan" userId="5f9b069e-390c-41f3-af3f-6bd4b0fb9710" providerId="ADAL" clId="{5F6DACBC-C6C5-402D-9AD4-4F151885458C}" dt="2025-02-16T09:39:12.930" v="1947" actId="478"/>
          <ac:graphicFrameMkLst>
            <pc:docMk/>
            <pc:sldMk cId="486749348" sldId="2147347744"/>
            <ac:graphicFrameMk id="454" creationId="{8D5C0F58-BA3F-F982-EAC5-C4F94BD7164F}"/>
          </ac:graphicFrameMkLst>
        </pc:graphicFrameChg>
        <pc:picChg chg="add mod">
          <ac:chgData name="Mitra, Sayan" userId="5f9b069e-390c-41f3-af3f-6bd4b0fb9710" providerId="ADAL" clId="{5F6DACBC-C6C5-402D-9AD4-4F151885458C}" dt="2025-02-16T09:39:14.460" v="1948"/>
          <ac:picMkLst>
            <pc:docMk/>
            <pc:sldMk cId="486749348" sldId="2147347744"/>
            <ac:picMk id="7" creationId="{83359BF7-2EB4-813A-0060-9BB92944FECF}"/>
          </ac:picMkLst>
        </pc:picChg>
        <pc:picChg chg="add del mod">
          <ac:chgData name="Mitra, Sayan" userId="5f9b069e-390c-41f3-af3f-6bd4b0fb9710" providerId="ADAL" clId="{5F6DACBC-C6C5-402D-9AD4-4F151885458C}" dt="2025-02-16T09:39:12.930" v="1947" actId="478"/>
          <ac:picMkLst>
            <pc:docMk/>
            <pc:sldMk cId="486749348" sldId="2147347744"/>
            <ac:picMk id="9" creationId="{24E1E6B4-546D-ACD7-42A6-A95F91D3A88D}"/>
          </ac:picMkLst>
        </pc:picChg>
        <pc:picChg chg="add del mod">
          <ac:chgData name="Mitra, Sayan" userId="5f9b069e-390c-41f3-af3f-6bd4b0fb9710" providerId="ADAL" clId="{5F6DACBC-C6C5-402D-9AD4-4F151885458C}" dt="2025-02-16T09:39:12.930" v="1947" actId="478"/>
          <ac:picMkLst>
            <pc:docMk/>
            <pc:sldMk cId="486749348" sldId="2147347744"/>
            <ac:picMk id="11" creationId="{49D62041-82D3-A09F-C6D0-ED5F3B22A9F0}"/>
          </ac:picMkLst>
        </pc:picChg>
        <pc:picChg chg="add del mod">
          <ac:chgData name="Mitra, Sayan" userId="5f9b069e-390c-41f3-af3f-6bd4b0fb9710" providerId="ADAL" clId="{5F6DACBC-C6C5-402D-9AD4-4F151885458C}" dt="2025-02-16T09:39:12.930" v="1947" actId="478"/>
          <ac:picMkLst>
            <pc:docMk/>
            <pc:sldMk cId="486749348" sldId="2147347744"/>
            <ac:picMk id="12" creationId="{9B8A8CB7-39DD-1470-896D-7F92BA6A0A73}"/>
          </ac:picMkLst>
        </pc:picChg>
        <pc:cxnChg chg="add del mod">
          <ac:chgData name="Mitra, Sayan" userId="5f9b069e-390c-41f3-af3f-6bd4b0fb9710" providerId="ADAL" clId="{5F6DACBC-C6C5-402D-9AD4-4F151885458C}" dt="2025-02-16T04:03:27.560" v="1377" actId="478"/>
          <ac:cxnSpMkLst>
            <pc:docMk/>
            <pc:sldMk cId="486749348" sldId="2147347744"/>
            <ac:cxnSpMk id="8" creationId="{19E944C7-B338-2E63-08C1-5FDD84DE00ED}"/>
          </ac:cxnSpMkLst>
        </pc:cxnChg>
        <pc:cxnChg chg="del">
          <ac:chgData name="Mitra, Sayan" userId="5f9b069e-390c-41f3-af3f-6bd4b0fb9710" providerId="ADAL" clId="{5F6DACBC-C6C5-402D-9AD4-4F151885458C}" dt="2025-02-16T09:39:12.930" v="1947" actId="478"/>
          <ac:cxnSpMkLst>
            <pc:docMk/>
            <pc:sldMk cId="486749348" sldId="2147347744"/>
            <ac:cxnSpMk id="451" creationId="{84EE3877-424A-C980-8351-F1B3DB382E1A}"/>
          </ac:cxnSpMkLst>
        </pc:cxnChg>
        <pc:cxnChg chg="del">
          <ac:chgData name="Mitra, Sayan" userId="5f9b069e-390c-41f3-af3f-6bd4b0fb9710" providerId="ADAL" clId="{5F6DACBC-C6C5-402D-9AD4-4F151885458C}" dt="2025-02-16T09:39:12.930" v="1947" actId="478"/>
          <ac:cxnSpMkLst>
            <pc:docMk/>
            <pc:sldMk cId="486749348" sldId="2147347744"/>
            <ac:cxnSpMk id="462" creationId="{0503256E-8573-50C6-1DB3-A45E600FFDAF}"/>
          </ac:cxnSpMkLst>
        </pc:cxnChg>
      </pc:sldChg>
      <pc:sldChg chg="addSp delSp modSp add mod ord">
        <pc:chgData name="Mitra, Sayan" userId="5f9b069e-390c-41f3-af3f-6bd4b0fb9710" providerId="ADAL" clId="{5F6DACBC-C6C5-402D-9AD4-4F151885458C}" dt="2025-02-17T00:58:39.970" v="2418" actId="207"/>
        <pc:sldMkLst>
          <pc:docMk/>
          <pc:sldMk cId="1731897258" sldId="2147347745"/>
        </pc:sldMkLst>
        <pc:spChg chg="mod">
          <ac:chgData name="Mitra, Sayan" userId="5f9b069e-390c-41f3-af3f-6bd4b0fb9710" providerId="ADAL" clId="{5F6DACBC-C6C5-402D-9AD4-4F151885458C}" dt="2025-02-16T04:18:50.326" v="1875"/>
          <ac:spMkLst>
            <pc:docMk/>
            <pc:sldMk cId="1731897258" sldId="2147347745"/>
            <ac:spMk id="2" creationId="{00000000-0000-0000-0000-000000000000}"/>
          </ac:spMkLst>
        </pc:spChg>
        <pc:spChg chg="mod">
          <ac:chgData name="Mitra, Sayan" userId="5f9b069e-390c-41f3-af3f-6bd4b0fb9710" providerId="ADAL" clId="{5F6DACBC-C6C5-402D-9AD4-4F151885458C}" dt="2025-02-16T04:16:13.147" v="1873" actId="20577"/>
          <ac:spMkLst>
            <pc:docMk/>
            <pc:sldMk cId="1731897258" sldId="2147347745"/>
            <ac:spMk id="6" creationId="{00000000-0000-0000-0000-000000000000}"/>
          </ac:spMkLst>
        </pc:spChg>
        <pc:spChg chg="mod topLvl">
          <ac:chgData name="Mitra, Sayan" userId="5f9b069e-390c-41f3-af3f-6bd4b0fb9710" providerId="ADAL" clId="{5F6DACBC-C6C5-402D-9AD4-4F151885458C}" dt="2025-02-16T04:13:34.793" v="1835" actId="165"/>
          <ac:spMkLst>
            <pc:docMk/>
            <pc:sldMk cId="1731897258" sldId="2147347745"/>
            <ac:spMk id="14" creationId="{84A285DF-3B9D-53BC-8718-2B71EDB08F7D}"/>
          </ac:spMkLst>
        </pc:spChg>
        <pc:spChg chg="del">
          <ac:chgData name="Mitra, Sayan" userId="5f9b069e-390c-41f3-af3f-6bd4b0fb9710" providerId="ADAL" clId="{5F6DACBC-C6C5-402D-9AD4-4F151885458C}" dt="2025-02-16T04:16:31.100" v="1874" actId="478"/>
          <ac:spMkLst>
            <pc:docMk/>
            <pc:sldMk cId="1731897258" sldId="2147347745"/>
            <ac:spMk id="795" creationId="{ADB3640C-C529-F1CA-FCAA-058BCC404BDE}"/>
          </ac:spMkLst>
        </pc:spChg>
        <pc:spChg chg="mod">
          <ac:chgData name="Mitra, Sayan" userId="5f9b069e-390c-41f3-af3f-6bd4b0fb9710" providerId="ADAL" clId="{5F6DACBC-C6C5-402D-9AD4-4F151885458C}" dt="2025-02-16T09:43:27.949" v="1981" actId="20577"/>
          <ac:spMkLst>
            <pc:docMk/>
            <pc:sldMk cId="1731897258" sldId="2147347745"/>
            <ac:spMk id="842" creationId="{2D603E95-93E1-E2C4-8278-33AD468B62C4}"/>
          </ac:spMkLst>
        </pc:spChg>
        <pc:spChg chg="mod topLvl">
          <ac:chgData name="Mitra, Sayan" userId="5f9b069e-390c-41f3-af3f-6bd4b0fb9710" providerId="ADAL" clId="{5F6DACBC-C6C5-402D-9AD4-4F151885458C}" dt="2025-02-17T00:58:31.695" v="2389" actId="207"/>
          <ac:spMkLst>
            <pc:docMk/>
            <pc:sldMk cId="1731897258" sldId="2147347745"/>
            <ac:spMk id="846" creationId="{17D6FB54-7747-E737-9789-6554D7A8E8CC}"/>
          </ac:spMkLst>
        </pc:spChg>
        <pc:spChg chg="mod topLvl">
          <ac:chgData name="Mitra, Sayan" userId="5f9b069e-390c-41f3-af3f-6bd4b0fb9710" providerId="ADAL" clId="{5F6DACBC-C6C5-402D-9AD4-4F151885458C}" dt="2025-02-17T00:58:39.970" v="2418" actId="207"/>
          <ac:spMkLst>
            <pc:docMk/>
            <pc:sldMk cId="1731897258" sldId="2147347745"/>
            <ac:spMk id="848" creationId="{0BD51AF0-EBC7-290D-33BF-08DC9F15B8BD}"/>
          </ac:spMkLst>
        </pc:spChg>
        <pc:spChg chg="mod topLvl">
          <ac:chgData name="Mitra, Sayan" userId="5f9b069e-390c-41f3-af3f-6bd4b0fb9710" providerId="ADAL" clId="{5F6DACBC-C6C5-402D-9AD4-4F151885458C}" dt="2025-02-17T00:57:35.338" v="2229" actId="207"/>
          <ac:spMkLst>
            <pc:docMk/>
            <pc:sldMk cId="1731897258" sldId="2147347745"/>
            <ac:spMk id="850" creationId="{BDDC8295-1BC5-1C4F-030B-953C39C0B43B}"/>
          </ac:spMkLst>
        </pc:spChg>
        <pc:spChg chg="mod topLvl">
          <ac:chgData name="Mitra, Sayan" userId="5f9b069e-390c-41f3-af3f-6bd4b0fb9710" providerId="ADAL" clId="{5F6DACBC-C6C5-402D-9AD4-4F151885458C}" dt="2025-02-17T00:58:20.656" v="2359" actId="207"/>
          <ac:spMkLst>
            <pc:docMk/>
            <pc:sldMk cId="1731897258" sldId="2147347745"/>
            <ac:spMk id="852" creationId="{FB53E294-27EC-3A86-6A62-E1B7F8C47AE4}"/>
          </ac:spMkLst>
        </pc:spChg>
        <pc:spChg chg="mod topLvl">
          <ac:chgData name="Mitra, Sayan" userId="5f9b069e-390c-41f3-af3f-6bd4b0fb9710" providerId="ADAL" clId="{5F6DACBC-C6C5-402D-9AD4-4F151885458C}" dt="2025-02-17T00:58:10.130" v="2303" actId="207"/>
          <ac:spMkLst>
            <pc:docMk/>
            <pc:sldMk cId="1731897258" sldId="2147347745"/>
            <ac:spMk id="854" creationId="{A47DAE26-3AA2-3607-71B3-97B09ED0B5A0}"/>
          </ac:spMkLst>
        </pc:spChg>
        <pc:spChg chg="mod topLvl">
          <ac:chgData name="Mitra, Sayan" userId="5f9b069e-390c-41f3-af3f-6bd4b0fb9710" providerId="ADAL" clId="{5F6DACBC-C6C5-402D-9AD4-4F151885458C}" dt="2025-02-17T00:58:05.310" v="2299" actId="207"/>
          <ac:spMkLst>
            <pc:docMk/>
            <pc:sldMk cId="1731897258" sldId="2147347745"/>
            <ac:spMk id="856" creationId="{48444A17-A7B1-7299-82A5-3A43C668313A}"/>
          </ac:spMkLst>
        </pc:spChg>
        <pc:spChg chg="mod topLvl">
          <ac:chgData name="Mitra, Sayan" userId="5f9b069e-390c-41f3-af3f-6bd4b0fb9710" providerId="ADAL" clId="{5F6DACBC-C6C5-402D-9AD4-4F151885458C}" dt="2025-02-16T04:14:18.147" v="1851" actId="465"/>
          <ac:spMkLst>
            <pc:docMk/>
            <pc:sldMk cId="1731897258" sldId="2147347745"/>
            <ac:spMk id="857" creationId="{4F7689A4-23B4-80A9-A3CE-8C7B2A50E1EB}"/>
          </ac:spMkLst>
        </pc:spChg>
        <pc:spChg chg="mod topLvl">
          <ac:chgData name="Mitra, Sayan" userId="5f9b069e-390c-41f3-af3f-6bd4b0fb9710" providerId="ADAL" clId="{5F6DACBC-C6C5-402D-9AD4-4F151885458C}" dt="2025-02-17T00:58:15.339" v="2334" actId="207"/>
          <ac:spMkLst>
            <pc:docMk/>
            <pc:sldMk cId="1731897258" sldId="2147347745"/>
            <ac:spMk id="858" creationId="{C492E76C-3C52-E43C-B17E-E2D13908B9E1}"/>
          </ac:spMkLst>
        </pc:spChg>
        <pc:spChg chg="mod">
          <ac:chgData name="Mitra, Sayan" userId="5f9b069e-390c-41f3-af3f-6bd4b0fb9710" providerId="ADAL" clId="{5F6DACBC-C6C5-402D-9AD4-4F151885458C}" dt="2025-02-16T04:14:18.147" v="1851" actId="465"/>
          <ac:spMkLst>
            <pc:docMk/>
            <pc:sldMk cId="1731897258" sldId="2147347745"/>
            <ac:spMk id="860" creationId="{84055194-4223-1B5D-C0F7-7B7DEB87AD04}"/>
          </ac:spMkLst>
        </pc:spChg>
        <pc:spChg chg="mod">
          <ac:chgData name="Mitra, Sayan" userId="5f9b069e-390c-41f3-af3f-6bd4b0fb9710" providerId="ADAL" clId="{5F6DACBC-C6C5-402D-9AD4-4F151885458C}" dt="2025-02-16T04:14:18.147" v="1851" actId="465"/>
          <ac:spMkLst>
            <pc:docMk/>
            <pc:sldMk cId="1731897258" sldId="2147347745"/>
            <ac:spMk id="861" creationId="{A8AF5AD0-E616-E4B4-1D8B-21BEEE6A10E8}"/>
          </ac:spMkLst>
        </pc:spChg>
        <pc:spChg chg="mod">
          <ac:chgData name="Mitra, Sayan" userId="5f9b069e-390c-41f3-af3f-6bd4b0fb9710" providerId="ADAL" clId="{5F6DACBC-C6C5-402D-9AD4-4F151885458C}" dt="2025-02-16T04:14:18.147" v="1851" actId="465"/>
          <ac:spMkLst>
            <pc:docMk/>
            <pc:sldMk cId="1731897258" sldId="2147347745"/>
            <ac:spMk id="862" creationId="{7823635A-816D-84E5-9EC5-E80555E8BDE3}"/>
          </ac:spMkLst>
        </pc:spChg>
        <pc:spChg chg="mod">
          <ac:chgData name="Mitra, Sayan" userId="5f9b069e-390c-41f3-af3f-6bd4b0fb9710" providerId="ADAL" clId="{5F6DACBC-C6C5-402D-9AD4-4F151885458C}" dt="2025-02-16T04:14:18.147" v="1851" actId="465"/>
          <ac:spMkLst>
            <pc:docMk/>
            <pc:sldMk cId="1731897258" sldId="2147347745"/>
            <ac:spMk id="863" creationId="{BB03AB7F-D8C7-2998-A84E-6FDD3BF87823}"/>
          </ac:spMkLst>
        </pc:spChg>
        <pc:spChg chg="mod">
          <ac:chgData name="Mitra, Sayan" userId="5f9b069e-390c-41f3-af3f-6bd4b0fb9710" providerId="ADAL" clId="{5F6DACBC-C6C5-402D-9AD4-4F151885458C}" dt="2025-02-16T04:14:18.147" v="1851" actId="465"/>
          <ac:spMkLst>
            <pc:docMk/>
            <pc:sldMk cId="1731897258" sldId="2147347745"/>
            <ac:spMk id="864" creationId="{5456C10F-B0A2-D824-7B28-A449F17FEE5E}"/>
          </ac:spMkLst>
        </pc:spChg>
        <pc:spChg chg="mod">
          <ac:chgData name="Mitra, Sayan" userId="5f9b069e-390c-41f3-af3f-6bd4b0fb9710" providerId="ADAL" clId="{5F6DACBC-C6C5-402D-9AD4-4F151885458C}" dt="2025-02-16T04:14:18.147" v="1851" actId="465"/>
          <ac:spMkLst>
            <pc:docMk/>
            <pc:sldMk cId="1731897258" sldId="2147347745"/>
            <ac:spMk id="865" creationId="{B1F533C8-9B9A-43F5-6196-F08A6AF8F412}"/>
          </ac:spMkLst>
        </pc:spChg>
        <pc:spChg chg="mod">
          <ac:chgData name="Mitra, Sayan" userId="5f9b069e-390c-41f3-af3f-6bd4b0fb9710" providerId="ADAL" clId="{5F6DACBC-C6C5-402D-9AD4-4F151885458C}" dt="2025-02-16T04:14:18.147" v="1851" actId="465"/>
          <ac:spMkLst>
            <pc:docMk/>
            <pc:sldMk cId="1731897258" sldId="2147347745"/>
            <ac:spMk id="866" creationId="{2502CE9A-8BA8-3399-B099-1642B497D866}"/>
          </ac:spMkLst>
        </pc:spChg>
        <pc:spChg chg="mod">
          <ac:chgData name="Mitra, Sayan" userId="5f9b069e-390c-41f3-af3f-6bd4b0fb9710" providerId="ADAL" clId="{5F6DACBC-C6C5-402D-9AD4-4F151885458C}" dt="2025-02-16T04:14:18.147" v="1851" actId="465"/>
          <ac:spMkLst>
            <pc:docMk/>
            <pc:sldMk cId="1731897258" sldId="2147347745"/>
            <ac:spMk id="867" creationId="{10FE7C3F-43C5-07F8-2AAB-8AF26474F01C}"/>
          </ac:spMkLst>
        </pc:spChg>
        <pc:spChg chg="mod">
          <ac:chgData name="Mitra, Sayan" userId="5f9b069e-390c-41f3-af3f-6bd4b0fb9710" providerId="ADAL" clId="{5F6DACBC-C6C5-402D-9AD4-4F151885458C}" dt="2025-02-16T04:14:18.147" v="1851" actId="465"/>
          <ac:spMkLst>
            <pc:docMk/>
            <pc:sldMk cId="1731897258" sldId="2147347745"/>
            <ac:spMk id="868" creationId="{9EBCB4A3-405C-245B-ADF5-C670CC4028A5}"/>
          </ac:spMkLst>
        </pc:spChg>
        <pc:spChg chg="mod">
          <ac:chgData name="Mitra, Sayan" userId="5f9b069e-390c-41f3-af3f-6bd4b0fb9710" providerId="ADAL" clId="{5F6DACBC-C6C5-402D-9AD4-4F151885458C}" dt="2025-02-16T04:14:18.147" v="1851" actId="465"/>
          <ac:spMkLst>
            <pc:docMk/>
            <pc:sldMk cId="1731897258" sldId="2147347745"/>
            <ac:spMk id="869" creationId="{0867536E-9101-2C70-B505-FF45F7833615}"/>
          </ac:spMkLst>
        </pc:spChg>
        <pc:spChg chg="mod">
          <ac:chgData name="Mitra, Sayan" userId="5f9b069e-390c-41f3-af3f-6bd4b0fb9710" providerId="ADAL" clId="{5F6DACBC-C6C5-402D-9AD4-4F151885458C}" dt="2025-02-16T04:14:15.093" v="1850" actId="1036"/>
          <ac:spMkLst>
            <pc:docMk/>
            <pc:sldMk cId="1731897258" sldId="2147347745"/>
            <ac:spMk id="870" creationId="{8E9DE593-22E5-587B-90F9-F00E4B79E4E2}"/>
          </ac:spMkLst>
        </pc:spChg>
        <pc:spChg chg="mod">
          <ac:chgData name="Mitra, Sayan" userId="5f9b069e-390c-41f3-af3f-6bd4b0fb9710" providerId="ADAL" clId="{5F6DACBC-C6C5-402D-9AD4-4F151885458C}" dt="2025-02-16T04:14:15.093" v="1850" actId="1036"/>
          <ac:spMkLst>
            <pc:docMk/>
            <pc:sldMk cId="1731897258" sldId="2147347745"/>
            <ac:spMk id="871" creationId="{ADFB92B2-791D-FA32-7BFE-84174194F983}"/>
          </ac:spMkLst>
        </pc:spChg>
        <pc:spChg chg="mod">
          <ac:chgData name="Mitra, Sayan" userId="5f9b069e-390c-41f3-af3f-6bd4b0fb9710" providerId="ADAL" clId="{5F6DACBC-C6C5-402D-9AD4-4F151885458C}" dt="2025-02-16T04:14:15.093" v="1850" actId="1036"/>
          <ac:spMkLst>
            <pc:docMk/>
            <pc:sldMk cId="1731897258" sldId="2147347745"/>
            <ac:spMk id="872" creationId="{A0644770-F83D-8F0C-CE4F-C043E096F873}"/>
          </ac:spMkLst>
        </pc:spChg>
        <pc:spChg chg="mod">
          <ac:chgData name="Mitra, Sayan" userId="5f9b069e-390c-41f3-af3f-6bd4b0fb9710" providerId="ADAL" clId="{5F6DACBC-C6C5-402D-9AD4-4F151885458C}" dt="2025-02-16T04:14:15.093" v="1850" actId="1036"/>
          <ac:spMkLst>
            <pc:docMk/>
            <pc:sldMk cId="1731897258" sldId="2147347745"/>
            <ac:spMk id="873" creationId="{B3F22AFD-DDED-F9FB-0E83-F236ED727D4A}"/>
          </ac:spMkLst>
        </pc:spChg>
        <pc:spChg chg="mod">
          <ac:chgData name="Mitra, Sayan" userId="5f9b069e-390c-41f3-af3f-6bd4b0fb9710" providerId="ADAL" clId="{5F6DACBC-C6C5-402D-9AD4-4F151885458C}" dt="2025-02-16T04:14:18.147" v="1851" actId="465"/>
          <ac:spMkLst>
            <pc:docMk/>
            <pc:sldMk cId="1731897258" sldId="2147347745"/>
            <ac:spMk id="874" creationId="{0BA76BD9-09E0-9832-66D8-1A3609E7F37F}"/>
          </ac:spMkLst>
        </pc:spChg>
        <pc:spChg chg="mod">
          <ac:chgData name="Mitra, Sayan" userId="5f9b069e-390c-41f3-af3f-6bd4b0fb9710" providerId="ADAL" clId="{5F6DACBC-C6C5-402D-9AD4-4F151885458C}" dt="2025-02-16T04:14:18.147" v="1851" actId="465"/>
          <ac:spMkLst>
            <pc:docMk/>
            <pc:sldMk cId="1731897258" sldId="2147347745"/>
            <ac:spMk id="875" creationId="{7DE7B2D1-5C47-2796-80C4-BE882DFC1014}"/>
          </ac:spMkLst>
        </pc:spChg>
        <pc:spChg chg="mod">
          <ac:chgData name="Mitra, Sayan" userId="5f9b069e-390c-41f3-af3f-6bd4b0fb9710" providerId="ADAL" clId="{5F6DACBC-C6C5-402D-9AD4-4F151885458C}" dt="2025-02-16T04:14:18.147" v="1851" actId="465"/>
          <ac:spMkLst>
            <pc:docMk/>
            <pc:sldMk cId="1731897258" sldId="2147347745"/>
            <ac:spMk id="876" creationId="{E21AA2BB-273E-DF41-9145-FBA069DBBEF9}"/>
          </ac:spMkLst>
        </pc:spChg>
        <pc:spChg chg="mod">
          <ac:chgData name="Mitra, Sayan" userId="5f9b069e-390c-41f3-af3f-6bd4b0fb9710" providerId="ADAL" clId="{5F6DACBC-C6C5-402D-9AD4-4F151885458C}" dt="2025-02-16T04:14:18.147" v="1851" actId="465"/>
          <ac:spMkLst>
            <pc:docMk/>
            <pc:sldMk cId="1731897258" sldId="2147347745"/>
            <ac:spMk id="877" creationId="{5FEC17B3-A002-D1CB-053B-94E355CB42DB}"/>
          </ac:spMkLst>
        </pc:spChg>
        <pc:spChg chg="mod">
          <ac:chgData name="Mitra, Sayan" userId="5f9b069e-390c-41f3-af3f-6bd4b0fb9710" providerId="ADAL" clId="{5F6DACBC-C6C5-402D-9AD4-4F151885458C}" dt="2025-02-16T04:14:18.147" v="1851" actId="465"/>
          <ac:spMkLst>
            <pc:docMk/>
            <pc:sldMk cId="1731897258" sldId="2147347745"/>
            <ac:spMk id="878" creationId="{6D63D46E-2D3B-F8A1-A050-78FAA722AA46}"/>
          </ac:spMkLst>
        </pc:spChg>
        <pc:spChg chg="mod">
          <ac:chgData name="Mitra, Sayan" userId="5f9b069e-390c-41f3-af3f-6bd4b0fb9710" providerId="ADAL" clId="{5F6DACBC-C6C5-402D-9AD4-4F151885458C}" dt="2025-02-16T04:14:18.147" v="1851" actId="465"/>
          <ac:spMkLst>
            <pc:docMk/>
            <pc:sldMk cId="1731897258" sldId="2147347745"/>
            <ac:spMk id="879" creationId="{A7AC8F9A-EB86-6028-A6D8-373801B0C3AA}"/>
          </ac:spMkLst>
        </pc:spChg>
        <pc:spChg chg="mod">
          <ac:chgData name="Mitra, Sayan" userId="5f9b069e-390c-41f3-af3f-6bd4b0fb9710" providerId="ADAL" clId="{5F6DACBC-C6C5-402D-9AD4-4F151885458C}" dt="2025-02-16T04:14:18.147" v="1851" actId="465"/>
          <ac:spMkLst>
            <pc:docMk/>
            <pc:sldMk cId="1731897258" sldId="2147347745"/>
            <ac:spMk id="880" creationId="{4E7E387E-ECBA-6142-8DCC-6125F3B4C24E}"/>
          </ac:spMkLst>
        </pc:spChg>
        <pc:grpChg chg="add mod">
          <ac:chgData name="Mitra, Sayan" userId="5f9b069e-390c-41f3-af3f-6bd4b0fb9710" providerId="ADAL" clId="{5F6DACBC-C6C5-402D-9AD4-4F151885458C}" dt="2025-02-16T04:14:28.767" v="1852" actId="164"/>
          <ac:grpSpMkLst>
            <pc:docMk/>
            <pc:sldMk cId="1731897258" sldId="2147347745"/>
            <ac:grpSpMk id="3" creationId="{73EFF77E-3164-A997-6088-D1FCCDD68CE5}"/>
          </ac:grpSpMkLst>
        </pc:grpChg>
        <pc:grpChg chg="add del mod">
          <ac:chgData name="Mitra, Sayan" userId="5f9b069e-390c-41f3-af3f-6bd4b0fb9710" providerId="ADAL" clId="{5F6DACBC-C6C5-402D-9AD4-4F151885458C}" dt="2025-02-16T04:13:34.793" v="1835" actId="165"/>
          <ac:grpSpMkLst>
            <pc:docMk/>
            <pc:sldMk cId="1731897258" sldId="2147347745"/>
            <ac:grpSpMk id="13" creationId="{DC89975B-D0CC-BD4A-93A4-C6E5EC580036}"/>
          </ac:grpSpMkLst>
        </pc:grpChg>
        <pc:grpChg chg="add mod">
          <ac:chgData name="Mitra, Sayan" userId="5f9b069e-390c-41f3-af3f-6bd4b0fb9710" providerId="ADAL" clId="{5F6DACBC-C6C5-402D-9AD4-4F151885458C}" dt="2025-02-16T04:14:28.767" v="1852" actId="164"/>
          <ac:grpSpMkLst>
            <pc:docMk/>
            <pc:sldMk cId="1731897258" sldId="2147347745"/>
            <ac:grpSpMk id="18" creationId="{60DAAF97-4B90-A2DA-4743-D2626E21E393}"/>
          </ac:grpSpMkLst>
        </pc:grpChg>
        <pc:grpChg chg="add mod">
          <ac:chgData name="Mitra, Sayan" userId="5f9b069e-390c-41f3-af3f-6bd4b0fb9710" providerId="ADAL" clId="{5F6DACBC-C6C5-402D-9AD4-4F151885458C}" dt="2025-02-16T04:14:28.767" v="1852" actId="164"/>
          <ac:grpSpMkLst>
            <pc:docMk/>
            <pc:sldMk cId="1731897258" sldId="2147347745"/>
            <ac:grpSpMk id="19" creationId="{0ECF4501-A69D-DF04-1CB5-7F93FCE105EC}"/>
          </ac:grpSpMkLst>
        </pc:grpChg>
        <pc:grpChg chg="add mod">
          <ac:chgData name="Mitra, Sayan" userId="5f9b069e-390c-41f3-af3f-6bd4b0fb9710" providerId="ADAL" clId="{5F6DACBC-C6C5-402D-9AD4-4F151885458C}" dt="2025-02-16T04:14:28.767" v="1852" actId="164"/>
          <ac:grpSpMkLst>
            <pc:docMk/>
            <pc:sldMk cId="1731897258" sldId="2147347745"/>
            <ac:grpSpMk id="20" creationId="{E24126B3-99FD-4EAC-2686-CF3A505D148D}"/>
          </ac:grpSpMkLst>
        </pc:grpChg>
        <pc:grpChg chg="add mod">
          <ac:chgData name="Mitra, Sayan" userId="5f9b069e-390c-41f3-af3f-6bd4b0fb9710" providerId="ADAL" clId="{5F6DACBC-C6C5-402D-9AD4-4F151885458C}" dt="2025-02-16T04:14:28.767" v="1852" actId="164"/>
          <ac:grpSpMkLst>
            <pc:docMk/>
            <pc:sldMk cId="1731897258" sldId="2147347745"/>
            <ac:grpSpMk id="21" creationId="{E4F07230-A045-CE1D-6FD9-74CD93EDBA77}"/>
          </ac:grpSpMkLst>
        </pc:grpChg>
        <pc:grpChg chg="add mod">
          <ac:chgData name="Mitra, Sayan" userId="5f9b069e-390c-41f3-af3f-6bd4b0fb9710" providerId="ADAL" clId="{5F6DACBC-C6C5-402D-9AD4-4F151885458C}" dt="2025-02-16T04:14:28.767" v="1852" actId="164"/>
          <ac:grpSpMkLst>
            <pc:docMk/>
            <pc:sldMk cId="1731897258" sldId="2147347745"/>
            <ac:grpSpMk id="22" creationId="{6C86D76D-C720-50C1-9A35-74073FD2DBE3}"/>
          </ac:grpSpMkLst>
        </pc:grpChg>
        <pc:grpChg chg="add mod">
          <ac:chgData name="Mitra, Sayan" userId="5f9b069e-390c-41f3-af3f-6bd4b0fb9710" providerId="ADAL" clId="{5F6DACBC-C6C5-402D-9AD4-4F151885458C}" dt="2025-02-16T04:14:28.767" v="1852" actId="164"/>
          <ac:grpSpMkLst>
            <pc:docMk/>
            <pc:sldMk cId="1731897258" sldId="2147347745"/>
            <ac:grpSpMk id="24" creationId="{4923A4FC-093E-E0F5-7E3D-4833B63925A2}"/>
          </ac:grpSpMkLst>
        </pc:grpChg>
        <pc:grpChg chg="add mod">
          <ac:chgData name="Mitra, Sayan" userId="5f9b069e-390c-41f3-af3f-6bd4b0fb9710" providerId="ADAL" clId="{5F6DACBC-C6C5-402D-9AD4-4F151885458C}" dt="2025-02-16T04:14:28.767" v="1852" actId="164"/>
          <ac:grpSpMkLst>
            <pc:docMk/>
            <pc:sldMk cId="1731897258" sldId="2147347745"/>
            <ac:grpSpMk id="26" creationId="{FD09B04B-9D75-BDB5-6839-268550155386}"/>
          </ac:grpSpMkLst>
        </pc:grpChg>
        <pc:grpChg chg="del">
          <ac:chgData name="Mitra, Sayan" userId="5f9b069e-390c-41f3-af3f-6bd4b0fb9710" providerId="ADAL" clId="{5F6DACBC-C6C5-402D-9AD4-4F151885458C}" dt="2025-02-16T04:10:23.364" v="1791" actId="165"/>
          <ac:grpSpMkLst>
            <pc:docMk/>
            <pc:sldMk cId="1731897258" sldId="2147347745"/>
            <ac:grpSpMk id="845" creationId="{C415E605-1354-618A-A866-643848EB8697}"/>
          </ac:grpSpMkLst>
        </pc:grpChg>
        <pc:grpChg chg="mod topLvl">
          <ac:chgData name="Mitra, Sayan" userId="5f9b069e-390c-41f3-af3f-6bd4b0fb9710" providerId="ADAL" clId="{5F6DACBC-C6C5-402D-9AD4-4F151885458C}" dt="2025-02-16T04:14:18.147" v="1851" actId="465"/>
          <ac:grpSpMkLst>
            <pc:docMk/>
            <pc:sldMk cId="1731897258" sldId="2147347745"/>
            <ac:grpSpMk id="847" creationId="{51615DEE-F23D-3232-C30B-6FEA6D45AEFE}"/>
          </ac:grpSpMkLst>
        </pc:grpChg>
        <pc:grpChg chg="mod topLvl">
          <ac:chgData name="Mitra, Sayan" userId="5f9b069e-390c-41f3-af3f-6bd4b0fb9710" providerId="ADAL" clId="{5F6DACBC-C6C5-402D-9AD4-4F151885458C}" dt="2025-02-16T04:14:15.093" v="1850" actId="1036"/>
          <ac:grpSpMkLst>
            <pc:docMk/>
            <pc:sldMk cId="1731897258" sldId="2147347745"/>
            <ac:grpSpMk id="849" creationId="{B39E75CC-FFEC-67F8-E3B5-2C74CE0F088D}"/>
          </ac:grpSpMkLst>
        </pc:grpChg>
        <pc:grpChg chg="mod topLvl">
          <ac:chgData name="Mitra, Sayan" userId="5f9b069e-390c-41f3-af3f-6bd4b0fb9710" providerId="ADAL" clId="{5F6DACBC-C6C5-402D-9AD4-4F151885458C}" dt="2025-02-16T04:14:15.093" v="1850" actId="1036"/>
          <ac:grpSpMkLst>
            <pc:docMk/>
            <pc:sldMk cId="1731897258" sldId="2147347745"/>
            <ac:grpSpMk id="851" creationId="{645D0A1F-D011-0F71-5F41-435EF5E2E5E2}"/>
          </ac:grpSpMkLst>
        </pc:grpChg>
        <pc:grpChg chg="mod topLvl">
          <ac:chgData name="Mitra, Sayan" userId="5f9b069e-390c-41f3-af3f-6bd4b0fb9710" providerId="ADAL" clId="{5F6DACBC-C6C5-402D-9AD4-4F151885458C}" dt="2025-02-16T04:14:18.147" v="1851" actId="465"/>
          <ac:grpSpMkLst>
            <pc:docMk/>
            <pc:sldMk cId="1731897258" sldId="2147347745"/>
            <ac:grpSpMk id="853" creationId="{62F18073-5E69-A728-06BF-989A67A16FE4}"/>
          </ac:grpSpMkLst>
        </pc:grpChg>
        <pc:grpChg chg="mod topLvl">
          <ac:chgData name="Mitra, Sayan" userId="5f9b069e-390c-41f3-af3f-6bd4b0fb9710" providerId="ADAL" clId="{5F6DACBC-C6C5-402D-9AD4-4F151885458C}" dt="2025-02-16T04:14:18.147" v="1851" actId="465"/>
          <ac:grpSpMkLst>
            <pc:docMk/>
            <pc:sldMk cId="1731897258" sldId="2147347745"/>
            <ac:grpSpMk id="855" creationId="{FDE712B7-AD13-78E2-4BDE-9E5400B7779B}"/>
          </ac:grpSpMkLst>
        </pc:grpChg>
        <pc:grpChg chg="mod topLvl">
          <ac:chgData name="Mitra, Sayan" userId="5f9b069e-390c-41f3-af3f-6bd4b0fb9710" providerId="ADAL" clId="{5F6DACBC-C6C5-402D-9AD4-4F151885458C}" dt="2025-02-16T04:14:18.147" v="1851" actId="465"/>
          <ac:grpSpMkLst>
            <pc:docMk/>
            <pc:sldMk cId="1731897258" sldId="2147347745"/>
            <ac:grpSpMk id="859" creationId="{34320940-E225-1ACC-1E63-C714299FBABB}"/>
          </ac:grpSpMkLst>
        </pc:grpChg>
      </pc:sldChg>
      <pc:sldChg chg="modSp add mod">
        <pc:chgData name="Mitra, Sayan" userId="5f9b069e-390c-41f3-af3f-6bd4b0fb9710" providerId="ADAL" clId="{5F6DACBC-C6C5-402D-9AD4-4F151885458C}" dt="2025-02-17T00:30:08.539" v="2194" actId="20577"/>
        <pc:sldMkLst>
          <pc:docMk/>
          <pc:sldMk cId="3089118451" sldId="2147347746"/>
        </pc:sldMkLst>
        <pc:spChg chg="mod">
          <ac:chgData name="Mitra, Sayan" userId="5f9b069e-390c-41f3-af3f-6bd4b0fb9710" providerId="ADAL" clId="{5F6DACBC-C6C5-402D-9AD4-4F151885458C}" dt="2025-02-17T00:30:08.539" v="2194" actId="20577"/>
          <ac:spMkLst>
            <pc:docMk/>
            <pc:sldMk cId="3089118451" sldId="2147347746"/>
            <ac:spMk id="2" creationId="{00000000-0000-0000-0000-000000000000}"/>
          </ac:spMkLst>
        </pc:spChg>
        <pc:spChg chg="mod">
          <ac:chgData name="Mitra, Sayan" userId="5f9b069e-390c-41f3-af3f-6bd4b0fb9710" providerId="ADAL" clId="{5F6DACBC-C6C5-402D-9AD4-4F151885458C}" dt="2025-02-17T00:27:56.370" v="2139" actId="1035"/>
          <ac:spMkLst>
            <pc:docMk/>
            <pc:sldMk cId="3089118451" sldId="2147347746"/>
            <ac:spMk id="6" creationId="{00000000-0000-0000-0000-000000000000}"/>
          </ac:spMkLst>
        </pc:spChg>
      </pc:sldChg>
    </pc:docChg>
  </pc:docChgLst>
  <pc:docChgLst>
    <pc:chgData name="Mukherjee, Shouvik" userId="8a0946e8-3a6b-4d5c-947d-73f4cd578335" providerId="ADAL" clId="{4BCD3278-353E-4171-B877-06D97E4A9517}"/>
    <pc:docChg chg="undo custSel modSld">
      <pc:chgData name="Mukherjee, Shouvik" userId="8a0946e8-3a6b-4d5c-947d-73f4cd578335" providerId="ADAL" clId="{4BCD3278-353E-4171-B877-06D97E4A9517}" dt="2025-02-16T16:56:50.245" v="3118" actId="20577"/>
      <pc:docMkLst>
        <pc:docMk/>
      </pc:docMkLst>
      <pc:sldChg chg="modSp mod">
        <pc:chgData name="Mukherjee, Shouvik" userId="8a0946e8-3a6b-4d5c-947d-73f4cd578335" providerId="ADAL" clId="{4BCD3278-353E-4171-B877-06D97E4A9517}" dt="2025-02-16T16:55:36.942" v="3067" actId="20577"/>
        <pc:sldMkLst>
          <pc:docMk/>
          <pc:sldMk cId="1922955954" sldId="453"/>
        </pc:sldMkLst>
        <pc:spChg chg="mod">
          <ac:chgData name="Mukherjee, Shouvik" userId="8a0946e8-3a6b-4d5c-947d-73f4cd578335" providerId="ADAL" clId="{4BCD3278-353E-4171-B877-06D97E4A9517}" dt="2025-02-16T16:55:36.942" v="3067" actId="20577"/>
          <ac:spMkLst>
            <pc:docMk/>
            <pc:sldMk cId="1922955954" sldId="453"/>
            <ac:spMk id="13" creationId="{2864358F-2308-40E4-8889-6E8631B5329B}"/>
          </ac:spMkLst>
        </pc:spChg>
      </pc:sldChg>
      <pc:sldChg chg="modSp mod">
        <pc:chgData name="Mukherjee, Shouvik" userId="8a0946e8-3a6b-4d5c-947d-73f4cd578335" providerId="ADAL" clId="{4BCD3278-353E-4171-B877-06D97E4A9517}" dt="2025-02-16T16:56:50.245" v="3118" actId="20577"/>
        <pc:sldMkLst>
          <pc:docMk/>
          <pc:sldMk cId="109581061" sldId="510"/>
        </pc:sldMkLst>
        <pc:spChg chg="mod">
          <ac:chgData name="Mukherjee, Shouvik" userId="8a0946e8-3a6b-4d5c-947d-73f4cd578335" providerId="ADAL" clId="{4BCD3278-353E-4171-B877-06D97E4A9517}" dt="2025-02-16T16:56:50.245" v="3118" actId="20577"/>
          <ac:spMkLst>
            <pc:docMk/>
            <pc:sldMk cId="109581061" sldId="510"/>
            <ac:spMk id="4" creationId="{D4A387F1-EA8E-4E7F-B8A9-23B600B6A2B9}"/>
          </ac:spMkLst>
        </pc:spChg>
      </pc:sldChg>
      <pc:sldChg chg="delSp modSp mod modCm">
        <pc:chgData name="Mukherjee, Shouvik" userId="8a0946e8-3a6b-4d5c-947d-73f4cd578335" providerId="ADAL" clId="{4BCD3278-353E-4171-B877-06D97E4A9517}" dt="2025-02-16T16:56:17.375" v="3068"/>
        <pc:sldMkLst>
          <pc:docMk/>
          <pc:sldMk cId="124143458" sldId="955"/>
        </pc:sldMkLst>
        <pc:spChg chg="del">
          <ac:chgData name="Mukherjee, Shouvik" userId="8a0946e8-3a6b-4d5c-947d-73f4cd578335" providerId="ADAL" clId="{4BCD3278-353E-4171-B877-06D97E4A9517}" dt="2025-02-16T16:48:30.497" v="3047" actId="478"/>
          <ac:spMkLst>
            <pc:docMk/>
            <pc:sldMk cId="124143458" sldId="955"/>
            <ac:spMk id="9" creationId="{3273B13A-D4B8-40C0-84EA-C9DA70E457DA}"/>
          </ac:spMkLst>
        </pc:spChg>
        <pc:spChg chg="del">
          <ac:chgData name="Mukherjee, Shouvik" userId="8a0946e8-3a6b-4d5c-947d-73f4cd578335" providerId="ADAL" clId="{4BCD3278-353E-4171-B877-06D97E4A9517}" dt="2025-02-16T16:47:31.297" v="2994" actId="478"/>
          <ac:spMkLst>
            <pc:docMk/>
            <pc:sldMk cId="124143458" sldId="955"/>
            <ac:spMk id="10" creationId="{A1D0D3E3-B19B-4FE2-9161-C5EFB2FB9037}"/>
          </ac:spMkLst>
        </pc:spChg>
        <pc:graphicFrameChg chg="modGraphic">
          <ac:chgData name="Mukherjee, Shouvik" userId="8a0946e8-3a6b-4d5c-947d-73f4cd578335" providerId="ADAL" clId="{4BCD3278-353E-4171-B877-06D97E4A9517}" dt="2025-02-16T16:48:27.422" v="3046" actId="2165"/>
          <ac:graphicFrameMkLst>
            <pc:docMk/>
            <pc:sldMk cId="124143458" sldId="955"/>
            <ac:graphicFrameMk id="5" creationId="{EC955B6D-9E2E-44A0-A0A9-8BEF02287B3A}"/>
          </ac:graphicFrameMkLst>
        </pc:graphicFrameChg>
        <pc:extLst>
          <p:ext xmlns:p="http://schemas.openxmlformats.org/presentationml/2006/main" uri="{D6D511B9-2390-475A-947B-AFAB55BFBCF1}">
            <pc226:cmChg xmlns:pc226="http://schemas.microsoft.com/office/powerpoint/2022/06/main/command" chg="">
              <pc226:chgData name="Mukherjee, Shouvik" userId="8a0946e8-3a6b-4d5c-947d-73f4cd578335" providerId="ADAL" clId="{4BCD3278-353E-4171-B877-06D97E4A9517}" dt="2025-02-16T16:56:17.375" v="3068"/>
              <pc2:cmMkLst xmlns:pc2="http://schemas.microsoft.com/office/powerpoint/2019/9/main/command">
                <pc:docMk/>
                <pc:sldMk cId="124143458" sldId="955"/>
                <pc2:cmMk id="{EEC6D69A-6037-4A46-979E-52AF463244C1}"/>
              </pc2:cmMkLst>
              <pc226:cmRplyChg chg="add">
                <pc226:chgData name="Mukherjee, Shouvik" userId="8a0946e8-3a6b-4d5c-947d-73f4cd578335" providerId="ADAL" clId="{4BCD3278-353E-4171-B877-06D97E4A9517}" dt="2025-02-16T16:56:17.375" v="3068"/>
                <pc2:cmRplyMkLst xmlns:pc2="http://schemas.microsoft.com/office/powerpoint/2019/9/main/command">
                  <pc:docMk/>
                  <pc:sldMk cId="124143458" sldId="955"/>
                  <pc2:cmMk id="{EEC6D69A-6037-4A46-979E-52AF463244C1}"/>
                  <pc2:cmRplyMk id="{781B4EDD-0D6C-4F91-AB4F-DAA803605C39}"/>
                </pc2:cmRplyMkLst>
              </pc226:cmRplyChg>
            </pc226:cmChg>
          </p:ext>
        </pc:extLst>
      </pc:sldChg>
      <pc:sldChg chg="addSp delSp modSp mod">
        <pc:chgData name="Mukherjee, Shouvik" userId="8a0946e8-3a6b-4d5c-947d-73f4cd578335" providerId="ADAL" clId="{4BCD3278-353E-4171-B877-06D97E4A9517}" dt="2025-02-16T16:06:21.252" v="2122" actId="208"/>
        <pc:sldMkLst>
          <pc:docMk/>
          <pc:sldMk cId="399483182" sldId="2147347689"/>
        </pc:sldMkLst>
        <pc:spChg chg="mod">
          <ac:chgData name="Mukherjee, Shouvik" userId="8a0946e8-3a6b-4d5c-947d-73f4cd578335" providerId="ADAL" clId="{4BCD3278-353E-4171-B877-06D97E4A9517}" dt="2025-02-16T15:58:10.625" v="1860" actId="1076"/>
          <ac:spMkLst>
            <pc:docMk/>
            <pc:sldMk cId="399483182" sldId="2147347689"/>
            <ac:spMk id="9" creationId="{13CA96CC-79E4-6ABA-D890-025F52A22829}"/>
          </ac:spMkLst>
        </pc:spChg>
        <pc:spChg chg="mod">
          <ac:chgData name="Mukherjee, Shouvik" userId="8a0946e8-3a6b-4d5c-947d-73f4cd578335" providerId="ADAL" clId="{4BCD3278-353E-4171-B877-06D97E4A9517}" dt="2025-02-16T15:51:00.250" v="1840" actId="12789"/>
          <ac:spMkLst>
            <pc:docMk/>
            <pc:sldMk cId="399483182" sldId="2147347689"/>
            <ac:spMk id="12" creationId="{1A35F1BB-8BAC-6441-0AB4-431DF9E848EC}"/>
          </ac:spMkLst>
        </pc:spChg>
        <pc:spChg chg="mod">
          <ac:chgData name="Mukherjee, Shouvik" userId="8a0946e8-3a6b-4d5c-947d-73f4cd578335" providerId="ADAL" clId="{4BCD3278-353E-4171-B877-06D97E4A9517}" dt="2025-02-16T15:47:24.694" v="1744" actId="20577"/>
          <ac:spMkLst>
            <pc:docMk/>
            <pc:sldMk cId="399483182" sldId="2147347689"/>
            <ac:spMk id="15" creationId="{B6C238B5-0872-122D-602C-247134238BEA}"/>
          </ac:spMkLst>
        </pc:spChg>
        <pc:spChg chg="mod topLvl">
          <ac:chgData name="Mukherjee, Shouvik" userId="8a0946e8-3a6b-4d5c-947d-73f4cd578335" providerId="ADAL" clId="{4BCD3278-353E-4171-B877-06D97E4A9517}" dt="2025-02-16T16:00:58.562" v="1963" actId="478"/>
          <ac:spMkLst>
            <pc:docMk/>
            <pc:sldMk cId="399483182" sldId="2147347689"/>
            <ac:spMk id="19" creationId="{D0F79075-893E-37FF-67A3-5A6B7894913D}"/>
          </ac:spMkLst>
        </pc:spChg>
        <pc:spChg chg="mod topLvl">
          <ac:chgData name="Mukherjee, Shouvik" userId="8a0946e8-3a6b-4d5c-947d-73f4cd578335" providerId="ADAL" clId="{4BCD3278-353E-4171-B877-06D97E4A9517}" dt="2025-02-16T15:51:09.434" v="1842" actId="478"/>
          <ac:spMkLst>
            <pc:docMk/>
            <pc:sldMk cId="399483182" sldId="2147347689"/>
            <ac:spMk id="26" creationId="{9336F296-96C8-FC7A-54E9-F25ED4A5D529}"/>
          </ac:spMkLst>
        </pc:spChg>
        <pc:spChg chg="mod">
          <ac:chgData name="Mukherjee, Shouvik" userId="8a0946e8-3a6b-4d5c-947d-73f4cd578335" providerId="ADAL" clId="{4BCD3278-353E-4171-B877-06D97E4A9517}" dt="2025-02-16T15:47:30.920" v="1759" actId="20577"/>
          <ac:spMkLst>
            <pc:docMk/>
            <pc:sldMk cId="399483182" sldId="2147347689"/>
            <ac:spMk id="31" creationId="{C04C7245-6898-39CB-1F04-B38AE8B33F12}"/>
          </ac:spMkLst>
        </pc:spChg>
        <pc:spChg chg="del mod">
          <ac:chgData name="Mukherjee, Shouvik" userId="8a0946e8-3a6b-4d5c-947d-73f4cd578335" providerId="ADAL" clId="{4BCD3278-353E-4171-B877-06D97E4A9517}" dt="2025-02-16T16:03:32.032" v="2078" actId="478"/>
          <ac:spMkLst>
            <pc:docMk/>
            <pc:sldMk cId="399483182" sldId="2147347689"/>
            <ac:spMk id="33" creationId="{599750CD-2F5D-9F29-0F70-01EBCE5D4EDC}"/>
          </ac:spMkLst>
        </pc:spChg>
        <pc:spChg chg="del mod">
          <ac:chgData name="Mukherjee, Shouvik" userId="8a0946e8-3a6b-4d5c-947d-73f4cd578335" providerId="ADAL" clId="{4BCD3278-353E-4171-B877-06D97E4A9517}" dt="2025-02-16T16:03:38.976" v="2081" actId="478"/>
          <ac:spMkLst>
            <pc:docMk/>
            <pc:sldMk cId="399483182" sldId="2147347689"/>
            <ac:spMk id="34" creationId="{89D68D21-4433-20F2-6BCE-4C9DF9F7E3A0}"/>
          </ac:spMkLst>
        </pc:spChg>
        <pc:spChg chg="del mod">
          <ac:chgData name="Mukherjee, Shouvik" userId="8a0946e8-3a6b-4d5c-947d-73f4cd578335" providerId="ADAL" clId="{4BCD3278-353E-4171-B877-06D97E4A9517}" dt="2025-02-16T16:03:41.138" v="2082" actId="478"/>
          <ac:spMkLst>
            <pc:docMk/>
            <pc:sldMk cId="399483182" sldId="2147347689"/>
            <ac:spMk id="35" creationId="{40C0F129-B33E-9A35-52ED-BB97BDC67E6C}"/>
          </ac:spMkLst>
        </pc:spChg>
        <pc:spChg chg="del mod">
          <ac:chgData name="Mukherjee, Shouvik" userId="8a0946e8-3a6b-4d5c-947d-73f4cd578335" providerId="ADAL" clId="{4BCD3278-353E-4171-B877-06D97E4A9517}" dt="2025-02-16T16:03:42.920" v="2083" actId="478"/>
          <ac:spMkLst>
            <pc:docMk/>
            <pc:sldMk cId="399483182" sldId="2147347689"/>
            <ac:spMk id="36" creationId="{C5ECE085-E677-3DC8-FD05-0A4A87C51E58}"/>
          </ac:spMkLst>
        </pc:spChg>
        <pc:spChg chg="mod">
          <ac:chgData name="Mukherjee, Shouvik" userId="8a0946e8-3a6b-4d5c-947d-73f4cd578335" providerId="ADAL" clId="{4BCD3278-353E-4171-B877-06D97E4A9517}" dt="2025-02-16T16:04:45.160" v="2108" actId="1076"/>
          <ac:spMkLst>
            <pc:docMk/>
            <pc:sldMk cId="399483182" sldId="2147347689"/>
            <ac:spMk id="37" creationId="{BF0EB579-90B8-B7E1-3D24-C9B40AAB0E0D}"/>
          </ac:spMkLst>
        </pc:spChg>
        <pc:spChg chg="mod">
          <ac:chgData name="Mukherjee, Shouvik" userId="8a0946e8-3a6b-4d5c-947d-73f4cd578335" providerId="ADAL" clId="{4BCD3278-353E-4171-B877-06D97E4A9517}" dt="2025-02-16T16:00:14.744" v="1956"/>
          <ac:spMkLst>
            <pc:docMk/>
            <pc:sldMk cId="399483182" sldId="2147347689"/>
            <ac:spMk id="38" creationId="{D8B65702-5C87-FF61-CCB1-60BC297D4668}"/>
          </ac:spMkLst>
        </pc:spChg>
        <pc:spChg chg="mod">
          <ac:chgData name="Mukherjee, Shouvik" userId="8a0946e8-3a6b-4d5c-947d-73f4cd578335" providerId="ADAL" clId="{4BCD3278-353E-4171-B877-06D97E4A9517}" dt="2025-02-16T16:05:50.868" v="2120" actId="12788"/>
          <ac:spMkLst>
            <pc:docMk/>
            <pc:sldMk cId="399483182" sldId="2147347689"/>
            <ac:spMk id="39" creationId="{14B757CE-EF45-3014-B1D2-6208DA8DCB43}"/>
          </ac:spMkLst>
        </pc:spChg>
        <pc:spChg chg="del mod">
          <ac:chgData name="Mukherjee, Shouvik" userId="8a0946e8-3a6b-4d5c-947d-73f4cd578335" providerId="ADAL" clId="{4BCD3278-353E-4171-B877-06D97E4A9517}" dt="2025-02-16T16:03:30.404" v="2077" actId="478"/>
          <ac:spMkLst>
            <pc:docMk/>
            <pc:sldMk cId="399483182" sldId="2147347689"/>
            <ac:spMk id="41" creationId="{A72EC62D-48B3-3C44-66BB-7DA937C78AE0}"/>
          </ac:spMkLst>
        </pc:spChg>
        <pc:spChg chg="mod">
          <ac:chgData name="Mukherjee, Shouvik" userId="8a0946e8-3a6b-4d5c-947d-73f4cd578335" providerId="ADAL" clId="{4BCD3278-353E-4171-B877-06D97E4A9517}" dt="2025-02-16T16:05:50.868" v="2120" actId="12788"/>
          <ac:spMkLst>
            <pc:docMk/>
            <pc:sldMk cId="399483182" sldId="2147347689"/>
            <ac:spMk id="45" creationId="{A7485BC9-1AA9-F56F-E861-9FE0A5065DE3}"/>
          </ac:spMkLst>
        </pc:spChg>
        <pc:spChg chg="add mod">
          <ac:chgData name="Mukherjee, Shouvik" userId="8a0946e8-3a6b-4d5c-947d-73f4cd578335" providerId="ADAL" clId="{4BCD3278-353E-4171-B877-06D97E4A9517}" dt="2025-02-16T15:59:41.911" v="1914" actId="14100"/>
          <ac:spMkLst>
            <pc:docMk/>
            <pc:sldMk cId="399483182" sldId="2147347689"/>
            <ac:spMk id="46" creationId="{0D935F29-8578-E532-21C5-205DB2ECFDB4}"/>
          </ac:spMkLst>
        </pc:spChg>
        <pc:spChg chg="del mod">
          <ac:chgData name="Mukherjee, Shouvik" userId="8a0946e8-3a6b-4d5c-947d-73f4cd578335" providerId="ADAL" clId="{4BCD3278-353E-4171-B877-06D97E4A9517}" dt="2025-02-16T16:03:45.398" v="2084" actId="478"/>
          <ac:spMkLst>
            <pc:docMk/>
            <pc:sldMk cId="399483182" sldId="2147347689"/>
            <ac:spMk id="47" creationId="{ABB0ABEB-638A-BFA3-03D0-AA5B7A6EF14A}"/>
          </ac:spMkLst>
        </pc:spChg>
        <pc:spChg chg="del mod">
          <ac:chgData name="Mukherjee, Shouvik" userId="8a0946e8-3a6b-4d5c-947d-73f4cd578335" providerId="ADAL" clId="{4BCD3278-353E-4171-B877-06D97E4A9517}" dt="2025-02-16T16:03:47.248" v="2085" actId="478"/>
          <ac:spMkLst>
            <pc:docMk/>
            <pc:sldMk cId="399483182" sldId="2147347689"/>
            <ac:spMk id="48" creationId="{521A07A9-1871-6507-98B9-A88093D99D98}"/>
          </ac:spMkLst>
        </pc:spChg>
        <pc:spChg chg="add mod">
          <ac:chgData name="Mukherjee, Shouvik" userId="8a0946e8-3a6b-4d5c-947d-73f4cd578335" providerId="ADAL" clId="{4BCD3278-353E-4171-B877-06D97E4A9517}" dt="2025-02-16T16:02:36.624" v="2048" actId="1076"/>
          <ac:spMkLst>
            <pc:docMk/>
            <pc:sldMk cId="399483182" sldId="2147347689"/>
            <ac:spMk id="51" creationId="{7A09D2AF-35FB-C73C-7E11-8A819220E1DB}"/>
          </ac:spMkLst>
        </pc:spChg>
        <pc:spChg chg="add mod">
          <ac:chgData name="Mukherjee, Shouvik" userId="8a0946e8-3a6b-4d5c-947d-73f4cd578335" providerId="ADAL" clId="{4BCD3278-353E-4171-B877-06D97E4A9517}" dt="2025-02-16T16:05:50.868" v="2120" actId="12788"/>
          <ac:spMkLst>
            <pc:docMk/>
            <pc:sldMk cId="399483182" sldId="2147347689"/>
            <ac:spMk id="53" creationId="{D542C3C4-F960-12D9-A203-DD3650064A2B}"/>
          </ac:spMkLst>
        </pc:spChg>
        <pc:spChg chg="mod">
          <ac:chgData name="Mukherjee, Shouvik" userId="8a0946e8-3a6b-4d5c-947d-73f4cd578335" providerId="ADAL" clId="{4BCD3278-353E-4171-B877-06D97E4A9517}" dt="2025-02-16T16:05:50.868" v="2120" actId="12788"/>
          <ac:spMkLst>
            <pc:docMk/>
            <pc:sldMk cId="399483182" sldId="2147347689"/>
            <ac:spMk id="60" creationId="{E4DFB8C5-3923-F394-B91C-7D407E6CD620}"/>
          </ac:spMkLst>
        </pc:spChg>
        <pc:spChg chg="mod">
          <ac:chgData name="Mukherjee, Shouvik" userId="8a0946e8-3a6b-4d5c-947d-73f4cd578335" providerId="ADAL" clId="{4BCD3278-353E-4171-B877-06D97E4A9517}" dt="2025-02-16T15:58:30.921" v="1903" actId="1076"/>
          <ac:spMkLst>
            <pc:docMk/>
            <pc:sldMk cId="399483182" sldId="2147347689"/>
            <ac:spMk id="147" creationId="{B825ABCE-2CA3-09E8-A751-E575F50B25A8}"/>
          </ac:spMkLst>
        </pc:spChg>
        <pc:spChg chg="mod topLvl">
          <ac:chgData name="Mukherjee, Shouvik" userId="8a0946e8-3a6b-4d5c-947d-73f4cd578335" providerId="ADAL" clId="{4BCD3278-353E-4171-B877-06D97E4A9517}" dt="2025-02-16T15:57:45.010" v="1854" actId="478"/>
          <ac:spMkLst>
            <pc:docMk/>
            <pc:sldMk cId="399483182" sldId="2147347689"/>
            <ac:spMk id="166" creationId="{6418ECC0-575C-1412-F593-A421D37F7B4E}"/>
          </ac:spMkLst>
        </pc:spChg>
        <pc:spChg chg="del">
          <ac:chgData name="Mukherjee, Shouvik" userId="8a0946e8-3a6b-4d5c-947d-73f4cd578335" providerId="ADAL" clId="{4BCD3278-353E-4171-B877-06D97E4A9517}" dt="2025-02-16T15:45:06.956" v="1388" actId="478"/>
          <ac:spMkLst>
            <pc:docMk/>
            <pc:sldMk cId="399483182" sldId="2147347689"/>
            <ac:spMk id="174" creationId="{9439881F-8D3F-A143-7400-E19E524AF17E}"/>
          </ac:spMkLst>
        </pc:spChg>
        <pc:grpChg chg="add mod">
          <ac:chgData name="Mukherjee, Shouvik" userId="8a0946e8-3a6b-4d5c-947d-73f4cd578335" providerId="ADAL" clId="{4BCD3278-353E-4171-B877-06D97E4A9517}" dt="2025-02-16T15:51:05.786" v="1841" actId="12789"/>
          <ac:grpSpMkLst>
            <pc:docMk/>
            <pc:sldMk cId="399483182" sldId="2147347689"/>
            <ac:grpSpMk id="3" creationId="{F1F3FA52-A25E-5B7F-E985-C3E50E435720}"/>
          </ac:grpSpMkLst>
        </pc:grpChg>
        <pc:grpChg chg="add mod">
          <ac:chgData name="Mukherjee, Shouvik" userId="8a0946e8-3a6b-4d5c-947d-73f4cd578335" providerId="ADAL" clId="{4BCD3278-353E-4171-B877-06D97E4A9517}" dt="2025-02-16T15:51:05.786" v="1841" actId="12789"/>
          <ac:grpSpMkLst>
            <pc:docMk/>
            <pc:sldMk cId="399483182" sldId="2147347689"/>
            <ac:grpSpMk id="4" creationId="{1BF64715-9DE0-2240-D95F-2F5BF2E040B1}"/>
          </ac:grpSpMkLst>
        </pc:grpChg>
        <pc:grpChg chg="add del mod">
          <ac:chgData name="Mukherjee, Shouvik" userId="8a0946e8-3a6b-4d5c-947d-73f4cd578335" providerId="ADAL" clId="{4BCD3278-353E-4171-B877-06D97E4A9517}" dt="2025-02-16T15:57:45.010" v="1854" actId="478"/>
          <ac:grpSpMkLst>
            <pc:docMk/>
            <pc:sldMk cId="399483182" sldId="2147347689"/>
            <ac:grpSpMk id="14" creationId="{DAB21320-2A2F-B6E2-3D10-9CCCAAD7F2F4}"/>
          </ac:grpSpMkLst>
        </pc:grpChg>
        <pc:grpChg chg="add del mod">
          <ac:chgData name="Mukherjee, Shouvik" userId="8a0946e8-3a6b-4d5c-947d-73f4cd578335" providerId="ADAL" clId="{4BCD3278-353E-4171-B877-06D97E4A9517}" dt="2025-02-16T16:00:58.562" v="1963" actId="478"/>
          <ac:grpSpMkLst>
            <pc:docMk/>
            <pc:sldMk cId="399483182" sldId="2147347689"/>
            <ac:grpSpMk id="18" creationId="{596A01B7-BB19-D835-4D7C-2F5676CDA2F6}"/>
          </ac:grpSpMkLst>
        </pc:grpChg>
        <pc:grpChg chg="add del mod">
          <ac:chgData name="Mukherjee, Shouvik" userId="8a0946e8-3a6b-4d5c-947d-73f4cd578335" providerId="ADAL" clId="{4BCD3278-353E-4171-B877-06D97E4A9517}" dt="2025-02-16T16:05:15.960" v="2114" actId="478"/>
          <ac:grpSpMkLst>
            <pc:docMk/>
            <pc:sldMk cId="399483182" sldId="2147347689"/>
            <ac:grpSpMk id="21" creationId="{D496D939-AB67-6BC5-8D95-FE31814FB5B9}"/>
          </ac:grpSpMkLst>
        </pc:grpChg>
        <pc:grpChg chg="add mod">
          <ac:chgData name="Mukherjee, Shouvik" userId="8a0946e8-3a6b-4d5c-947d-73f4cd578335" providerId="ADAL" clId="{4BCD3278-353E-4171-B877-06D97E4A9517}" dt="2025-02-16T15:51:00.250" v="1840" actId="12789"/>
          <ac:grpSpMkLst>
            <pc:docMk/>
            <pc:sldMk cId="399483182" sldId="2147347689"/>
            <ac:grpSpMk id="24" creationId="{3E1BBD32-E497-6745-1E49-35FA70078A69}"/>
          </ac:grpSpMkLst>
        </pc:grpChg>
        <pc:grpChg chg="add del mod">
          <ac:chgData name="Mukherjee, Shouvik" userId="8a0946e8-3a6b-4d5c-947d-73f4cd578335" providerId="ADAL" clId="{4BCD3278-353E-4171-B877-06D97E4A9517}" dt="2025-02-16T15:51:09.434" v="1842" actId="478"/>
          <ac:grpSpMkLst>
            <pc:docMk/>
            <pc:sldMk cId="399483182" sldId="2147347689"/>
            <ac:grpSpMk id="25" creationId="{FF5B0931-4D55-BB64-FDD9-EA9B35BDBFA6}"/>
          </ac:grpSpMkLst>
        </pc:grpChg>
        <pc:grpChg chg="add mod">
          <ac:chgData name="Mukherjee, Shouvik" userId="8a0946e8-3a6b-4d5c-947d-73f4cd578335" providerId="ADAL" clId="{4BCD3278-353E-4171-B877-06D97E4A9517}" dt="2025-02-16T15:58:10.625" v="1860" actId="1076"/>
          <ac:grpSpMkLst>
            <pc:docMk/>
            <pc:sldMk cId="399483182" sldId="2147347689"/>
            <ac:grpSpMk id="28" creationId="{2159D6B2-8997-C78D-6F15-EEEF0A96BD47}"/>
          </ac:grpSpMkLst>
        </pc:grpChg>
        <pc:grpChg chg="add mod">
          <ac:chgData name="Mukherjee, Shouvik" userId="8a0946e8-3a6b-4d5c-947d-73f4cd578335" providerId="ADAL" clId="{4BCD3278-353E-4171-B877-06D97E4A9517}" dt="2025-02-16T15:58:46.258" v="1906" actId="1076"/>
          <ac:grpSpMkLst>
            <pc:docMk/>
            <pc:sldMk cId="399483182" sldId="2147347689"/>
            <ac:grpSpMk id="32" creationId="{9B8DBCDA-01EA-6D9C-D190-D6629B5DED78}"/>
          </ac:grpSpMkLst>
        </pc:grpChg>
        <pc:picChg chg="del">
          <ac:chgData name="Mukherjee, Shouvik" userId="8a0946e8-3a6b-4d5c-947d-73f4cd578335" providerId="ADAL" clId="{4BCD3278-353E-4171-B877-06D97E4A9517}" dt="2025-02-16T15:45:02.193" v="1387" actId="478"/>
          <ac:picMkLst>
            <pc:docMk/>
            <pc:sldMk cId="399483182" sldId="2147347689"/>
            <ac:picMk id="5" creationId="{5E12D763-DB5E-1E14-0D0F-1A9D65455DBF}"/>
          </ac:picMkLst>
        </pc:picChg>
        <pc:picChg chg="mod">
          <ac:chgData name="Mukherjee, Shouvik" userId="8a0946e8-3a6b-4d5c-947d-73f4cd578335" providerId="ADAL" clId="{4BCD3278-353E-4171-B877-06D97E4A9517}" dt="2025-02-16T15:58:10.625" v="1860" actId="1076"/>
          <ac:picMkLst>
            <pc:docMk/>
            <pc:sldMk cId="399483182" sldId="2147347689"/>
            <ac:picMk id="7" creationId="{6908EAF3-BA35-8F4D-278D-2218256D09A8}"/>
          </ac:picMkLst>
        </pc:picChg>
        <pc:picChg chg="mod">
          <ac:chgData name="Mukherjee, Shouvik" userId="8a0946e8-3a6b-4d5c-947d-73f4cd578335" providerId="ADAL" clId="{4BCD3278-353E-4171-B877-06D97E4A9517}" dt="2025-02-16T15:57:50.410" v="1856" actId="1076"/>
          <ac:picMkLst>
            <pc:docMk/>
            <pc:sldMk cId="399483182" sldId="2147347689"/>
            <ac:picMk id="8" creationId="{DEEBB943-572A-419F-3676-0360AD2817BB}"/>
          </ac:picMkLst>
        </pc:picChg>
        <pc:picChg chg="del mod">
          <ac:chgData name="Mukherjee, Shouvik" userId="8a0946e8-3a6b-4d5c-947d-73f4cd578335" providerId="ADAL" clId="{4BCD3278-353E-4171-B877-06D97E4A9517}" dt="2025-02-16T15:46:56.689" v="1708" actId="478"/>
          <ac:picMkLst>
            <pc:docMk/>
            <pc:sldMk cId="399483182" sldId="2147347689"/>
            <ac:picMk id="11" creationId="{0BDBDA6E-893D-EB92-EA35-21FEC4A65B0D}"/>
          </ac:picMkLst>
        </pc:picChg>
        <pc:picChg chg="mod">
          <ac:chgData name="Mukherjee, Shouvik" userId="8a0946e8-3a6b-4d5c-947d-73f4cd578335" providerId="ADAL" clId="{4BCD3278-353E-4171-B877-06D97E4A9517}" dt="2025-02-16T16:06:17.204" v="2121" actId="208"/>
          <ac:picMkLst>
            <pc:docMk/>
            <pc:sldMk cId="399483182" sldId="2147347689"/>
            <ac:picMk id="13" creationId="{8C4B2885-DC13-1A84-7A26-1E20C9621ABC}"/>
          </ac:picMkLst>
        </pc:picChg>
        <pc:picChg chg="del mod topLvl">
          <ac:chgData name="Mukherjee, Shouvik" userId="8a0946e8-3a6b-4d5c-947d-73f4cd578335" providerId="ADAL" clId="{4BCD3278-353E-4171-B877-06D97E4A9517}" dt="2025-02-16T15:57:45.010" v="1854" actId="478"/>
          <ac:picMkLst>
            <pc:docMk/>
            <pc:sldMk cId="399483182" sldId="2147347689"/>
            <ac:picMk id="16" creationId="{A146EE6A-AFBE-BF54-5ACA-8838B4D779C4}"/>
          </ac:picMkLst>
        </pc:picChg>
        <pc:picChg chg="mod">
          <ac:chgData name="Mukherjee, Shouvik" userId="8a0946e8-3a6b-4d5c-947d-73f4cd578335" providerId="ADAL" clId="{4BCD3278-353E-4171-B877-06D97E4A9517}" dt="2025-02-16T16:06:21.252" v="2122" actId="208"/>
          <ac:picMkLst>
            <pc:docMk/>
            <pc:sldMk cId="399483182" sldId="2147347689"/>
            <ac:picMk id="17" creationId="{A7278112-5230-D3E7-3D28-BD4E6DF64BEB}"/>
          </ac:picMkLst>
        </pc:picChg>
        <pc:picChg chg="del mod topLvl">
          <ac:chgData name="Mukherjee, Shouvik" userId="8a0946e8-3a6b-4d5c-947d-73f4cd578335" providerId="ADAL" clId="{4BCD3278-353E-4171-B877-06D97E4A9517}" dt="2025-02-16T16:00:58.562" v="1963" actId="478"/>
          <ac:picMkLst>
            <pc:docMk/>
            <pc:sldMk cId="399483182" sldId="2147347689"/>
            <ac:picMk id="20" creationId="{C4230776-74C6-7AC9-C089-BEB0B05A300C}"/>
          </ac:picMkLst>
        </pc:picChg>
        <pc:picChg chg="add mod modCrop">
          <ac:chgData name="Mukherjee, Shouvik" userId="8a0946e8-3a6b-4d5c-947d-73f4cd578335" providerId="ADAL" clId="{4BCD3278-353E-4171-B877-06D97E4A9517}" dt="2025-02-16T15:51:00.250" v="1840" actId="12789"/>
          <ac:picMkLst>
            <pc:docMk/>
            <pc:sldMk cId="399483182" sldId="2147347689"/>
            <ac:picMk id="23" creationId="{D5606FA9-4A75-1205-95F4-7780CCAB0D8B}"/>
          </ac:picMkLst>
        </pc:picChg>
        <pc:picChg chg="del mod topLvl">
          <ac:chgData name="Mukherjee, Shouvik" userId="8a0946e8-3a6b-4d5c-947d-73f4cd578335" providerId="ADAL" clId="{4BCD3278-353E-4171-B877-06D97E4A9517}" dt="2025-02-16T15:51:09.434" v="1842" actId="478"/>
          <ac:picMkLst>
            <pc:docMk/>
            <pc:sldMk cId="399483182" sldId="2147347689"/>
            <ac:picMk id="27" creationId="{AFAB22CB-A9A8-A23E-AE70-858EE4079914}"/>
          </ac:picMkLst>
        </pc:picChg>
        <pc:picChg chg="add mod">
          <ac:chgData name="Mukherjee, Shouvik" userId="8a0946e8-3a6b-4d5c-947d-73f4cd578335" providerId="ADAL" clId="{4BCD3278-353E-4171-B877-06D97E4A9517}" dt="2025-02-16T15:57:37.677" v="1852" actId="1076"/>
          <ac:picMkLst>
            <pc:docMk/>
            <pc:sldMk cId="399483182" sldId="2147347689"/>
            <ac:picMk id="30" creationId="{DFC98CF5-1706-AE45-45E4-D284633047E9}"/>
          </ac:picMkLst>
        </pc:picChg>
        <pc:picChg chg="mod">
          <ac:chgData name="Mukherjee, Shouvik" userId="8a0946e8-3a6b-4d5c-947d-73f4cd578335" providerId="ADAL" clId="{4BCD3278-353E-4171-B877-06D97E4A9517}" dt="2025-02-16T15:58:41.187" v="1905"/>
          <ac:picMkLst>
            <pc:docMk/>
            <pc:sldMk cId="399483182" sldId="2147347689"/>
            <ac:picMk id="40" creationId="{88AC07F1-316D-88BB-2968-D1835BEE2E7D}"/>
          </ac:picMkLst>
        </pc:picChg>
        <pc:picChg chg="add mod">
          <ac:chgData name="Mukherjee, Shouvik" userId="8a0946e8-3a6b-4d5c-947d-73f4cd578335" providerId="ADAL" clId="{4BCD3278-353E-4171-B877-06D97E4A9517}" dt="2025-02-16T16:01:11.983" v="1973" actId="1036"/>
          <ac:picMkLst>
            <pc:docMk/>
            <pc:sldMk cId="399483182" sldId="2147347689"/>
            <ac:picMk id="50" creationId="{375FC604-F3A7-CA4A-0619-756A26367EA2}"/>
          </ac:picMkLst>
        </pc:picChg>
        <pc:cxnChg chg="del mod">
          <ac:chgData name="Mukherjee, Shouvik" userId="8a0946e8-3a6b-4d5c-947d-73f4cd578335" providerId="ADAL" clId="{4BCD3278-353E-4171-B877-06D97E4A9517}" dt="2025-02-16T16:03:50.423" v="2086" actId="478"/>
          <ac:cxnSpMkLst>
            <pc:docMk/>
            <pc:sldMk cId="399483182" sldId="2147347689"/>
            <ac:cxnSpMk id="43" creationId="{31984D2E-68A1-BC4F-B131-03A27F8284CA}"/>
          </ac:cxnSpMkLst>
        </pc:cxnChg>
        <pc:cxnChg chg="mod">
          <ac:chgData name="Mukherjee, Shouvik" userId="8a0946e8-3a6b-4d5c-947d-73f4cd578335" providerId="ADAL" clId="{4BCD3278-353E-4171-B877-06D97E4A9517}" dt="2025-02-16T16:03:32.032" v="2078" actId="478"/>
          <ac:cxnSpMkLst>
            <pc:docMk/>
            <pc:sldMk cId="399483182" sldId="2147347689"/>
            <ac:cxnSpMk id="44" creationId="{98368525-2D3F-FF36-C75E-C6B4878A2961}"/>
          </ac:cxnSpMkLst>
        </pc:cxnChg>
        <pc:cxnChg chg="mod">
          <ac:chgData name="Mukherjee, Shouvik" userId="8a0946e8-3a6b-4d5c-947d-73f4cd578335" providerId="ADAL" clId="{4BCD3278-353E-4171-B877-06D97E4A9517}" dt="2025-02-16T16:03:45.398" v="2084" actId="478"/>
          <ac:cxnSpMkLst>
            <pc:docMk/>
            <pc:sldMk cId="399483182" sldId="2147347689"/>
            <ac:cxnSpMk id="49" creationId="{83D517CA-A2FB-4120-7347-CAFF1216DFF6}"/>
          </ac:cxnSpMkLst>
        </pc:cxnChg>
      </pc:sldChg>
      <pc:sldChg chg="addSp delSp modSp mod">
        <pc:chgData name="Mukherjee, Shouvik" userId="8a0946e8-3a6b-4d5c-947d-73f4cd578335" providerId="ADAL" clId="{4BCD3278-353E-4171-B877-06D97E4A9517}" dt="2025-02-16T16:41:44.250" v="2946" actId="20577"/>
        <pc:sldMkLst>
          <pc:docMk/>
          <pc:sldMk cId="3063834027" sldId="2147347738"/>
        </pc:sldMkLst>
        <pc:spChg chg="mod">
          <ac:chgData name="Mukherjee, Shouvik" userId="8a0946e8-3a6b-4d5c-947d-73f4cd578335" providerId="ADAL" clId="{4BCD3278-353E-4171-B877-06D97E4A9517}" dt="2025-02-16T16:14:32.282" v="2241" actId="1036"/>
          <ac:spMkLst>
            <pc:docMk/>
            <pc:sldMk cId="3063834027" sldId="2147347738"/>
            <ac:spMk id="9" creationId="{4464FD08-704D-A95E-1E48-BF213CFC3C5B}"/>
          </ac:spMkLst>
        </pc:spChg>
        <pc:spChg chg="mod">
          <ac:chgData name="Mukherjee, Shouvik" userId="8a0946e8-3a6b-4d5c-947d-73f4cd578335" providerId="ADAL" clId="{4BCD3278-353E-4171-B877-06D97E4A9517}" dt="2025-02-16T16:35:05.500" v="2575" actId="207"/>
          <ac:spMkLst>
            <pc:docMk/>
            <pc:sldMk cId="3063834027" sldId="2147347738"/>
            <ac:spMk id="14" creationId="{C4D6414D-3A8F-5C35-F630-E21A0A77BB81}"/>
          </ac:spMkLst>
        </pc:spChg>
        <pc:spChg chg="mod">
          <ac:chgData name="Mukherjee, Shouvik" userId="8a0946e8-3a6b-4d5c-947d-73f4cd578335" providerId="ADAL" clId="{4BCD3278-353E-4171-B877-06D97E4A9517}" dt="2025-02-16T16:35:05.500" v="2575" actId="207"/>
          <ac:spMkLst>
            <pc:docMk/>
            <pc:sldMk cId="3063834027" sldId="2147347738"/>
            <ac:spMk id="15" creationId="{9E0B3E7F-AC13-789F-CD26-3A0EE8434F7E}"/>
          </ac:spMkLst>
        </pc:spChg>
        <pc:spChg chg="mod">
          <ac:chgData name="Mukherjee, Shouvik" userId="8a0946e8-3a6b-4d5c-947d-73f4cd578335" providerId="ADAL" clId="{4BCD3278-353E-4171-B877-06D97E4A9517}" dt="2025-02-16T16:35:05.500" v="2575" actId="207"/>
          <ac:spMkLst>
            <pc:docMk/>
            <pc:sldMk cId="3063834027" sldId="2147347738"/>
            <ac:spMk id="16" creationId="{F7341132-D169-69AA-6F3B-5D82696981F9}"/>
          </ac:spMkLst>
        </pc:spChg>
        <pc:spChg chg="mod">
          <ac:chgData name="Mukherjee, Shouvik" userId="8a0946e8-3a6b-4d5c-947d-73f4cd578335" providerId="ADAL" clId="{4BCD3278-353E-4171-B877-06D97E4A9517}" dt="2025-02-16T16:35:05.500" v="2575" actId="207"/>
          <ac:spMkLst>
            <pc:docMk/>
            <pc:sldMk cId="3063834027" sldId="2147347738"/>
            <ac:spMk id="17" creationId="{A0D48612-B287-1886-BCE6-A9F819551E61}"/>
          </ac:spMkLst>
        </pc:spChg>
        <pc:spChg chg="mod">
          <ac:chgData name="Mukherjee, Shouvik" userId="8a0946e8-3a6b-4d5c-947d-73f4cd578335" providerId="ADAL" clId="{4BCD3278-353E-4171-B877-06D97E4A9517}" dt="2025-02-16T16:41:44.250" v="2946" actId="20577"/>
          <ac:spMkLst>
            <pc:docMk/>
            <pc:sldMk cId="3063834027" sldId="2147347738"/>
            <ac:spMk id="23" creationId="{416389BC-1AB0-DA63-A153-EFEC1107AABF}"/>
          </ac:spMkLst>
        </pc:spChg>
        <pc:spChg chg="mod">
          <ac:chgData name="Mukherjee, Shouvik" userId="8a0946e8-3a6b-4d5c-947d-73f4cd578335" providerId="ADAL" clId="{4BCD3278-353E-4171-B877-06D97E4A9517}" dt="2025-02-16T16:39:22.387" v="2856" actId="1037"/>
          <ac:spMkLst>
            <pc:docMk/>
            <pc:sldMk cId="3063834027" sldId="2147347738"/>
            <ac:spMk id="36" creationId="{8DD202A2-2135-A738-2650-753E5E3BFA44}"/>
          </ac:spMkLst>
        </pc:spChg>
        <pc:spChg chg="mod">
          <ac:chgData name="Mukherjee, Shouvik" userId="8a0946e8-3a6b-4d5c-947d-73f4cd578335" providerId="ADAL" clId="{4BCD3278-353E-4171-B877-06D97E4A9517}" dt="2025-02-16T16:37:16.905" v="2754" actId="123"/>
          <ac:spMkLst>
            <pc:docMk/>
            <pc:sldMk cId="3063834027" sldId="2147347738"/>
            <ac:spMk id="61" creationId="{912F396F-7C2B-4D4C-1E15-996B9431CD96}"/>
          </ac:spMkLst>
        </pc:spChg>
        <pc:spChg chg="mod">
          <ac:chgData name="Mukherjee, Shouvik" userId="8a0946e8-3a6b-4d5c-947d-73f4cd578335" providerId="ADAL" clId="{4BCD3278-353E-4171-B877-06D97E4A9517}" dt="2025-02-16T16:35:30.332" v="2611" actId="20577"/>
          <ac:spMkLst>
            <pc:docMk/>
            <pc:sldMk cId="3063834027" sldId="2147347738"/>
            <ac:spMk id="62" creationId="{C3A6BA92-DE94-8A8F-3BFB-F3DEAD5E7708}"/>
          </ac:spMkLst>
        </pc:spChg>
        <pc:grpChg chg="add mod">
          <ac:chgData name="Mukherjee, Shouvik" userId="8a0946e8-3a6b-4d5c-947d-73f4cd578335" providerId="ADAL" clId="{4BCD3278-353E-4171-B877-06D97E4A9517}" dt="2025-02-16T16:35:05.500" v="2575" actId="207"/>
          <ac:grpSpMkLst>
            <pc:docMk/>
            <pc:sldMk cId="3063834027" sldId="2147347738"/>
            <ac:grpSpMk id="12" creationId="{E4FCB780-472B-BBE6-9E14-3955D3E95103}"/>
          </ac:grpSpMkLst>
        </pc:grpChg>
        <pc:grpChg chg="del">
          <ac:chgData name="Mukherjee, Shouvik" userId="8a0946e8-3a6b-4d5c-947d-73f4cd578335" providerId="ADAL" clId="{4BCD3278-353E-4171-B877-06D97E4A9517}" dt="2025-02-16T16:34:01.975" v="2559" actId="478"/>
          <ac:grpSpMkLst>
            <pc:docMk/>
            <pc:sldMk cId="3063834027" sldId="2147347738"/>
            <ac:grpSpMk id="75" creationId="{068414C4-000A-7985-F88D-D5F5C3F95B99}"/>
          </ac:grpSpMkLst>
        </pc:grpChg>
      </pc:sldChg>
      <pc:sldChg chg="addSp modSp mod">
        <pc:chgData name="Mukherjee, Shouvik" userId="8a0946e8-3a6b-4d5c-947d-73f4cd578335" providerId="ADAL" clId="{4BCD3278-353E-4171-B877-06D97E4A9517}" dt="2025-02-16T15:26:49.349" v="1386" actId="207"/>
        <pc:sldMkLst>
          <pc:docMk/>
          <pc:sldMk cId="1731897258" sldId="2147347745"/>
        </pc:sldMkLst>
        <pc:spChg chg="mod">
          <ac:chgData name="Mukherjee, Shouvik" userId="8a0946e8-3a6b-4d5c-947d-73f4cd578335" providerId="ADAL" clId="{4BCD3278-353E-4171-B877-06D97E4A9517}" dt="2025-02-16T15:26:01.991" v="1370" actId="404"/>
          <ac:spMkLst>
            <pc:docMk/>
            <pc:sldMk cId="1731897258" sldId="2147347745"/>
            <ac:spMk id="4" creationId="{21B913B1-ACD3-F927-C4A7-B9F84044B83B}"/>
          </ac:spMkLst>
        </pc:spChg>
        <pc:spChg chg="mod">
          <ac:chgData name="Mukherjee, Shouvik" userId="8a0946e8-3a6b-4d5c-947d-73f4cd578335" providerId="ADAL" clId="{4BCD3278-353E-4171-B877-06D97E4A9517}" dt="2025-02-16T15:26:01.991" v="1370" actId="404"/>
          <ac:spMkLst>
            <pc:docMk/>
            <pc:sldMk cId="1731897258" sldId="2147347745"/>
            <ac:spMk id="5" creationId="{1C4187ED-1DB7-25D5-9B45-64F414C6A957}"/>
          </ac:spMkLst>
        </pc:spChg>
        <pc:spChg chg="mod">
          <ac:chgData name="Mukherjee, Shouvik" userId="8a0946e8-3a6b-4d5c-947d-73f4cd578335" providerId="ADAL" clId="{4BCD3278-353E-4171-B877-06D97E4A9517}" dt="2025-02-16T15:17:23.057" v="1246" actId="1035"/>
          <ac:spMkLst>
            <pc:docMk/>
            <pc:sldMk cId="1731897258" sldId="2147347745"/>
            <ac:spMk id="8" creationId="{E26C8EAF-80E4-1DAF-0E04-FD94C0A3E217}"/>
          </ac:spMkLst>
        </pc:spChg>
        <pc:spChg chg="mod">
          <ac:chgData name="Mukherjee, Shouvik" userId="8a0946e8-3a6b-4d5c-947d-73f4cd578335" providerId="ADAL" clId="{4BCD3278-353E-4171-B877-06D97E4A9517}" dt="2025-02-16T15:17:23.057" v="1246" actId="1035"/>
          <ac:spMkLst>
            <pc:docMk/>
            <pc:sldMk cId="1731897258" sldId="2147347745"/>
            <ac:spMk id="11" creationId="{82318631-52D8-CE9E-6FF0-AA053C82C223}"/>
          </ac:spMkLst>
        </pc:spChg>
        <pc:spChg chg="mod">
          <ac:chgData name="Mukherjee, Shouvik" userId="8a0946e8-3a6b-4d5c-947d-73f4cd578335" providerId="ADAL" clId="{4BCD3278-353E-4171-B877-06D97E4A9517}" dt="2025-02-16T15:26:01.991" v="1370" actId="404"/>
          <ac:spMkLst>
            <pc:docMk/>
            <pc:sldMk cId="1731897258" sldId="2147347745"/>
            <ac:spMk id="12" creationId="{B0B8D0B2-197C-A6D1-6D74-8DA6C6D005DE}"/>
          </ac:spMkLst>
        </pc:spChg>
        <pc:spChg chg="mod">
          <ac:chgData name="Mukherjee, Shouvik" userId="8a0946e8-3a6b-4d5c-947d-73f4cd578335" providerId="ADAL" clId="{4BCD3278-353E-4171-B877-06D97E4A9517}" dt="2025-02-16T15:26:01.991" v="1370" actId="404"/>
          <ac:spMkLst>
            <pc:docMk/>
            <pc:sldMk cId="1731897258" sldId="2147347745"/>
            <ac:spMk id="14" creationId="{84A285DF-3B9D-53BC-8718-2B71EDB08F7D}"/>
          </ac:spMkLst>
        </pc:spChg>
        <pc:spChg chg="mod">
          <ac:chgData name="Mukherjee, Shouvik" userId="8a0946e8-3a6b-4d5c-947d-73f4cd578335" providerId="ADAL" clId="{4BCD3278-353E-4171-B877-06D97E4A9517}" dt="2025-02-16T15:26:01.991" v="1370" actId="404"/>
          <ac:spMkLst>
            <pc:docMk/>
            <pc:sldMk cId="1731897258" sldId="2147347745"/>
            <ac:spMk id="15" creationId="{155D05E8-278A-BAA1-CE47-274C298AA4DA}"/>
          </ac:spMkLst>
        </pc:spChg>
        <pc:spChg chg="mod">
          <ac:chgData name="Mukherjee, Shouvik" userId="8a0946e8-3a6b-4d5c-947d-73f4cd578335" providerId="ADAL" clId="{4BCD3278-353E-4171-B877-06D97E4A9517}" dt="2025-02-16T15:26:01.991" v="1370" actId="404"/>
          <ac:spMkLst>
            <pc:docMk/>
            <pc:sldMk cId="1731897258" sldId="2147347745"/>
            <ac:spMk id="16" creationId="{E6A56213-02A8-FE5B-D1EE-745D944940F8}"/>
          </ac:spMkLst>
        </pc:spChg>
        <pc:spChg chg="mod">
          <ac:chgData name="Mukherjee, Shouvik" userId="8a0946e8-3a6b-4d5c-947d-73f4cd578335" providerId="ADAL" clId="{4BCD3278-353E-4171-B877-06D97E4A9517}" dt="2025-02-16T15:26:01.991" v="1370" actId="404"/>
          <ac:spMkLst>
            <pc:docMk/>
            <pc:sldMk cId="1731897258" sldId="2147347745"/>
            <ac:spMk id="17" creationId="{B47134F8-CFBC-FDF9-6CAD-84000D848D64}"/>
          </ac:spMkLst>
        </pc:spChg>
        <pc:spChg chg="mod">
          <ac:chgData name="Mukherjee, Shouvik" userId="8a0946e8-3a6b-4d5c-947d-73f4cd578335" providerId="ADAL" clId="{4BCD3278-353E-4171-B877-06D97E4A9517}" dt="2025-02-16T15:26:01.991" v="1370" actId="404"/>
          <ac:spMkLst>
            <pc:docMk/>
            <pc:sldMk cId="1731897258" sldId="2147347745"/>
            <ac:spMk id="28" creationId="{4E076299-0405-CFC1-5BAC-4E681F58C609}"/>
          </ac:spMkLst>
        </pc:spChg>
        <pc:spChg chg="mod">
          <ac:chgData name="Mukherjee, Shouvik" userId="8a0946e8-3a6b-4d5c-947d-73f4cd578335" providerId="ADAL" clId="{4BCD3278-353E-4171-B877-06D97E4A9517}" dt="2025-02-16T15:26:01.991" v="1370" actId="404"/>
          <ac:spMkLst>
            <pc:docMk/>
            <pc:sldMk cId="1731897258" sldId="2147347745"/>
            <ac:spMk id="29" creationId="{E7F43F0B-00E3-8825-BFA8-7BDC85639325}"/>
          </ac:spMkLst>
        </pc:spChg>
        <pc:spChg chg="mod">
          <ac:chgData name="Mukherjee, Shouvik" userId="8a0946e8-3a6b-4d5c-947d-73f4cd578335" providerId="ADAL" clId="{4BCD3278-353E-4171-B877-06D97E4A9517}" dt="2025-02-16T15:26:01.991" v="1370" actId="404"/>
          <ac:spMkLst>
            <pc:docMk/>
            <pc:sldMk cId="1731897258" sldId="2147347745"/>
            <ac:spMk id="30" creationId="{67B2A3E9-CC8C-E419-E23E-DE3243B97085}"/>
          </ac:spMkLst>
        </pc:spChg>
        <pc:spChg chg="mod">
          <ac:chgData name="Mukherjee, Shouvik" userId="8a0946e8-3a6b-4d5c-947d-73f4cd578335" providerId="ADAL" clId="{4BCD3278-353E-4171-B877-06D97E4A9517}" dt="2025-02-16T15:26:01.991" v="1370" actId="404"/>
          <ac:spMkLst>
            <pc:docMk/>
            <pc:sldMk cId="1731897258" sldId="2147347745"/>
            <ac:spMk id="31" creationId="{1AAA8DF9-F188-53D8-CFFD-5D13E1B98C5D}"/>
          </ac:spMkLst>
        </pc:spChg>
        <pc:spChg chg="mod">
          <ac:chgData name="Mukherjee, Shouvik" userId="8a0946e8-3a6b-4d5c-947d-73f4cd578335" providerId="ADAL" clId="{4BCD3278-353E-4171-B877-06D97E4A9517}" dt="2025-02-16T15:26:01.991" v="1370" actId="404"/>
          <ac:spMkLst>
            <pc:docMk/>
            <pc:sldMk cId="1731897258" sldId="2147347745"/>
            <ac:spMk id="32" creationId="{4CF0A664-2CE4-57BD-FEDE-31135FC21E04}"/>
          </ac:spMkLst>
        </pc:spChg>
        <pc:spChg chg="mod">
          <ac:chgData name="Mukherjee, Shouvik" userId="8a0946e8-3a6b-4d5c-947d-73f4cd578335" providerId="ADAL" clId="{4BCD3278-353E-4171-B877-06D97E4A9517}" dt="2025-02-16T15:26:01.991" v="1370" actId="404"/>
          <ac:spMkLst>
            <pc:docMk/>
            <pc:sldMk cId="1731897258" sldId="2147347745"/>
            <ac:spMk id="33" creationId="{7993B2DD-B3E8-4358-DC0B-946966918B64}"/>
          </ac:spMkLst>
        </pc:spChg>
        <pc:spChg chg="mod">
          <ac:chgData name="Mukherjee, Shouvik" userId="8a0946e8-3a6b-4d5c-947d-73f4cd578335" providerId="ADAL" clId="{4BCD3278-353E-4171-B877-06D97E4A9517}" dt="2025-02-16T15:26:01.991" v="1370" actId="404"/>
          <ac:spMkLst>
            <pc:docMk/>
            <pc:sldMk cId="1731897258" sldId="2147347745"/>
            <ac:spMk id="34" creationId="{7E7118CB-6D5D-CA72-38DA-AB06C8FA5F02}"/>
          </ac:spMkLst>
        </pc:spChg>
        <pc:spChg chg="mod">
          <ac:chgData name="Mukherjee, Shouvik" userId="8a0946e8-3a6b-4d5c-947d-73f4cd578335" providerId="ADAL" clId="{4BCD3278-353E-4171-B877-06D97E4A9517}" dt="2025-02-16T15:26:01.991" v="1370" actId="404"/>
          <ac:spMkLst>
            <pc:docMk/>
            <pc:sldMk cId="1731897258" sldId="2147347745"/>
            <ac:spMk id="35" creationId="{65EAF331-ABC1-D4B1-01A8-31CBCECA2CA1}"/>
          </ac:spMkLst>
        </pc:spChg>
        <pc:spChg chg="mod">
          <ac:chgData name="Mukherjee, Shouvik" userId="8a0946e8-3a6b-4d5c-947d-73f4cd578335" providerId="ADAL" clId="{4BCD3278-353E-4171-B877-06D97E4A9517}" dt="2025-02-16T15:26:01.991" v="1370" actId="404"/>
          <ac:spMkLst>
            <pc:docMk/>
            <pc:sldMk cId="1731897258" sldId="2147347745"/>
            <ac:spMk id="36" creationId="{F142C116-91DB-D494-223F-727C6510B88F}"/>
          </ac:spMkLst>
        </pc:spChg>
        <pc:spChg chg="mod">
          <ac:chgData name="Mukherjee, Shouvik" userId="8a0946e8-3a6b-4d5c-947d-73f4cd578335" providerId="ADAL" clId="{4BCD3278-353E-4171-B877-06D97E4A9517}" dt="2025-02-16T15:26:01.991" v="1370" actId="404"/>
          <ac:spMkLst>
            <pc:docMk/>
            <pc:sldMk cId="1731897258" sldId="2147347745"/>
            <ac:spMk id="37" creationId="{D0A98817-A6F1-FEB0-A458-823315EB8EB1}"/>
          </ac:spMkLst>
        </pc:spChg>
        <pc:spChg chg="mod">
          <ac:chgData name="Mukherjee, Shouvik" userId="8a0946e8-3a6b-4d5c-947d-73f4cd578335" providerId="ADAL" clId="{4BCD3278-353E-4171-B877-06D97E4A9517}" dt="2025-02-16T15:26:01.991" v="1370" actId="404"/>
          <ac:spMkLst>
            <pc:docMk/>
            <pc:sldMk cId="1731897258" sldId="2147347745"/>
            <ac:spMk id="38" creationId="{C97B94E1-8B58-3C6F-7310-7138FD039F12}"/>
          </ac:spMkLst>
        </pc:spChg>
        <pc:spChg chg="mod">
          <ac:chgData name="Mukherjee, Shouvik" userId="8a0946e8-3a6b-4d5c-947d-73f4cd578335" providerId="ADAL" clId="{4BCD3278-353E-4171-B877-06D97E4A9517}" dt="2025-02-16T15:26:01.991" v="1370" actId="404"/>
          <ac:spMkLst>
            <pc:docMk/>
            <pc:sldMk cId="1731897258" sldId="2147347745"/>
            <ac:spMk id="39" creationId="{9E028EE6-E836-263B-CDC2-51353DC6AF10}"/>
          </ac:spMkLst>
        </pc:spChg>
        <pc:spChg chg="mod">
          <ac:chgData name="Mukherjee, Shouvik" userId="8a0946e8-3a6b-4d5c-947d-73f4cd578335" providerId="ADAL" clId="{4BCD3278-353E-4171-B877-06D97E4A9517}" dt="2025-02-16T15:26:01.991" v="1370" actId="404"/>
          <ac:spMkLst>
            <pc:docMk/>
            <pc:sldMk cId="1731897258" sldId="2147347745"/>
            <ac:spMk id="40" creationId="{43AAA523-3C3A-ADD0-72D0-CD83A65BCF9C}"/>
          </ac:spMkLst>
        </pc:spChg>
        <pc:spChg chg="mod">
          <ac:chgData name="Mukherjee, Shouvik" userId="8a0946e8-3a6b-4d5c-947d-73f4cd578335" providerId="ADAL" clId="{4BCD3278-353E-4171-B877-06D97E4A9517}" dt="2025-02-16T15:26:01.991" v="1370" actId="404"/>
          <ac:spMkLst>
            <pc:docMk/>
            <pc:sldMk cId="1731897258" sldId="2147347745"/>
            <ac:spMk id="41" creationId="{D0407E5D-D019-1D6C-9408-E115BA17DE0D}"/>
          </ac:spMkLst>
        </pc:spChg>
        <pc:spChg chg="mod">
          <ac:chgData name="Mukherjee, Shouvik" userId="8a0946e8-3a6b-4d5c-947d-73f4cd578335" providerId="ADAL" clId="{4BCD3278-353E-4171-B877-06D97E4A9517}" dt="2025-02-16T15:26:01.991" v="1370" actId="404"/>
          <ac:spMkLst>
            <pc:docMk/>
            <pc:sldMk cId="1731897258" sldId="2147347745"/>
            <ac:spMk id="43" creationId="{0A02B9D2-E266-5D66-E68B-02E11361AEBC}"/>
          </ac:spMkLst>
        </pc:spChg>
        <pc:spChg chg="mod">
          <ac:chgData name="Mukherjee, Shouvik" userId="8a0946e8-3a6b-4d5c-947d-73f4cd578335" providerId="ADAL" clId="{4BCD3278-353E-4171-B877-06D97E4A9517}" dt="2025-02-16T15:26:01.991" v="1370" actId="404"/>
          <ac:spMkLst>
            <pc:docMk/>
            <pc:sldMk cId="1731897258" sldId="2147347745"/>
            <ac:spMk id="45" creationId="{25F104F6-E719-9686-C75E-EA17B3187291}"/>
          </ac:spMkLst>
        </pc:spChg>
        <pc:spChg chg="mod">
          <ac:chgData name="Mukherjee, Shouvik" userId="8a0946e8-3a6b-4d5c-947d-73f4cd578335" providerId="ADAL" clId="{4BCD3278-353E-4171-B877-06D97E4A9517}" dt="2025-02-16T15:17:23.057" v="1246" actId="1035"/>
          <ac:spMkLst>
            <pc:docMk/>
            <pc:sldMk cId="1731897258" sldId="2147347745"/>
            <ac:spMk id="47" creationId="{BA67E408-3CFE-2532-9CEA-BCA0DE7BF655}"/>
          </ac:spMkLst>
        </pc:spChg>
        <pc:spChg chg="mod">
          <ac:chgData name="Mukherjee, Shouvik" userId="8a0946e8-3a6b-4d5c-947d-73f4cd578335" providerId="ADAL" clId="{4BCD3278-353E-4171-B877-06D97E4A9517}" dt="2025-02-16T15:17:23.057" v="1246" actId="1035"/>
          <ac:spMkLst>
            <pc:docMk/>
            <pc:sldMk cId="1731897258" sldId="2147347745"/>
            <ac:spMk id="48" creationId="{8534643F-7FD8-F9A5-3658-0D6D54FE6FE6}"/>
          </ac:spMkLst>
        </pc:spChg>
        <pc:spChg chg="mod">
          <ac:chgData name="Mukherjee, Shouvik" userId="8a0946e8-3a6b-4d5c-947d-73f4cd578335" providerId="ADAL" clId="{4BCD3278-353E-4171-B877-06D97E4A9517}" dt="2025-02-16T15:17:23.057" v="1246" actId="1035"/>
          <ac:spMkLst>
            <pc:docMk/>
            <pc:sldMk cId="1731897258" sldId="2147347745"/>
            <ac:spMk id="49" creationId="{BC58F63F-CA9A-83E4-4684-5342BB4359FC}"/>
          </ac:spMkLst>
        </pc:spChg>
        <pc:spChg chg="mod">
          <ac:chgData name="Mukherjee, Shouvik" userId="8a0946e8-3a6b-4d5c-947d-73f4cd578335" providerId="ADAL" clId="{4BCD3278-353E-4171-B877-06D97E4A9517}" dt="2025-02-16T15:17:23.057" v="1246" actId="1035"/>
          <ac:spMkLst>
            <pc:docMk/>
            <pc:sldMk cId="1731897258" sldId="2147347745"/>
            <ac:spMk id="50" creationId="{B693BFF9-24DB-223E-1E26-CCF61E32140B}"/>
          </ac:spMkLst>
        </pc:spChg>
        <pc:spChg chg="mod">
          <ac:chgData name="Mukherjee, Shouvik" userId="8a0946e8-3a6b-4d5c-947d-73f4cd578335" providerId="ADAL" clId="{4BCD3278-353E-4171-B877-06D97E4A9517}" dt="2025-02-16T15:17:23.057" v="1246" actId="1035"/>
          <ac:spMkLst>
            <pc:docMk/>
            <pc:sldMk cId="1731897258" sldId="2147347745"/>
            <ac:spMk id="51" creationId="{19028701-08FC-DCA2-284E-7D7797786EC1}"/>
          </ac:spMkLst>
        </pc:spChg>
        <pc:spChg chg="mod">
          <ac:chgData name="Mukherjee, Shouvik" userId="8a0946e8-3a6b-4d5c-947d-73f4cd578335" providerId="ADAL" clId="{4BCD3278-353E-4171-B877-06D97E4A9517}" dt="2025-02-16T15:17:23.057" v="1246" actId="1035"/>
          <ac:spMkLst>
            <pc:docMk/>
            <pc:sldMk cId="1731897258" sldId="2147347745"/>
            <ac:spMk id="52" creationId="{B4531F75-9E99-C6FF-AFA8-45C93B0C4136}"/>
          </ac:spMkLst>
        </pc:spChg>
        <pc:spChg chg="mod">
          <ac:chgData name="Mukherjee, Shouvik" userId="8a0946e8-3a6b-4d5c-947d-73f4cd578335" providerId="ADAL" clId="{4BCD3278-353E-4171-B877-06D97E4A9517}" dt="2025-02-16T15:17:23.057" v="1246" actId="1035"/>
          <ac:spMkLst>
            <pc:docMk/>
            <pc:sldMk cId="1731897258" sldId="2147347745"/>
            <ac:spMk id="53" creationId="{BF5B3BE0-9CB0-7F7F-45DE-3452260080F9}"/>
          </ac:spMkLst>
        </pc:spChg>
        <pc:spChg chg="mod">
          <ac:chgData name="Mukherjee, Shouvik" userId="8a0946e8-3a6b-4d5c-947d-73f4cd578335" providerId="ADAL" clId="{4BCD3278-353E-4171-B877-06D97E4A9517}" dt="2025-02-16T15:17:23.057" v="1246" actId="1035"/>
          <ac:spMkLst>
            <pc:docMk/>
            <pc:sldMk cId="1731897258" sldId="2147347745"/>
            <ac:spMk id="54" creationId="{12AB0F5A-2EC4-04E4-32E5-218538842F78}"/>
          </ac:spMkLst>
        </pc:spChg>
        <pc:spChg chg="mod">
          <ac:chgData name="Mukherjee, Shouvik" userId="8a0946e8-3a6b-4d5c-947d-73f4cd578335" providerId="ADAL" clId="{4BCD3278-353E-4171-B877-06D97E4A9517}" dt="2025-02-16T15:17:23.057" v="1246" actId="1035"/>
          <ac:spMkLst>
            <pc:docMk/>
            <pc:sldMk cId="1731897258" sldId="2147347745"/>
            <ac:spMk id="55" creationId="{C8392D29-7E99-ABB7-2EC4-DC8B88D44621}"/>
          </ac:spMkLst>
        </pc:spChg>
        <pc:spChg chg="mod">
          <ac:chgData name="Mukherjee, Shouvik" userId="8a0946e8-3a6b-4d5c-947d-73f4cd578335" providerId="ADAL" clId="{4BCD3278-353E-4171-B877-06D97E4A9517}" dt="2025-02-16T15:17:23.057" v="1246" actId="1035"/>
          <ac:spMkLst>
            <pc:docMk/>
            <pc:sldMk cId="1731897258" sldId="2147347745"/>
            <ac:spMk id="57" creationId="{68FF51BD-EB2B-7D73-9262-BF04AB36B6FA}"/>
          </ac:spMkLst>
        </pc:spChg>
        <pc:spChg chg="mod">
          <ac:chgData name="Mukherjee, Shouvik" userId="8a0946e8-3a6b-4d5c-947d-73f4cd578335" providerId="ADAL" clId="{4BCD3278-353E-4171-B877-06D97E4A9517}" dt="2025-02-16T15:17:23.057" v="1246" actId="1035"/>
          <ac:spMkLst>
            <pc:docMk/>
            <pc:sldMk cId="1731897258" sldId="2147347745"/>
            <ac:spMk id="58" creationId="{8FBE0197-8587-1E9F-0601-589FDE83D72E}"/>
          </ac:spMkLst>
        </pc:spChg>
        <pc:spChg chg="mod">
          <ac:chgData name="Mukherjee, Shouvik" userId="8a0946e8-3a6b-4d5c-947d-73f4cd578335" providerId="ADAL" clId="{4BCD3278-353E-4171-B877-06D97E4A9517}" dt="2025-02-16T15:17:23.057" v="1246" actId="1035"/>
          <ac:spMkLst>
            <pc:docMk/>
            <pc:sldMk cId="1731897258" sldId="2147347745"/>
            <ac:spMk id="59" creationId="{099D0C75-B704-88C1-7A73-CC6B5A2A71CF}"/>
          </ac:spMkLst>
        </pc:spChg>
        <pc:spChg chg="mod">
          <ac:chgData name="Mukherjee, Shouvik" userId="8a0946e8-3a6b-4d5c-947d-73f4cd578335" providerId="ADAL" clId="{4BCD3278-353E-4171-B877-06D97E4A9517}" dt="2025-02-16T15:17:23.057" v="1246" actId="1035"/>
          <ac:spMkLst>
            <pc:docMk/>
            <pc:sldMk cId="1731897258" sldId="2147347745"/>
            <ac:spMk id="60" creationId="{714C7541-09FD-D16F-B69B-3EAFD416E9F0}"/>
          </ac:spMkLst>
        </pc:spChg>
        <pc:spChg chg="mod">
          <ac:chgData name="Mukherjee, Shouvik" userId="8a0946e8-3a6b-4d5c-947d-73f4cd578335" providerId="ADAL" clId="{4BCD3278-353E-4171-B877-06D97E4A9517}" dt="2025-02-16T15:17:23.057" v="1246" actId="1035"/>
          <ac:spMkLst>
            <pc:docMk/>
            <pc:sldMk cId="1731897258" sldId="2147347745"/>
            <ac:spMk id="61" creationId="{A36615D5-2B19-D3E5-7B73-7FACF694E8DE}"/>
          </ac:spMkLst>
        </pc:spChg>
        <pc:spChg chg="mod">
          <ac:chgData name="Mukherjee, Shouvik" userId="8a0946e8-3a6b-4d5c-947d-73f4cd578335" providerId="ADAL" clId="{4BCD3278-353E-4171-B877-06D97E4A9517}" dt="2025-02-16T15:17:23.057" v="1246" actId="1035"/>
          <ac:spMkLst>
            <pc:docMk/>
            <pc:sldMk cId="1731897258" sldId="2147347745"/>
            <ac:spMk id="62" creationId="{A996F82C-93B9-243C-4870-BDD874743DB8}"/>
          </ac:spMkLst>
        </pc:spChg>
        <pc:spChg chg="mod">
          <ac:chgData name="Mukherjee, Shouvik" userId="8a0946e8-3a6b-4d5c-947d-73f4cd578335" providerId="ADAL" clId="{4BCD3278-353E-4171-B877-06D97E4A9517}" dt="2025-02-16T15:26:01.991" v="1370" actId="404"/>
          <ac:spMkLst>
            <pc:docMk/>
            <pc:sldMk cId="1731897258" sldId="2147347745"/>
            <ac:spMk id="63" creationId="{DA7DBCC5-FD0B-67EC-F75A-81222B96EC5F}"/>
          </ac:spMkLst>
        </pc:spChg>
        <pc:spChg chg="add mod">
          <ac:chgData name="Mukherjee, Shouvik" userId="8a0946e8-3a6b-4d5c-947d-73f4cd578335" providerId="ADAL" clId="{4BCD3278-353E-4171-B877-06D97E4A9517}" dt="2025-02-16T15:26:49.349" v="1386" actId="207"/>
          <ac:spMkLst>
            <pc:docMk/>
            <pc:sldMk cId="1731897258" sldId="2147347745"/>
            <ac:spMk id="450" creationId="{C6DBC807-F6B7-7C93-E185-11B17A935CB0}"/>
          </ac:spMkLst>
        </pc:spChg>
        <pc:spChg chg="mod">
          <ac:chgData name="Mukherjee, Shouvik" userId="8a0946e8-3a6b-4d5c-947d-73f4cd578335" providerId="ADAL" clId="{4BCD3278-353E-4171-B877-06D97E4A9517}" dt="2025-02-16T15:26:01.991" v="1370" actId="404"/>
          <ac:spMkLst>
            <pc:docMk/>
            <pc:sldMk cId="1731897258" sldId="2147347745"/>
            <ac:spMk id="458" creationId="{EA9E6496-2313-B03D-716D-1E576C5EFA50}"/>
          </ac:spMkLst>
        </pc:spChg>
        <pc:spChg chg="mod">
          <ac:chgData name="Mukherjee, Shouvik" userId="8a0946e8-3a6b-4d5c-947d-73f4cd578335" providerId="ADAL" clId="{4BCD3278-353E-4171-B877-06D97E4A9517}" dt="2025-02-16T15:26:01.991" v="1370" actId="404"/>
          <ac:spMkLst>
            <pc:docMk/>
            <pc:sldMk cId="1731897258" sldId="2147347745"/>
            <ac:spMk id="459" creationId="{8BD7A983-9F52-AAC1-65A7-3B38AF7027A1}"/>
          </ac:spMkLst>
        </pc:spChg>
        <pc:spChg chg="mod">
          <ac:chgData name="Mukherjee, Shouvik" userId="8a0946e8-3a6b-4d5c-947d-73f4cd578335" providerId="ADAL" clId="{4BCD3278-353E-4171-B877-06D97E4A9517}" dt="2025-02-16T15:26:01.991" v="1370" actId="404"/>
          <ac:spMkLst>
            <pc:docMk/>
            <pc:sldMk cId="1731897258" sldId="2147347745"/>
            <ac:spMk id="460" creationId="{14E37524-CDA3-FADB-1605-32E399522576}"/>
          </ac:spMkLst>
        </pc:spChg>
        <pc:spChg chg="mod">
          <ac:chgData name="Mukherjee, Shouvik" userId="8a0946e8-3a6b-4d5c-947d-73f4cd578335" providerId="ADAL" clId="{4BCD3278-353E-4171-B877-06D97E4A9517}" dt="2025-02-16T15:26:01.991" v="1370" actId="404"/>
          <ac:spMkLst>
            <pc:docMk/>
            <pc:sldMk cId="1731897258" sldId="2147347745"/>
            <ac:spMk id="464" creationId="{67C1DB6D-78BC-6CD6-E089-830CD7495BC0}"/>
          </ac:spMkLst>
        </pc:spChg>
        <pc:spChg chg="mod">
          <ac:chgData name="Mukherjee, Shouvik" userId="8a0946e8-3a6b-4d5c-947d-73f4cd578335" providerId="ADAL" clId="{4BCD3278-353E-4171-B877-06D97E4A9517}" dt="2025-02-16T15:26:01.991" v="1370" actId="404"/>
          <ac:spMkLst>
            <pc:docMk/>
            <pc:sldMk cId="1731897258" sldId="2147347745"/>
            <ac:spMk id="469" creationId="{E07B66C4-1AE6-17D1-62D1-2C0820C26E71}"/>
          </ac:spMkLst>
        </pc:spChg>
        <pc:spChg chg="mod">
          <ac:chgData name="Mukherjee, Shouvik" userId="8a0946e8-3a6b-4d5c-947d-73f4cd578335" providerId="ADAL" clId="{4BCD3278-353E-4171-B877-06D97E4A9517}" dt="2025-02-16T15:17:23.057" v="1246" actId="1035"/>
          <ac:spMkLst>
            <pc:docMk/>
            <pc:sldMk cId="1731897258" sldId="2147347745"/>
            <ac:spMk id="471" creationId="{600D41B0-BB6A-2192-E169-909DD8BD4678}"/>
          </ac:spMkLst>
        </pc:spChg>
        <pc:spChg chg="mod">
          <ac:chgData name="Mukherjee, Shouvik" userId="8a0946e8-3a6b-4d5c-947d-73f4cd578335" providerId="ADAL" clId="{4BCD3278-353E-4171-B877-06D97E4A9517}" dt="2025-02-16T15:17:23.057" v="1246" actId="1035"/>
          <ac:spMkLst>
            <pc:docMk/>
            <pc:sldMk cId="1731897258" sldId="2147347745"/>
            <ac:spMk id="472" creationId="{7288A0C3-EBA3-F94A-0811-07C164FC9E80}"/>
          </ac:spMkLst>
        </pc:spChg>
        <pc:spChg chg="mod">
          <ac:chgData name="Mukherjee, Shouvik" userId="8a0946e8-3a6b-4d5c-947d-73f4cd578335" providerId="ADAL" clId="{4BCD3278-353E-4171-B877-06D97E4A9517}" dt="2025-02-16T15:17:23.057" v="1246" actId="1035"/>
          <ac:spMkLst>
            <pc:docMk/>
            <pc:sldMk cId="1731897258" sldId="2147347745"/>
            <ac:spMk id="473" creationId="{75324D84-9EB0-1403-913F-BC892105109F}"/>
          </ac:spMkLst>
        </pc:spChg>
        <pc:spChg chg="mod">
          <ac:chgData name="Mukherjee, Shouvik" userId="8a0946e8-3a6b-4d5c-947d-73f4cd578335" providerId="ADAL" clId="{4BCD3278-353E-4171-B877-06D97E4A9517}" dt="2025-02-16T15:17:23.057" v="1246" actId="1035"/>
          <ac:spMkLst>
            <pc:docMk/>
            <pc:sldMk cId="1731897258" sldId="2147347745"/>
            <ac:spMk id="474" creationId="{0C0304E4-EE26-F118-0515-AE69F7109C1A}"/>
          </ac:spMkLst>
        </pc:spChg>
        <pc:spChg chg="mod">
          <ac:chgData name="Mukherjee, Shouvik" userId="8a0946e8-3a6b-4d5c-947d-73f4cd578335" providerId="ADAL" clId="{4BCD3278-353E-4171-B877-06D97E4A9517}" dt="2025-02-16T15:17:23.057" v="1246" actId="1035"/>
          <ac:spMkLst>
            <pc:docMk/>
            <pc:sldMk cId="1731897258" sldId="2147347745"/>
            <ac:spMk id="475" creationId="{E060C3CA-13E8-43C9-7047-C99D4FC9CF5D}"/>
          </ac:spMkLst>
        </pc:spChg>
        <pc:spChg chg="mod">
          <ac:chgData name="Mukherjee, Shouvik" userId="8a0946e8-3a6b-4d5c-947d-73f4cd578335" providerId="ADAL" clId="{4BCD3278-353E-4171-B877-06D97E4A9517}" dt="2025-02-16T15:17:23.057" v="1246" actId="1035"/>
          <ac:spMkLst>
            <pc:docMk/>
            <pc:sldMk cId="1731897258" sldId="2147347745"/>
            <ac:spMk id="476" creationId="{8C86ACE8-2738-7035-A6AA-82875AA9218E}"/>
          </ac:spMkLst>
        </pc:spChg>
        <pc:spChg chg="mod">
          <ac:chgData name="Mukherjee, Shouvik" userId="8a0946e8-3a6b-4d5c-947d-73f4cd578335" providerId="ADAL" clId="{4BCD3278-353E-4171-B877-06D97E4A9517}" dt="2025-02-16T15:17:23.057" v="1246" actId="1035"/>
          <ac:spMkLst>
            <pc:docMk/>
            <pc:sldMk cId="1731897258" sldId="2147347745"/>
            <ac:spMk id="477" creationId="{116A20C3-9A23-4242-1265-216B8AF9C72C}"/>
          </ac:spMkLst>
        </pc:spChg>
        <pc:spChg chg="mod">
          <ac:chgData name="Mukherjee, Shouvik" userId="8a0946e8-3a6b-4d5c-947d-73f4cd578335" providerId="ADAL" clId="{4BCD3278-353E-4171-B877-06D97E4A9517}" dt="2025-02-16T15:17:23.057" v="1246" actId="1035"/>
          <ac:spMkLst>
            <pc:docMk/>
            <pc:sldMk cId="1731897258" sldId="2147347745"/>
            <ac:spMk id="478" creationId="{EB02A343-25FF-A403-E10E-0D50D269F046}"/>
          </ac:spMkLst>
        </pc:spChg>
        <pc:spChg chg="mod">
          <ac:chgData name="Mukherjee, Shouvik" userId="8a0946e8-3a6b-4d5c-947d-73f4cd578335" providerId="ADAL" clId="{4BCD3278-353E-4171-B877-06D97E4A9517}" dt="2025-02-16T15:17:23.057" v="1246" actId="1035"/>
          <ac:spMkLst>
            <pc:docMk/>
            <pc:sldMk cId="1731897258" sldId="2147347745"/>
            <ac:spMk id="479" creationId="{EF76E6E9-C49A-89B2-5A42-547772655E2D}"/>
          </ac:spMkLst>
        </pc:spChg>
        <pc:spChg chg="mod">
          <ac:chgData name="Mukherjee, Shouvik" userId="8a0946e8-3a6b-4d5c-947d-73f4cd578335" providerId="ADAL" clId="{4BCD3278-353E-4171-B877-06D97E4A9517}" dt="2025-02-16T15:17:23.057" v="1246" actId="1035"/>
          <ac:spMkLst>
            <pc:docMk/>
            <pc:sldMk cId="1731897258" sldId="2147347745"/>
            <ac:spMk id="480" creationId="{A6386DF8-3664-C34F-35FE-BA64C86E9FC5}"/>
          </ac:spMkLst>
        </pc:spChg>
        <pc:spChg chg="mod">
          <ac:chgData name="Mukherjee, Shouvik" userId="8a0946e8-3a6b-4d5c-947d-73f4cd578335" providerId="ADAL" clId="{4BCD3278-353E-4171-B877-06D97E4A9517}" dt="2025-02-16T15:17:23.057" v="1246" actId="1035"/>
          <ac:spMkLst>
            <pc:docMk/>
            <pc:sldMk cId="1731897258" sldId="2147347745"/>
            <ac:spMk id="481" creationId="{BDA514F2-E79F-C7FB-8826-160F332E28BE}"/>
          </ac:spMkLst>
        </pc:spChg>
        <pc:spChg chg="mod">
          <ac:chgData name="Mukherjee, Shouvik" userId="8a0946e8-3a6b-4d5c-947d-73f4cd578335" providerId="ADAL" clId="{4BCD3278-353E-4171-B877-06D97E4A9517}" dt="2025-02-16T15:17:23.057" v="1246" actId="1035"/>
          <ac:spMkLst>
            <pc:docMk/>
            <pc:sldMk cId="1731897258" sldId="2147347745"/>
            <ac:spMk id="482" creationId="{7D412AE5-6B2C-F964-105C-953F367E9070}"/>
          </ac:spMkLst>
        </pc:spChg>
        <pc:spChg chg="mod">
          <ac:chgData name="Mukherjee, Shouvik" userId="8a0946e8-3a6b-4d5c-947d-73f4cd578335" providerId="ADAL" clId="{4BCD3278-353E-4171-B877-06D97E4A9517}" dt="2025-02-16T15:17:23.057" v="1246" actId="1035"/>
          <ac:spMkLst>
            <pc:docMk/>
            <pc:sldMk cId="1731897258" sldId="2147347745"/>
            <ac:spMk id="483" creationId="{BA7CC1EE-23B9-5BAE-8758-C922FE60FCB3}"/>
          </ac:spMkLst>
        </pc:spChg>
        <pc:spChg chg="mod">
          <ac:chgData name="Mukherjee, Shouvik" userId="8a0946e8-3a6b-4d5c-947d-73f4cd578335" providerId="ADAL" clId="{4BCD3278-353E-4171-B877-06D97E4A9517}" dt="2025-02-16T15:17:23.057" v="1246" actId="1035"/>
          <ac:spMkLst>
            <pc:docMk/>
            <pc:sldMk cId="1731897258" sldId="2147347745"/>
            <ac:spMk id="484" creationId="{A8922422-5B00-A527-5ECA-E252050F6F9D}"/>
          </ac:spMkLst>
        </pc:spChg>
        <pc:spChg chg="mod">
          <ac:chgData name="Mukherjee, Shouvik" userId="8a0946e8-3a6b-4d5c-947d-73f4cd578335" providerId="ADAL" clId="{4BCD3278-353E-4171-B877-06D97E4A9517}" dt="2025-02-16T15:17:23.057" v="1246" actId="1035"/>
          <ac:spMkLst>
            <pc:docMk/>
            <pc:sldMk cId="1731897258" sldId="2147347745"/>
            <ac:spMk id="485" creationId="{363B01C4-4CAC-BFAC-B376-3CD0D972BED4}"/>
          </ac:spMkLst>
        </pc:spChg>
        <pc:spChg chg="mod">
          <ac:chgData name="Mukherjee, Shouvik" userId="8a0946e8-3a6b-4d5c-947d-73f4cd578335" providerId="ADAL" clId="{4BCD3278-353E-4171-B877-06D97E4A9517}" dt="2025-02-16T15:17:23.057" v="1246" actId="1035"/>
          <ac:spMkLst>
            <pc:docMk/>
            <pc:sldMk cId="1731897258" sldId="2147347745"/>
            <ac:spMk id="486" creationId="{7F93CA15-CB24-B195-E582-9E604F76BD94}"/>
          </ac:spMkLst>
        </pc:spChg>
        <pc:spChg chg="mod">
          <ac:chgData name="Mukherjee, Shouvik" userId="8a0946e8-3a6b-4d5c-947d-73f4cd578335" providerId="ADAL" clId="{4BCD3278-353E-4171-B877-06D97E4A9517}" dt="2025-02-16T15:17:23.057" v="1246" actId="1035"/>
          <ac:spMkLst>
            <pc:docMk/>
            <pc:sldMk cId="1731897258" sldId="2147347745"/>
            <ac:spMk id="487" creationId="{9DEFBAEE-33E2-4D0F-1876-1E041ACC495B}"/>
          </ac:spMkLst>
        </pc:spChg>
        <pc:spChg chg="mod">
          <ac:chgData name="Mukherjee, Shouvik" userId="8a0946e8-3a6b-4d5c-947d-73f4cd578335" providerId="ADAL" clId="{4BCD3278-353E-4171-B877-06D97E4A9517}" dt="2025-02-16T15:17:23.057" v="1246" actId="1035"/>
          <ac:spMkLst>
            <pc:docMk/>
            <pc:sldMk cId="1731897258" sldId="2147347745"/>
            <ac:spMk id="488" creationId="{1811BFC1-A696-F887-A206-16B7C2FBD9B7}"/>
          </ac:spMkLst>
        </pc:spChg>
        <pc:spChg chg="mod">
          <ac:chgData name="Mukherjee, Shouvik" userId="8a0946e8-3a6b-4d5c-947d-73f4cd578335" providerId="ADAL" clId="{4BCD3278-353E-4171-B877-06D97E4A9517}" dt="2025-02-16T15:17:23.057" v="1246" actId="1035"/>
          <ac:spMkLst>
            <pc:docMk/>
            <pc:sldMk cId="1731897258" sldId="2147347745"/>
            <ac:spMk id="489" creationId="{3D4018E8-F0DE-E8CA-DED8-6353F580C7DA}"/>
          </ac:spMkLst>
        </pc:spChg>
        <pc:spChg chg="mod">
          <ac:chgData name="Mukherjee, Shouvik" userId="8a0946e8-3a6b-4d5c-947d-73f4cd578335" providerId="ADAL" clId="{4BCD3278-353E-4171-B877-06D97E4A9517}" dt="2025-02-16T15:17:23.057" v="1246" actId="1035"/>
          <ac:spMkLst>
            <pc:docMk/>
            <pc:sldMk cId="1731897258" sldId="2147347745"/>
            <ac:spMk id="490" creationId="{5B4BDE6D-CEAC-DA5E-38EB-446CB932213C}"/>
          </ac:spMkLst>
        </pc:spChg>
        <pc:spChg chg="mod">
          <ac:chgData name="Mukherjee, Shouvik" userId="8a0946e8-3a6b-4d5c-947d-73f4cd578335" providerId="ADAL" clId="{4BCD3278-353E-4171-B877-06D97E4A9517}" dt="2025-02-16T15:17:23.057" v="1246" actId="1035"/>
          <ac:spMkLst>
            <pc:docMk/>
            <pc:sldMk cId="1731897258" sldId="2147347745"/>
            <ac:spMk id="491" creationId="{D0AFC4A8-8C78-643C-9CAD-370D46ED3D1B}"/>
          </ac:spMkLst>
        </pc:spChg>
        <pc:spChg chg="mod">
          <ac:chgData name="Mukherjee, Shouvik" userId="8a0946e8-3a6b-4d5c-947d-73f4cd578335" providerId="ADAL" clId="{4BCD3278-353E-4171-B877-06D97E4A9517}" dt="2025-02-16T15:17:23.057" v="1246" actId="1035"/>
          <ac:spMkLst>
            <pc:docMk/>
            <pc:sldMk cId="1731897258" sldId="2147347745"/>
            <ac:spMk id="492" creationId="{EF876069-A44E-B92C-339C-135B27C7B02F}"/>
          </ac:spMkLst>
        </pc:spChg>
        <pc:spChg chg="mod">
          <ac:chgData name="Mukherjee, Shouvik" userId="8a0946e8-3a6b-4d5c-947d-73f4cd578335" providerId="ADAL" clId="{4BCD3278-353E-4171-B877-06D97E4A9517}" dt="2025-02-16T15:17:23.057" v="1246" actId="1035"/>
          <ac:spMkLst>
            <pc:docMk/>
            <pc:sldMk cId="1731897258" sldId="2147347745"/>
            <ac:spMk id="493" creationId="{264E0071-D7F3-EE51-E628-23E9BBDB5838}"/>
          </ac:spMkLst>
        </pc:spChg>
        <pc:spChg chg="mod">
          <ac:chgData name="Mukherjee, Shouvik" userId="8a0946e8-3a6b-4d5c-947d-73f4cd578335" providerId="ADAL" clId="{4BCD3278-353E-4171-B877-06D97E4A9517}" dt="2025-02-16T15:17:23.057" v="1246" actId="1035"/>
          <ac:spMkLst>
            <pc:docMk/>
            <pc:sldMk cId="1731897258" sldId="2147347745"/>
            <ac:spMk id="494" creationId="{13CA3C9C-3E6E-9D24-5E9D-95F11C32CB57}"/>
          </ac:spMkLst>
        </pc:spChg>
        <pc:spChg chg="mod">
          <ac:chgData name="Mukherjee, Shouvik" userId="8a0946e8-3a6b-4d5c-947d-73f4cd578335" providerId="ADAL" clId="{4BCD3278-353E-4171-B877-06D97E4A9517}" dt="2025-02-16T15:17:23.057" v="1246" actId="1035"/>
          <ac:spMkLst>
            <pc:docMk/>
            <pc:sldMk cId="1731897258" sldId="2147347745"/>
            <ac:spMk id="495" creationId="{A6CCC150-7998-AA40-1291-7AC27430B094}"/>
          </ac:spMkLst>
        </pc:spChg>
        <pc:spChg chg="mod">
          <ac:chgData name="Mukherjee, Shouvik" userId="8a0946e8-3a6b-4d5c-947d-73f4cd578335" providerId="ADAL" clId="{4BCD3278-353E-4171-B877-06D97E4A9517}" dt="2025-02-16T15:17:23.057" v="1246" actId="1035"/>
          <ac:spMkLst>
            <pc:docMk/>
            <pc:sldMk cId="1731897258" sldId="2147347745"/>
            <ac:spMk id="496" creationId="{C5EB3750-3271-6136-F317-F39DBB2AD169}"/>
          </ac:spMkLst>
        </pc:spChg>
        <pc:spChg chg="mod">
          <ac:chgData name="Mukherjee, Shouvik" userId="8a0946e8-3a6b-4d5c-947d-73f4cd578335" providerId="ADAL" clId="{4BCD3278-353E-4171-B877-06D97E4A9517}" dt="2025-02-16T15:17:23.057" v="1246" actId="1035"/>
          <ac:spMkLst>
            <pc:docMk/>
            <pc:sldMk cId="1731897258" sldId="2147347745"/>
            <ac:spMk id="497" creationId="{445C93B5-83A6-DDFA-00A3-EA7BD7A8F89D}"/>
          </ac:spMkLst>
        </pc:spChg>
        <pc:spChg chg="mod">
          <ac:chgData name="Mukherjee, Shouvik" userId="8a0946e8-3a6b-4d5c-947d-73f4cd578335" providerId="ADAL" clId="{4BCD3278-353E-4171-B877-06D97E4A9517}" dt="2025-02-16T15:17:23.057" v="1246" actId="1035"/>
          <ac:spMkLst>
            <pc:docMk/>
            <pc:sldMk cId="1731897258" sldId="2147347745"/>
            <ac:spMk id="498" creationId="{7CB9B5CC-B076-17F9-2912-0A8CCBF15A6A}"/>
          </ac:spMkLst>
        </pc:spChg>
        <pc:spChg chg="mod">
          <ac:chgData name="Mukherjee, Shouvik" userId="8a0946e8-3a6b-4d5c-947d-73f4cd578335" providerId="ADAL" clId="{4BCD3278-353E-4171-B877-06D97E4A9517}" dt="2025-02-16T15:17:23.057" v="1246" actId="1035"/>
          <ac:spMkLst>
            <pc:docMk/>
            <pc:sldMk cId="1731897258" sldId="2147347745"/>
            <ac:spMk id="499" creationId="{40A7D4B0-3782-231C-D15B-B73D280011A2}"/>
          </ac:spMkLst>
        </pc:spChg>
        <pc:spChg chg="mod">
          <ac:chgData name="Mukherjee, Shouvik" userId="8a0946e8-3a6b-4d5c-947d-73f4cd578335" providerId="ADAL" clId="{4BCD3278-353E-4171-B877-06D97E4A9517}" dt="2025-02-16T15:17:23.057" v="1246" actId="1035"/>
          <ac:spMkLst>
            <pc:docMk/>
            <pc:sldMk cId="1731897258" sldId="2147347745"/>
            <ac:spMk id="500" creationId="{6C7553C2-CFCD-8F63-7FB2-A02E6BE3B638}"/>
          </ac:spMkLst>
        </pc:spChg>
        <pc:spChg chg="mod">
          <ac:chgData name="Mukherjee, Shouvik" userId="8a0946e8-3a6b-4d5c-947d-73f4cd578335" providerId="ADAL" clId="{4BCD3278-353E-4171-B877-06D97E4A9517}" dt="2025-02-16T15:17:23.057" v="1246" actId="1035"/>
          <ac:spMkLst>
            <pc:docMk/>
            <pc:sldMk cId="1731897258" sldId="2147347745"/>
            <ac:spMk id="501" creationId="{0FB84D51-3AF6-333C-78BC-BBBB86DA7B7A}"/>
          </ac:spMkLst>
        </pc:spChg>
        <pc:spChg chg="mod">
          <ac:chgData name="Mukherjee, Shouvik" userId="8a0946e8-3a6b-4d5c-947d-73f4cd578335" providerId="ADAL" clId="{4BCD3278-353E-4171-B877-06D97E4A9517}" dt="2025-02-16T15:17:23.057" v="1246" actId="1035"/>
          <ac:spMkLst>
            <pc:docMk/>
            <pc:sldMk cId="1731897258" sldId="2147347745"/>
            <ac:spMk id="502" creationId="{546AB974-E5F3-34DE-CD45-9DD89B4ED878}"/>
          </ac:spMkLst>
        </pc:spChg>
        <pc:spChg chg="mod">
          <ac:chgData name="Mukherjee, Shouvik" userId="8a0946e8-3a6b-4d5c-947d-73f4cd578335" providerId="ADAL" clId="{4BCD3278-353E-4171-B877-06D97E4A9517}" dt="2025-02-16T15:17:23.057" v="1246" actId="1035"/>
          <ac:spMkLst>
            <pc:docMk/>
            <pc:sldMk cId="1731897258" sldId="2147347745"/>
            <ac:spMk id="503" creationId="{5DD5759E-EBD1-C793-CB5A-FFE8B1D6BD3A}"/>
          </ac:spMkLst>
        </pc:spChg>
        <pc:spChg chg="mod">
          <ac:chgData name="Mukherjee, Shouvik" userId="8a0946e8-3a6b-4d5c-947d-73f4cd578335" providerId="ADAL" clId="{4BCD3278-353E-4171-B877-06D97E4A9517}" dt="2025-02-16T15:17:23.057" v="1246" actId="1035"/>
          <ac:spMkLst>
            <pc:docMk/>
            <pc:sldMk cId="1731897258" sldId="2147347745"/>
            <ac:spMk id="504" creationId="{E4A1C6C8-4B71-3C11-9E10-5B583FD6B651}"/>
          </ac:spMkLst>
        </pc:spChg>
        <pc:spChg chg="mod">
          <ac:chgData name="Mukherjee, Shouvik" userId="8a0946e8-3a6b-4d5c-947d-73f4cd578335" providerId="ADAL" clId="{4BCD3278-353E-4171-B877-06D97E4A9517}" dt="2025-02-16T15:17:23.057" v="1246" actId="1035"/>
          <ac:spMkLst>
            <pc:docMk/>
            <pc:sldMk cId="1731897258" sldId="2147347745"/>
            <ac:spMk id="505" creationId="{1114C0BA-D227-A9D7-51D2-E3BF606DA747}"/>
          </ac:spMkLst>
        </pc:spChg>
        <pc:spChg chg="mod">
          <ac:chgData name="Mukherjee, Shouvik" userId="8a0946e8-3a6b-4d5c-947d-73f4cd578335" providerId="ADAL" clId="{4BCD3278-353E-4171-B877-06D97E4A9517}" dt="2025-02-16T15:17:23.057" v="1246" actId="1035"/>
          <ac:spMkLst>
            <pc:docMk/>
            <pc:sldMk cId="1731897258" sldId="2147347745"/>
            <ac:spMk id="506" creationId="{F0DC048D-203A-ACF3-35FF-32AB5CA37593}"/>
          </ac:spMkLst>
        </pc:spChg>
        <pc:spChg chg="mod">
          <ac:chgData name="Mukherjee, Shouvik" userId="8a0946e8-3a6b-4d5c-947d-73f4cd578335" providerId="ADAL" clId="{4BCD3278-353E-4171-B877-06D97E4A9517}" dt="2025-02-16T15:17:23.057" v="1246" actId="1035"/>
          <ac:spMkLst>
            <pc:docMk/>
            <pc:sldMk cId="1731897258" sldId="2147347745"/>
            <ac:spMk id="507" creationId="{40B498C1-6361-E280-C10B-F6C46ADF7FB4}"/>
          </ac:spMkLst>
        </pc:spChg>
        <pc:spChg chg="mod">
          <ac:chgData name="Mukherjee, Shouvik" userId="8a0946e8-3a6b-4d5c-947d-73f4cd578335" providerId="ADAL" clId="{4BCD3278-353E-4171-B877-06D97E4A9517}" dt="2025-02-16T15:17:23.057" v="1246" actId="1035"/>
          <ac:spMkLst>
            <pc:docMk/>
            <pc:sldMk cId="1731897258" sldId="2147347745"/>
            <ac:spMk id="508" creationId="{7FD678F1-5834-70F1-D5D6-797D23480A90}"/>
          </ac:spMkLst>
        </pc:spChg>
        <pc:spChg chg="mod">
          <ac:chgData name="Mukherjee, Shouvik" userId="8a0946e8-3a6b-4d5c-947d-73f4cd578335" providerId="ADAL" clId="{4BCD3278-353E-4171-B877-06D97E4A9517}" dt="2025-02-16T15:17:23.057" v="1246" actId="1035"/>
          <ac:spMkLst>
            <pc:docMk/>
            <pc:sldMk cId="1731897258" sldId="2147347745"/>
            <ac:spMk id="509" creationId="{84E89D07-4383-4B41-31BE-17C5EFA720D1}"/>
          </ac:spMkLst>
        </pc:spChg>
        <pc:spChg chg="mod">
          <ac:chgData name="Mukherjee, Shouvik" userId="8a0946e8-3a6b-4d5c-947d-73f4cd578335" providerId="ADAL" clId="{4BCD3278-353E-4171-B877-06D97E4A9517}" dt="2025-02-16T15:17:23.057" v="1246" actId="1035"/>
          <ac:spMkLst>
            <pc:docMk/>
            <pc:sldMk cId="1731897258" sldId="2147347745"/>
            <ac:spMk id="510" creationId="{417CED13-3F67-82D9-C5B3-19F7F0E9B12C}"/>
          </ac:spMkLst>
        </pc:spChg>
        <pc:spChg chg="mod">
          <ac:chgData name="Mukherjee, Shouvik" userId="8a0946e8-3a6b-4d5c-947d-73f4cd578335" providerId="ADAL" clId="{4BCD3278-353E-4171-B877-06D97E4A9517}" dt="2025-02-16T15:17:23.057" v="1246" actId="1035"/>
          <ac:spMkLst>
            <pc:docMk/>
            <pc:sldMk cId="1731897258" sldId="2147347745"/>
            <ac:spMk id="511" creationId="{B54B7D01-225A-D3E8-2497-51763B546C2A}"/>
          </ac:spMkLst>
        </pc:spChg>
        <pc:spChg chg="mod">
          <ac:chgData name="Mukherjee, Shouvik" userId="8a0946e8-3a6b-4d5c-947d-73f4cd578335" providerId="ADAL" clId="{4BCD3278-353E-4171-B877-06D97E4A9517}" dt="2025-02-16T15:17:23.057" v="1246" actId="1035"/>
          <ac:spMkLst>
            <pc:docMk/>
            <pc:sldMk cId="1731897258" sldId="2147347745"/>
            <ac:spMk id="512" creationId="{00FE72BB-C988-EA52-AE05-25282121194B}"/>
          </ac:spMkLst>
        </pc:spChg>
        <pc:spChg chg="mod">
          <ac:chgData name="Mukherjee, Shouvik" userId="8a0946e8-3a6b-4d5c-947d-73f4cd578335" providerId="ADAL" clId="{4BCD3278-353E-4171-B877-06D97E4A9517}" dt="2025-02-16T15:17:23.057" v="1246" actId="1035"/>
          <ac:spMkLst>
            <pc:docMk/>
            <pc:sldMk cId="1731897258" sldId="2147347745"/>
            <ac:spMk id="513" creationId="{217EF87A-6E8F-9E93-6A92-7496B0D99C25}"/>
          </ac:spMkLst>
        </pc:spChg>
        <pc:spChg chg="mod">
          <ac:chgData name="Mukherjee, Shouvik" userId="8a0946e8-3a6b-4d5c-947d-73f4cd578335" providerId="ADAL" clId="{4BCD3278-353E-4171-B877-06D97E4A9517}" dt="2025-02-16T15:17:23.057" v="1246" actId="1035"/>
          <ac:spMkLst>
            <pc:docMk/>
            <pc:sldMk cId="1731897258" sldId="2147347745"/>
            <ac:spMk id="515" creationId="{3EEFF690-1E81-0FBD-716A-768A365B25BD}"/>
          </ac:spMkLst>
        </pc:spChg>
        <pc:spChg chg="mod">
          <ac:chgData name="Mukherjee, Shouvik" userId="8a0946e8-3a6b-4d5c-947d-73f4cd578335" providerId="ADAL" clId="{4BCD3278-353E-4171-B877-06D97E4A9517}" dt="2025-02-16T15:17:23.057" v="1246" actId="1035"/>
          <ac:spMkLst>
            <pc:docMk/>
            <pc:sldMk cId="1731897258" sldId="2147347745"/>
            <ac:spMk id="516" creationId="{7F93379B-8555-8F24-663E-93858ACD4A1E}"/>
          </ac:spMkLst>
        </pc:spChg>
        <pc:spChg chg="mod">
          <ac:chgData name="Mukherjee, Shouvik" userId="8a0946e8-3a6b-4d5c-947d-73f4cd578335" providerId="ADAL" clId="{4BCD3278-353E-4171-B877-06D97E4A9517}" dt="2025-02-16T15:17:23.057" v="1246" actId="1035"/>
          <ac:spMkLst>
            <pc:docMk/>
            <pc:sldMk cId="1731897258" sldId="2147347745"/>
            <ac:spMk id="517" creationId="{43578D52-86E6-B342-E5D1-268B6485EC5E}"/>
          </ac:spMkLst>
        </pc:spChg>
        <pc:spChg chg="mod">
          <ac:chgData name="Mukherjee, Shouvik" userId="8a0946e8-3a6b-4d5c-947d-73f4cd578335" providerId="ADAL" clId="{4BCD3278-353E-4171-B877-06D97E4A9517}" dt="2025-02-16T15:17:23.057" v="1246" actId="1035"/>
          <ac:spMkLst>
            <pc:docMk/>
            <pc:sldMk cId="1731897258" sldId="2147347745"/>
            <ac:spMk id="518" creationId="{76535921-FA59-4B9B-FD9E-29B8892C33AE}"/>
          </ac:spMkLst>
        </pc:spChg>
        <pc:spChg chg="mod">
          <ac:chgData name="Mukherjee, Shouvik" userId="8a0946e8-3a6b-4d5c-947d-73f4cd578335" providerId="ADAL" clId="{4BCD3278-353E-4171-B877-06D97E4A9517}" dt="2025-02-16T15:17:23.057" v="1246" actId="1035"/>
          <ac:spMkLst>
            <pc:docMk/>
            <pc:sldMk cId="1731897258" sldId="2147347745"/>
            <ac:spMk id="519" creationId="{5D7BF3A5-E46C-9721-C31C-B0951851CD54}"/>
          </ac:spMkLst>
        </pc:spChg>
        <pc:spChg chg="mod">
          <ac:chgData name="Mukherjee, Shouvik" userId="8a0946e8-3a6b-4d5c-947d-73f4cd578335" providerId="ADAL" clId="{4BCD3278-353E-4171-B877-06D97E4A9517}" dt="2025-02-16T15:17:23.057" v="1246" actId="1035"/>
          <ac:spMkLst>
            <pc:docMk/>
            <pc:sldMk cId="1731897258" sldId="2147347745"/>
            <ac:spMk id="520" creationId="{1133F8BA-4D2A-76FE-6F9C-12DDA3D4C585}"/>
          </ac:spMkLst>
        </pc:spChg>
        <pc:spChg chg="mod">
          <ac:chgData name="Mukherjee, Shouvik" userId="8a0946e8-3a6b-4d5c-947d-73f4cd578335" providerId="ADAL" clId="{4BCD3278-353E-4171-B877-06D97E4A9517}" dt="2025-02-16T15:17:23.057" v="1246" actId="1035"/>
          <ac:spMkLst>
            <pc:docMk/>
            <pc:sldMk cId="1731897258" sldId="2147347745"/>
            <ac:spMk id="521" creationId="{0BA36739-A54D-E7F1-A6F3-8A8C8F24ECFD}"/>
          </ac:spMkLst>
        </pc:spChg>
        <pc:spChg chg="mod">
          <ac:chgData name="Mukherjee, Shouvik" userId="8a0946e8-3a6b-4d5c-947d-73f4cd578335" providerId="ADAL" clId="{4BCD3278-353E-4171-B877-06D97E4A9517}" dt="2025-02-16T15:17:23.057" v="1246" actId="1035"/>
          <ac:spMkLst>
            <pc:docMk/>
            <pc:sldMk cId="1731897258" sldId="2147347745"/>
            <ac:spMk id="522" creationId="{C92510E1-8AB7-4721-AF59-95B4828AC06E}"/>
          </ac:spMkLst>
        </pc:spChg>
        <pc:spChg chg="mod">
          <ac:chgData name="Mukherjee, Shouvik" userId="8a0946e8-3a6b-4d5c-947d-73f4cd578335" providerId="ADAL" clId="{4BCD3278-353E-4171-B877-06D97E4A9517}" dt="2025-02-16T15:17:23.057" v="1246" actId="1035"/>
          <ac:spMkLst>
            <pc:docMk/>
            <pc:sldMk cId="1731897258" sldId="2147347745"/>
            <ac:spMk id="523" creationId="{6AB3AB97-8A52-CE17-D534-3230BA547F12}"/>
          </ac:spMkLst>
        </pc:spChg>
        <pc:spChg chg="mod">
          <ac:chgData name="Mukherjee, Shouvik" userId="8a0946e8-3a6b-4d5c-947d-73f4cd578335" providerId="ADAL" clId="{4BCD3278-353E-4171-B877-06D97E4A9517}" dt="2025-02-16T15:17:23.057" v="1246" actId="1035"/>
          <ac:spMkLst>
            <pc:docMk/>
            <pc:sldMk cId="1731897258" sldId="2147347745"/>
            <ac:spMk id="524" creationId="{92CB3335-C02E-FF3A-9B95-76FC23616C45}"/>
          </ac:spMkLst>
        </pc:spChg>
        <pc:spChg chg="mod">
          <ac:chgData name="Mukherjee, Shouvik" userId="8a0946e8-3a6b-4d5c-947d-73f4cd578335" providerId="ADAL" clId="{4BCD3278-353E-4171-B877-06D97E4A9517}" dt="2025-02-16T15:17:23.057" v="1246" actId="1035"/>
          <ac:spMkLst>
            <pc:docMk/>
            <pc:sldMk cId="1731897258" sldId="2147347745"/>
            <ac:spMk id="525" creationId="{B55C69BB-B8CE-AC7F-6CA2-ED9BDCE66D27}"/>
          </ac:spMkLst>
        </pc:spChg>
        <pc:spChg chg="mod">
          <ac:chgData name="Mukherjee, Shouvik" userId="8a0946e8-3a6b-4d5c-947d-73f4cd578335" providerId="ADAL" clId="{4BCD3278-353E-4171-B877-06D97E4A9517}" dt="2025-02-16T15:17:23.057" v="1246" actId="1035"/>
          <ac:spMkLst>
            <pc:docMk/>
            <pc:sldMk cId="1731897258" sldId="2147347745"/>
            <ac:spMk id="526" creationId="{2B840D89-E03C-4655-385B-60B4A5ABC3EF}"/>
          </ac:spMkLst>
        </pc:spChg>
        <pc:spChg chg="mod">
          <ac:chgData name="Mukherjee, Shouvik" userId="8a0946e8-3a6b-4d5c-947d-73f4cd578335" providerId="ADAL" clId="{4BCD3278-353E-4171-B877-06D97E4A9517}" dt="2025-02-16T15:17:23.057" v="1246" actId="1035"/>
          <ac:spMkLst>
            <pc:docMk/>
            <pc:sldMk cId="1731897258" sldId="2147347745"/>
            <ac:spMk id="527" creationId="{90AD6BEF-A1EB-87E7-EE52-5F01243E359D}"/>
          </ac:spMkLst>
        </pc:spChg>
        <pc:spChg chg="mod">
          <ac:chgData name="Mukherjee, Shouvik" userId="8a0946e8-3a6b-4d5c-947d-73f4cd578335" providerId="ADAL" clId="{4BCD3278-353E-4171-B877-06D97E4A9517}" dt="2025-02-16T15:17:23.057" v="1246" actId="1035"/>
          <ac:spMkLst>
            <pc:docMk/>
            <pc:sldMk cId="1731897258" sldId="2147347745"/>
            <ac:spMk id="528" creationId="{A4871380-216E-0C26-8130-1C4D4A799909}"/>
          </ac:spMkLst>
        </pc:spChg>
        <pc:spChg chg="mod">
          <ac:chgData name="Mukherjee, Shouvik" userId="8a0946e8-3a6b-4d5c-947d-73f4cd578335" providerId="ADAL" clId="{4BCD3278-353E-4171-B877-06D97E4A9517}" dt="2025-02-16T15:17:23.057" v="1246" actId="1035"/>
          <ac:spMkLst>
            <pc:docMk/>
            <pc:sldMk cId="1731897258" sldId="2147347745"/>
            <ac:spMk id="529" creationId="{5FC41410-9337-8E72-450A-157F9F9E4361}"/>
          </ac:spMkLst>
        </pc:spChg>
        <pc:spChg chg="mod">
          <ac:chgData name="Mukherjee, Shouvik" userId="8a0946e8-3a6b-4d5c-947d-73f4cd578335" providerId="ADAL" clId="{4BCD3278-353E-4171-B877-06D97E4A9517}" dt="2025-02-16T15:17:23.057" v="1246" actId="1035"/>
          <ac:spMkLst>
            <pc:docMk/>
            <pc:sldMk cId="1731897258" sldId="2147347745"/>
            <ac:spMk id="530" creationId="{F198A759-3771-54AD-2EC6-FAF3F6B057E3}"/>
          </ac:spMkLst>
        </pc:spChg>
        <pc:spChg chg="mod">
          <ac:chgData name="Mukherjee, Shouvik" userId="8a0946e8-3a6b-4d5c-947d-73f4cd578335" providerId="ADAL" clId="{4BCD3278-353E-4171-B877-06D97E4A9517}" dt="2025-02-16T15:17:23.057" v="1246" actId="1035"/>
          <ac:spMkLst>
            <pc:docMk/>
            <pc:sldMk cId="1731897258" sldId="2147347745"/>
            <ac:spMk id="531" creationId="{667E7FDF-3E23-BD54-514C-B4AD34B06203}"/>
          </ac:spMkLst>
        </pc:spChg>
        <pc:spChg chg="mod">
          <ac:chgData name="Mukherjee, Shouvik" userId="8a0946e8-3a6b-4d5c-947d-73f4cd578335" providerId="ADAL" clId="{4BCD3278-353E-4171-B877-06D97E4A9517}" dt="2025-02-16T15:17:23.057" v="1246" actId="1035"/>
          <ac:spMkLst>
            <pc:docMk/>
            <pc:sldMk cId="1731897258" sldId="2147347745"/>
            <ac:spMk id="532" creationId="{C04A2A8E-E649-F147-0E72-EB0B3DD610F0}"/>
          </ac:spMkLst>
        </pc:spChg>
        <pc:spChg chg="mod">
          <ac:chgData name="Mukherjee, Shouvik" userId="8a0946e8-3a6b-4d5c-947d-73f4cd578335" providerId="ADAL" clId="{4BCD3278-353E-4171-B877-06D97E4A9517}" dt="2025-02-16T15:17:23.057" v="1246" actId="1035"/>
          <ac:spMkLst>
            <pc:docMk/>
            <pc:sldMk cId="1731897258" sldId="2147347745"/>
            <ac:spMk id="533" creationId="{184DABA7-164C-705E-5B06-29BD1060CCB0}"/>
          </ac:spMkLst>
        </pc:spChg>
        <pc:spChg chg="mod">
          <ac:chgData name="Mukherjee, Shouvik" userId="8a0946e8-3a6b-4d5c-947d-73f4cd578335" providerId="ADAL" clId="{4BCD3278-353E-4171-B877-06D97E4A9517}" dt="2025-02-16T15:17:23.057" v="1246" actId="1035"/>
          <ac:spMkLst>
            <pc:docMk/>
            <pc:sldMk cId="1731897258" sldId="2147347745"/>
            <ac:spMk id="534" creationId="{30218D1D-6A0C-BAC2-3370-9A8D94C8D21A}"/>
          </ac:spMkLst>
        </pc:spChg>
        <pc:spChg chg="mod">
          <ac:chgData name="Mukherjee, Shouvik" userId="8a0946e8-3a6b-4d5c-947d-73f4cd578335" providerId="ADAL" clId="{4BCD3278-353E-4171-B877-06D97E4A9517}" dt="2025-02-16T15:17:23.057" v="1246" actId="1035"/>
          <ac:spMkLst>
            <pc:docMk/>
            <pc:sldMk cId="1731897258" sldId="2147347745"/>
            <ac:spMk id="535" creationId="{F0CCFDF0-14BF-56CC-133F-7E2A27B72894}"/>
          </ac:spMkLst>
        </pc:spChg>
        <pc:spChg chg="mod">
          <ac:chgData name="Mukherjee, Shouvik" userId="8a0946e8-3a6b-4d5c-947d-73f4cd578335" providerId="ADAL" clId="{4BCD3278-353E-4171-B877-06D97E4A9517}" dt="2025-02-16T15:17:23.057" v="1246" actId="1035"/>
          <ac:spMkLst>
            <pc:docMk/>
            <pc:sldMk cId="1731897258" sldId="2147347745"/>
            <ac:spMk id="536" creationId="{63007419-68FD-2B4C-3980-A878E11E72BC}"/>
          </ac:spMkLst>
        </pc:spChg>
        <pc:spChg chg="mod">
          <ac:chgData name="Mukherjee, Shouvik" userId="8a0946e8-3a6b-4d5c-947d-73f4cd578335" providerId="ADAL" clId="{4BCD3278-353E-4171-B877-06D97E4A9517}" dt="2025-02-16T15:17:23.057" v="1246" actId="1035"/>
          <ac:spMkLst>
            <pc:docMk/>
            <pc:sldMk cId="1731897258" sldId="2147347745"/>
            <ac:spMk id="537" creationId="{9AECC070-36E3-A729-C2D8-BFC9615FB66A}"/>
          </ac:spMkLst>
        </pc:spChg>
        <pc:spChg chg="mod">
          <ac:chgData name="Mukherjee, Shouvik" userId="8a0946e8-3a6b-4d5c-947d-73f4cd578335" providerId="ADAL" clId="{4BCD3278-353E-4171-B877-06D97E4A9517}" dt="2025-02-16T15:17:23.057" v="1246" actId="1035"/>
          <ac:spMkLst>
            <pc:docMk/>
            <pc:sldMk cId="1731897258" sldId="2147347745"/>
            <ac:spMk id="538" creationId="{15046F0D-764D-9817-6783-3812A04C1641}"/>
          </ac:spMkLst>
        </pc:spChg>
        <pc:spChg chg="mod">
          <ac:chgData name="Mukherjee, Shouvik" userId="8a0946e8-3a6b-4d5c-947d-73f4cd578335" providerId="ADAL" clId="{4BCD3278-353E-4171-B877-06D97E4A9517}" dt="2025-02-16T15:17:23.057" v="1246" actId="1035"/>
          <ac:spMkLst>
            <pc:docMk/>
            <pc:sldMk cId="1731897258" sldId="2147347745"/>
            <ac:spMk id="539" creationId="{3C719C2C-E8F1-2026-6388-EA1DACF66A9F}"/>
          </ac:spMkLst>
        </pc:spChg>
        <pc:spChg chg="mod">
          <ac:chgData name="Mukherjee, Shouvik" userId="8a0946e8-3a6b-4d5c-947d-73f4cd578335" providerId="ADAL" clId="{4BCD3278-353E-4171-B877-06D97E4A9517}" dt="2025-02-16T15:17:23.057" v="1246" actId="1035"/>
          <ac:spMkLst>
            <pc:docMk/>
            <pc:sldMk cId="1731897258" sldId="2147347745"/>
            <ac:spMk id="540" creationId="{B59FFD05-2317-53B6-3B65-14C19F256007}"/>
          </ac:spMkLst>
        </pc:spChg>
        <pc:spChg chg="mod">
          <ac:chgData name="Mukherjee, Shouvik" userId="8a0946e8-3a6b-4d5c-947d-73f4cd578335" providerId="ADAL" clId="{4BCD3278-353E-4171-B877-06D97E4A9517}" dt="2025-02-16T15:17:23.057" v="1246" actId="1035"/>
          <ac:spMkLst>
            <pc:docMk/>
            <pc:sldMk cId="1731897258" sldId="2147347745"/>
            <ac:spMk id="541" creationId="{418A5C4B-1EE8-9D6B-4C0E-BC86CB25ADF5}"/>
          </ac:spMkLst>
        </pc:spChg>
        <pc:spChg chg="mod">
          <ac:chgData name="Mukherjee, Shouvik" userId="8a0946e8-3a6b-4d5c-947d-73f4cd578335" providerId="ADAL" clId="{4BCD3278-353E-4171-B877-06D97E4A9517}" dt="2025-02-16T15:17:23.057" v="1246" actId="1035"/>
          <ac:spMkLst>
            <pc:docMk/>
            <pc:sldMk cId="1731897258" sldId="2147347745"/>
            <ac:spMk id="542" creationId="{2D9E2828-5A43-8E98-FEF0-3EEC9F4BEC82}"/>
          </ac:spMkLst>
        </pc:spChg>
        <pc:spChg chg="mod">
          <ac:chgData name="Mukherjee, Shouvik" userId="8a0946e8-3a6b-4d5c-947d-73f4cd578335" providerId="ADAL" clId="{4BCD3278-353E-4171-B877-06D97E4A9517}" dt="2025-02-16T15:17:23.057" v="1246" actId="1035"/>
          <ac:spMkLst>
            <pc:docMk/>
            <pc:sldMk cId="1731897258" sldId="2147347745"/>
            <ac:spMk id="543" creationId="{E263C57F-F1DC-75DD-A0DC-B4F4348469C9}"/>
          </ac:spMkLst>
        </pc:spChg>
        <pc:spChg chg="mod">
          <ac:chgData name="Mukherjee, Shouvik" userId="8a0946e8-3a6b-4d5c-947d-73f4cd578335" providerId="ADAL" clId="{4BCD3278-353E-4171-B877-06D97E4A9517}" dt="2025-02-16T15:17:23.057" v="1246" actId="1035"/>
          <ac:spMkLst>
            <pc:docMk/>
            <pc:sldMk cId="1731897258" sldId="2147347745"/>
            <ac:spMk id="544" creationId="{9AD6A8F1-0373-F056-5015-F7D67750ADD4}"/>
          </ac:spMkLst>
        </pc:spChg>
        <pc:spChg chg="mod">
          <ac:chgData name="Mukherjee, Shouvik" userId="8a0946e8-3a6b-4d5c-947d-73f4cd578335" providerId="ADAL" clId="{4BCD3278-353E-4171-B877-06D97E4A9517}" dt="2025-02-16T15:17:23.057" v="1246" actId="1035"/>
          <ac:spMkLst>
            <pc:docMk/>
            <pc:sldMk cId="1731897258" sldId="2147347745"/>
            <ac:spMk id="545" creationId="{73F28FAD-885F-DDDF-89E6-91CFDF1BD597}"/>
          </ac:spMkLst>
        </pc:spChg>
        <pc:spChg chg="mod">
          <ac:chgData name="Mukherjee, Shouvik" userId="8a0946e8-3a6b-4d5c-947d-73f4cd578335" providerId="ADAL" clId="{4BCD3278-353E-4171-B877-06D97E4A9517}" dt="2025-02-16T15:17:23.057" v="1246" actId="1035"/>
          <ac:spMkLst>
            <pc:docMk/>
            <pc:sldMk cId="1731897258" sldId="2147347745"/>
            <ac:spMk id="546" creationId="{14B5635C-1A93-B65F-89E6-71091F173CE6}"/>
          </ac:spMkLst>
        </pc:spChg>
        <pc:spChg chg="mod">
          <ac:chgData name="Mukherjee, Shouvik" userId="8a0946e8-3a6b-4d5c-947d-73f4cd578335" providerId="ADAL" clId="{4BCD3278-353E-4171-B877-06D97E4A9517}" dt="2025-02-16T15:17:23.057" v="1246" actId="1035"/>
          <ac:spMkLst>
            <pc:docMk/>
            <pc:sldMk cId="1731897258" sldId="2147347745"/>
            <ac:spMk id="547" creationId="{CE5E3439-3D86-9F63-6D56-EAC75B1D4209}"/>
          </ac:spMkLst>
        </pc:spChg>
        <pc:spChg chg="mod">
          <ac:chgData name="Mukherjee, Shouvik" userId="8a0946e8-3a6b-4d5c-947d-73f4cd578335" providerId="ADAL" clId="{4BCD3278-353E-4171-B877-06D97E4A9517}" dt="2025-02-16T15:17:23.057" v="1246" actId="1035"/>
          <ac:spMkLst>
            <pc:docMk/>
            <pc:sldMk cId="1731897258" sldId="2147347745"/>
            <ac:spMk id="548" creationId="{C8598A09-372E-428B-52EB-6F5E0DC85767}"/>
          </ac:spMkLst>
        </pc:spChg>
        <pc:spChg chg="mod">
          <ac:chgData name="Mukherjee, Shouvik" userId="8a0946e8-3a6b-4d5c-947d-73f4cd578335" providerId="ADAL" clId="{4BCD3278-353E-4171-B877-06D97E4A9517}" dt="2025-02-16T15:17:23.057" v="1246" actId="1035"/>
          <ac:spMkLst>
            <pc:docMk/>
            <pc:sldMk cId="1731897258" sldId="2147347745"/>
            <ac:spMk id="549" creationId="{C2822390-18F5-0F2D-5E00-C09BCE6A507D}"/>
          </ac:spMkLst>
        </pc:spChg>
        <pc:spChg chg="mod">
          <ac:chgData name="Mukherjee, Shouvik" userId="8a0946e8-3a6b-4d5c-947d-73f4cd578335" providerId="ADAL" clId="{4BCD3278-353E-4171-B877-06D97E4A9517}" dt="2025-02-16T15:17:23.057" v="1246" actId="1035"/>
          <ac:spMkLst>
            <pc:docMk/>
            <pc:sldMk cId="1731897258" sldId="2147347745"/>
            <ac:spMk id="550" creationId="{892734EC-BBC9-B516-5BA1-BEAB92A8F72F}"/>
          </ac:spMkLst>
        </pc:spChg>
        <pc:spChg chg="mod">
          <ac:chgData name="Mukherjee, Shouvik" userId="8a0946e8-3a6b-4d5c-947d-73f4cd578335" providerId="ADAL" clId="{4BCD3278-353E-4171-B877-06D97E4A9517}" dt="2025-02-16T15:17:23.057" v="1246" actId="1035"/>
          <ac:spMkLst>
            <pc:docMk/>
            <pc:sldMk cId="1731897258" sldId="2147347745"/>
            <ac:spMk id="551" creationId="{B5B61C31-193D-98A5-00DE-30B5AEC41CA6}"/>
          </ac:spMkLst>
        </pc:spChg>
        <pc:spChg chg="mod">
          <ac:chgData name="Mukherjee, Shouvik" userId="8a0946e8-3a6b-4d5c-947d-73f4cd578335" providerId="ADAL" clId="{4BCD3278-353E-4171-B877-06D97E4A9517}" dt="2025-02-16T15:17:23.057" v="1246" actId="1035"/>
          <ac:spMkLst>
            <pc:docMk/>
            <pc:sldMk cId="1731897258" sldId="2147347745"/>
            <ac:spMk id="552" creationId="{5C576648-2C79-8FC9-91FC-65176AB1893B}"/>
          </ac:spMkLst>
        </pc:spChg>
        <pc:spChg chg="mod">
          <ac:chgData name="Mukherjee, Shouvik" userId="8a0946e8-3a6b-4d5c-947d-73f4cd578335" providerId="ADAL" clId="{4BCD3278-353E-4171-B877-06D97E4A9517}" dt="2025-02-16T15:17:23.057" v="1246" actId="1035"/>
          <ac:spMkLst>
            <pc:docMk/>
            <pc:sldMk cId="1731897258" sldId="2147347745"/>
            <ac:spMk id="553" creationId="{79D2A4FF-9138-D668-5126-4C0186DFE4B1}"/>
          </ac:spMkLst>
        </pc:spChg>
        <pc:spChg chg="mod">
          <ac:chgData name="Mukherjee, Shouvik" userId="8a0946e8-3a6b-4d5c-947d-73f4cd578335" providerId="ADAL" clId="{4BCD3278-353E-4171-B877-06D97E4A9517}" dt="2025-02-16T15:17:23.057" v="1246" actId="1035"/>
          <ac:spMkLst>
            <pc:docMk/>
            <pc:sldMk cId="1731897258" sldId="2147347745"/>
            <ac:spMk id="554" creationId="{3F1F04BF-C9D8-86CE-5A36-FBDBAAF06E39}"/>
          </ac:spMkLst>
        </pc:spChg>
        <pc:spChg chg="mod">
          <ac:chgData name="Mukherjee, Shouvik" userId="8a0946e8-3a6b-4d5c-947d-73f4cd578335" providerId="ADAL" clId="{4BCD3278-353E-4171-B877-06D97E4A9517}" dt="2025-02-16T15:17:23.057" v="1246" actId="1035"/>
          <ac:spMkLst>
            <pc:docMk/>
            <pc:sldMk cId="1731897258" sldId="2147347745"/>
            <ac:spMk id="556" creationId="{044E3FBA-34A4-43C1-0188-28223DCAD616}"/>
          </ac:spMkLst>
        </pc:spChg>
        <pc:spChg chg="mod">
          <ac:chgData name="Mukherjee, Shouvik" userId="8a0946e8-3a6b-4d5c-947d-73f4cd578335" providerId="ADAL" clId="{4BCD3278-353E-4171-B877-06D97E4A9517}" dt="2025-02-16T15:17:23.057" v="1246" actId="1035"/>
          <ac:spMkLst>
            <pc:docMk/>
            <pc:sldMk cId="1731897258" sldId="2147347745"/>
            <ac:spMk id="557" creationId="{A692B2BF-C190-5A01-67B6-20A098AFD8D3}"/>
          </ac:spMkLst>
        </pc:spChg>
        <pc:spChg chg="mod">
          <ac:chgData name="Mukherjee, Shouvik" userId="8a0946e8-3a6b-4d5c-947d-73f4cd578335" providerId="ADAL" clId="{4BCD3278-353E-4171-B877-06D97E4A9517}" dt="2025-02-16T15:17:23.057" v="1246" actId="1035"/>
          <ac:spMkLst>
            <pc:docMk/>
            <pc:sldMk cId="1731897258" sldId="2147347745"/>
            <ac:spMk id="558" creationId="{D3F33533-CB8D-25E4-3F1B-A2DC50998CC3}"/>
          </ac:spMkLst>
        </pc:spChg>
        <pc:spChg chg="mod">
          <ac:chgData name="Mukherjee, Shouvik" userId="8a0946e8-3a6b-4d5c-947d-73f4cd578335" providerId="ADAL" clId="{4BCD3278-353E-4171-B877-06D97E4A9517}" dt="2025-02-16T15:17:23.057" v="1246" actId="1035"/>
          <ac:spMkLst>
            <pc:docMk/>
            <pc:sldMk cId="1731897258" sldId="2147347745"/>
            <ac:spMk id="559" creationId="{FA06E1D1-2618-B6BD-41C8-E6D2EAAAFFA4}"/>
          </ac:spMkLst>
        </pc:spChg>
        <pc:spChg chg="mod">
          <ac:chgData name="Mukherjee, Shouvik" userId="8a0946e8-3a6b-4d5c-947d-73f4cd578335" providerId="ADAL" clId="{4BCD3278-353E-4171-B877-06D97E4A9517}" dt="2025-02-16T15:17:23.057" v="1246" actId="1035"/>
          <ac:spMkLst>
            <pc:docMk/>
            <pc:sldMk cId="1731897258" sldId="2147347745"/>
            <ac:spMk id="560" creationId="{474726CA-1C18-2D6F-209C-7783362F7020}"/>
          </ac:spMkLst>
        </pc:spChg>
        <pc:spChg chg="mod">
          <ac:chgData name="Mukherjee, Shouvik" userId="8a0946e8-3a6b-4d5c-947d-73f4cd578335" providerId="ADAL" clId="{4BCD3278-353E-4171-B877-06D97E4A9517}" dt="2025-02-16T15:17:23.057" v="1246" actId="1035"/>
          <ac:spMkLst>
            <pc:docMk/>
            <pc:sldMk cId="1731897258" sldId="2147347745"/>
            <ac:spMk id="561" creationId="{ED96982D-437E-1894-BEF1-7BD3301E50A6}"/>
          </ac:spMkLst>
        </pc:spChg>
        <pc:spChg chg="mod">
          <ac:chgData name="Mukherjee, Shouvik" userId="8a0946e8-3a6b-4d5c-947d-73f4cd578335" providerId="ADAL" clId="{4BCD3278-353E-4171-B877-06D97E4A9517}" dt="2025-02-16T15:17:23.057" v="1246" actId="1035"/>
          <ac:spMkLst>
            <pc:docMk/>
            <pc:sldMk cId="1731897258" sldId="2147347745"/>
            <ac:spMk id="562" creationId="{937CCE47-5DEC-2269-1835-EA7780DB55FD}"/>
          </ac:spMkLst>
        </pc:spChg>
        <pc:spChg chg="mod">
          <ac:chgData name="Mukherjee, Shouvik" userId="8a0946e8-3a6b-4d5c-947d-73f4cd578335" providerId="ADAL" clId="{4BCD3278-353E-4171-B877-06D97E4A9517}" dt="2025-02-16T15:17:23.057" v="1246" actId="1035"/>
          <ac:spMkLst>
            <pc:docMk/>
            <pc:sldMk cId="1731897258" sldId="2147347745"/>
            <ac:spMk id="563" creationId="{C20455D0-00B8-325A-DD91-81614CFD81BA}"/>
          </ac:spMkLst>
        </pc:spChg>
        <pc:spChg chg="mod">
          <ac:chgData name="Mukherjee, Shouvik" userId="8a0946e8-3a6b-4d5c-947d-73f4cd578335" providerId="ADAL" clId="{4BCD3278-353E-4171-B877-06D97E4A9517}" dt="2025-02-16T15:17:23.057" v="1246" actId="1035"/>
          <ac:spMkLst>
            <pc:docMk/>
            <pc:sldMk cId="1731897258" sldId="2147347745"/>
            <ac:spMk id="564" creationId="{CE9F60F7-426D-CD04-8F08-3581D17E9444}"/>
          </ac:spMkLst>
        </pc:spChg>
        <pc:spChg chg="mod">
          <ac:chgData name="Mukherjee, Shouvik" userId="8a0946e8-3a6b-4d5c-947d-73f4cd578335" providerId="ADAL" clId="{4BCD3278-353E-4171-B877-06D97E4A9517}" dt="2025-02-16T15:17:23.057" v="1246" actId="1035"/>
          <ac:spMkLst>
            <pc:docMk/>
            <pc:sldMk cId="1731897258" sldId="2147347745"/>
            <ac:spMk id="565" creationId="{5BB9F705-F9C6-2099-18A5-F7E846583A2C}"/>
          </ac:spMkLst>
        </pc:spChg>
        <pc:spChg chg="mod">
          <ac:chgData name="Mukherjee, Shouvik" userId="8a0946e8-3a6b-4d5c-947d-73f4cd578335" providerId="ADAL" clId="{4BCD3278-353E-4171-B877-06D97E4A9517}" dt="2025-02-16T15:17:23.057" v="1246" actId="1035"/>
          <ac:spMkLst>
            <pc:docMk/>
            <pc:sldMk cId="1731897258" sldId="2147347745"/>
            <ac:spMk id="566" creationId="{4113D0AE-CE3D-FF0C-B78E-C51686198E3B}"/>
          </ac:spMkLst>
        </pc:spChg>
        <pc:spChg chg="mod">
          <ac:chgData name="Mukherjee, Shouvik" userId="8a0946e8-3a6b-4d5c-947d-73f4cd578335" providerId="ADAL" clId="{4BCD3278-353E-4171-B877-06D97E4A9517}" dt="2025-02-16T15:17:23.057" v="1246" actId="1035"/>
          <ac:spMkLst>
            <pc:docMk/>
            <pc:sldMk cId="1731897258" sldId="2147347745"/>
            <ac:spMk id="567" creationId="{2AD193E1-3C8E-EEF0-6CD9-A84099FB7115}"/>
          </ac:spMkLst>
        </pc:spChg>
        <pc:spChg chg="mod">
          <ac:chgData name="Mukherjee, Shouvik" userId="8a0946e8-3a6b-4d5c-947d-73f4cd578335" providerId="ADAL" clId="{4BCD3278-353E-4171-B877-06D97E4A9517}" dt="2025-02-16T15:17:23.057" v="1246" actId="1035"/>
          <ac:spMkLst>
            <pc:docMk/>
            <pc:sldMk cId="1731897258" sldId="2147347745"/>
            <ac:spMk id="568" creationId="{47D9AABC-C46C-39C3-A1F1-28EC22C0E095}"/>
          </ac:spMkLst>
        </pc:spChg>
        <pc:spChg chg="mod">
          <ac:chgData name="Mukherjee, Shouvik" userId="8a0946e8-3a6b-4d5c-947d-73f4cd578335" providerId="ADAL" clId="{4BCD3278-353E-4171-B877-06D97E4A9517}" dt="2025-02-16T15:17:23.057" v="1246" actId="1035"/>
          <ac:spMkLst>
            <pc:docMk/>
            <pc:sldMk cId="1731897258" sldId="2147347745"/>
            <ac:spMk id="569" creationId="{AE6C8E0E-E4D4-ADF6-6951-52E84E383F67}"/>
          </ac:spMkLst>
        </pc:spChg>
        <pc:spChg chg="mod">
          <ac:chgData name="Mukherjee, Shouvik" userId="8a0946e8-3a6b-4d5c-947d-73f4cd578335" providerId="ADAL" clId="{4BCD3278-353E-4171-B877-06D97E4A9517}" dt="2025-02-16T15:17:23.057" v="1246" actId="1035"/>
          <ac:spMkLst>
            <pc:docMk/>
            <pc:sldMk cId="1731897258" sldId="2147347745"/>
            <ac:spMk id="570" creationId="{C1619382-E0DC-298F-2EBA-61225EF4348B}"/>
          </ac:spMkLst>
        </pc:spChg>
        <pc:spChg chg="mod">
          <ac:chgData name="Mukherjee, Shouvik" userId="8a0946e8-3a6b-4d5c-947d-73f4cd578335" providerId="ADAL" clId="{4BCD3278-353E-4171-B877-06D97E4A9517}" dt="2025-02-16T15:26:01.991" v="1370" actId="404"/>
          <ac:spMkLst>
            <pc:docMk/>
            <pc:sldMk cId="1731897258" sldId="2147347745"/>
            <ac:spMk id="571" creationId="{C20FA809-EA16-6CC3-070C-62E40854B984}"/>
          </ac:spMkLst>
        </pc:spChg>
        <pc:spChg chg="mod">
          <ac:chgData name="Mukherjee, Shouvik" userId="8a0946e8-3a6b-4d5c-947d-73f4cd578335" providerId="ADAL" clId="{4BCD3278-353E-4171-B877-06D97E4A9517}" dt="2025-02-16T15:26:01.991" v="1370" actId="404"/>
          <ac:spMkLst>
            <pc:docMk/>
            <pc:sldMk cId="1731897258" sldId="2147347745"/>
            <ac:spMk id="572" creationId="{004D01C3-68A0-21C9-2694-B2D1395438FB}"/>
          </ac:spMkLst>
        </pc:spChg>
        <pc:spChg chg="mod">
          <ac:chgData name="Mukherjee, Shouvik" userId="8a0946e8-3a6b-4d5c-947d-73f4cd578335" providerId="ADAL" clId="{4BCD3278-353E-4171-B877-06D97E4A9517}" dt="2025-02-16T15:17:23.057" v="1246" actId="1035"/>
          <ac:spMkLst>
            <pc:docMk/>
            <pc:sldMk cId="1731897258" sldId="2147347745"/>
            <ac:spMk id="574" creationId="{685093F1-4E59-4507-9B8C-F5038B3904A6}"/>
          </ac:spMkLst>
        </pc:spChg>
        <pc:spChg chg="mod">
          <ac:chgData name="Mukherjee, Shouvik" userId="8a0946e8-3a6b-4d5c-947d-73f4cd578335" providerId="ADAL" clId="{4BCD3278-353E-4171-B877-06D97E4A9517}" dt="2025-02-16T15:17:23.057" v="1246" actId="1035"/>
          <ac:spMkLst>
            <pc:docMk/>
            <pc:sldMk cId="1731897258" sldId="2147347745"/>
            <ac:spMk id="575" creationId="{2AB19B20-F795-A064-B7E2-104C018F0EF3}"/>
          </ac:spMkLst>
        </pc:spChg>
        <pc:spChg chg="mod">
          <ac:chgData name="Mukherjee, Shouvik" userId="8a0946e8-3a6b-4d5c-947d-73f4cd578335" providerId="ADAL" clId="{4BCD3278-353E-4171-B877-06D97E4A9517}" dt="2025-02-16T15:17:23.057" v="1246" actId="1035"/>
          <ac:spMkLst>
            <pc:docMk/>
            <pc:sldMk cId="1731897258" sldId="2147347745"/>
            <ac:spMk id="576" creationId="{D9B34374-DCC5-51E9-73A6-A923A111CB2A}"/>
          </ac:spMkLst>
        </pc:spChg>
        <pc:spChg chg="mod">
          <ac:chgData name="Mukherjee, Shouvik" userId="8a0946e8-3a6b-4d5c-947d-73f4cd578335" providerId="ADAL" clId="{4BCD3278-353E-4171-B877-06D97E4A9517}" dt="2025-02-16T15:17:23.057" v="1246" actId="1035"/>
          <ac:spMkLst>
            <pc:docMk/>
            <pc:sldMk cId="1731897258" sldId="2147347745"/>
            <ac:spMk id="577" creationId="{719518E0-7B63-6112-7F5F-BDC0242F311D}"/>
          </ac:spMkLst>
        </pc:spChg>
        <pc:spChg chg="mod">
          <ac:chgData name="Mukherjee, Shouvik" userId="8a0946e8-3a6b-4d5c-947d-73f4cd578335" providerId="ADAL" clId="{4BCD3278-353E-4171-B877-06D97E4A9517}" dt="2025-02-16T15:26:01.991" v="1370" actId="404"/>
          <ac:spMkLst>
            <pc:docMk/>
            <pc:sldMk cId="1731897258" sldId="2147347745"/>
            <ac:spMk id="578" creationId="{4DA704E7-39BF-6CFD-1778-13715ED491FC}"/>
          </ac:spMkLst>
        </pc:spChg>
        <pc:spChg chg="mod">
          <ac:chgData name="Mukherjee, Shouvik" userId="8a0946e8-3a6b-4d5c-947d-73f4cd578335" providerId="ADAL" clId="{4BCD3278-353E-4171-B877-06D97E4A9517}" dt="2025-02-16T15:26:01.991" v="1370" actId="404"/>
          <ac:spMkLst>
            <pc:docMk/>
            <pc:sldMk cId="1731897258" sldId="2147347745"/>
            <ac:spMk id="579" creationId="{9B3E11EC-6569-584E-FB45-1E6BBBBCB2F9}"/>
          </ac:spMkLst>
        </pc:spChg>
        <pc:spChg chg="mod">
          <ac:chgData name="Mukherjee, Shouvik" userId="8a0946e8-3a6b-4d5c-947d-73f4cd578335" providerId="ADAL" clId="{4BCD3278-353E-4171-B877-06D97E4A9517}" dt="2025-02-16T15:17:23.057" v="1246" actId="1035"/>
          <ac:spMkLst>
            <pc:docMk/>
            <pc:sldMk cId="1731897258" sldId="2147347745"/>
            <ac:spMk id="581" creationId="{27F9240F-5A84-D86F-190E-AE598E4013EB}"/>
          </ac:spMkLst>
        </pc:spChg>
        <pc:spChg chg="mod">
          <ac:chgData name="Mukherjee, Shouvik" userId="8a0946e8-3a6b-4d5c-947d-73f4cd578335" providerId="ADAL" clId="{4BCD3278-353E-4171-B877-06D97E4A9517}" dt="2025-02-16T15:17:23.057" v="1246" actId="1035"/>
          <ac:spMkLst>
            <pc:docMk/>
            <pc:sldMk cId="1731897258" sldId="2147347745"/>
            <ac:spMk id="582" creationId="{CF594E7A-49F0-0BE3-F52E-6014330BC09F}"/>
          </ac:spMkLst>
        </pc:spChg>
        <pc:spChg chg="mod">
          <ac:chgData name="Mukherjee, Shouvik" userId="8a0946e8-3a6b-4d5c-947d-73f4cd578335" providerId="ADAL" clId="{4BCD3278-353E-4171-B877-06D97E4A9517}" dt="2025-02-16T15:17:23.057" v="1246" actId="1035"/>
          <ac:spMkLst>
            <pc:docMk/>
            <pc:sldMk cId="1731897258" sldId="2147347745"/>
            <ac:spMk id="584" creationId="{8D3B0C1E-B981-633F-5495-CF99FBF0E134}"/>
          </ac:spMkLst>
        </pc:spChg>
        <pc:spChg chg="mod">
          <ac:chgData name="Mukherjee, Shouvik" userId="8a0946e8-3a6b-4d5c-947d-73f4cd578335" providerId="ADAL" clId="{4BCD3278-353E-4171-B877-06D97E4A9517}" dt="2025-02-16T15:17:23.057" v="1246" actId="1035"/>
          <ac:spMkLst>
            <pc:docMk/>
            <pc:sldMk cId="1731897258" sldId="2147347745"/>
            <ac:spMk id="585" creationId="{BCA3A365-C0E9-8F6E-06B3-3F845E42A4F4}"/>
          </ac:spMkLst>
        </pc:spChg>
        <pc:spChg chg="mod">
          <ac:chgData name="Mukherjee, Shouvik" userId="8a0946e8-3a6b-4d5c-947d-73f4cd578335" providerId="ADAL" clId="{4BCD3278-353E-4171-B877-06D97E4A9517}" dt="2025-02-16T15:26:01.991" v="1370" actId="404"/>
          <ac:spMkLst>
            <pc:docMk/>
            <pc:sldMk cId="1731897258" sldId="2147347745"/>
            <ac:spMk id="586" creationId="{C434DA65-F8D7-8BC5-F293-651394FBF602}"/>
          </ac:spMkLst>
        </pc:spChg>
        <pc:spChg chg="mod">
          <ac:chgData name="Mukherjee, Shouvik" userId="8a0946e8-3a6b-4d5c-947d-73f4cd578335" providerId="ADAL" clId="{4BCD3278-353E-4171-B877-06D97E4A9517}" dt="2025-02-16T15:26:01.991" v="1370" actId="404"/>
          <ac:spMkLst>
            <pc:docMk/>
            <pc:sldMk cId="1731897258" sldId="2147347745"/>
            <ac:spMk id="587" creationId="{07D26307-3990-5804-1280-2F3C799E37A6}"/>
          </ac:spMkLst>
        </pc:spChg>
        <pc:spChg chg="mod">
          <ac:chgData name="Mukherjee, Shouvik" userId="8a0946e8-3a6b-4d5c-947d-73f4cd578335" providerId="ADAL" clId="{4BCD3278-353E-4171-B877-06D97E4A9517}" dt="2025-02-16T15:26:01.991" v="1370" actId="404"/>
          <ac:spMkLst>
            <pc:docMk/>
            <pc:sldMk cId="1731897258" sldId="2147347745"/>
            <ac:spMk id="588" creationId="{09875525-DA2C-1D1B-5BD3-A8B7BEB9CF28}"/>
          </ac:spMkLst>
        </pc:spChg>
        <pc:spChg chg="mod">
          <ac:chgData name="Mukherjee, Shouvik" userId="8a0946e8-3a6b-4d5c-947d-73f4cd578335" providerId="ADAL" clId="{4BCD3278-353E-4171-B877-06D97E4A9517}" dt="2025-02-16T15:26:01.991" v="1370" actId="404"/>
          <ac:spMkLst>
            <pc:docMk/>
            <pc:sldMk cId="1731897258" sldId="2147347745"/>
            <ac:spMk id="589" creationId="{E1BDC622-669A-1526-D470-94CDF0554668}"/>
          </ac:spMkLst>
        </pc:spChg>
        <pc:spChg chg="mod">
          <ac:chgData name="Mukherjee, Shouvik" userId="8a0946e8-3a6b-4d5c-947d-73f4cd578335" providerId="ADAL" clId="{4BCD3278-353E-4171-B877-06D97E4A9517}" dt="2025-02-16T15:26:01.991" v="1370" actId="404"/>
          <ac:spMkLst>
            <pc:docMk/>
            <pc:sldMk cId="1731897258" sldId="2147347745"/>
            <ac:spMk id="590" creationId="{95D8B6DB-F113-98B6-4406-870F80B08188}"/>
          </ac:spMkLst>
        </pc:spChg>
        <pc:spChg chg="mod">
          <ac:chgData name="Mukherjee, Shouvik" userId="8a0946e8-3a6b-4d5c-947d-73f4cd578335" providerId="ADAL" clId="{4BCD3278-353E-4171-B877-06D97E4A9517}" dt="2025-02-16T15:26:01.991" v="1370" actId="404"/>
          <ac:spMkLst>
            <pc:docMk/>
            <pc:sldMk cId="1731897258" sldId="2147347745"/>
            <ac:spMk id="591" creationId="{5D22A726-56EA-CEFB-75B3-F8BDAEBD1BB6}"/>
          </ac:spMkLst>
        </pc:spChg>
        <pc:spChg chg="mod">
          <ac:chgData name="Mukherjee, Shouvik" userId="8a0946e8-3a6b-4d5c-947d-73f4cd578335" providerId="ADAL" clId="{4BCD3278-353E-4171-B877-06D97E4A9517}" dt="2025-02-16T15:26:01.991" v="1370" actId="404"/>
          <ac:spMkLst>
            <pc:docMk/>
            <pc:sldMk cId="1731897258" sldId="2147347745"/>
            <ac:spMk id="594" creationId="{457985A7-FE86-4E1D-655B-2D49CAB7283D}"/>
          </ac:spMkLst>
        </pc:spChg>
        <pc:spChg chg="mod">
          <ac:chgData name="Mukherjee, Shouvik" userId="8a0946e8-3a6b-4d5c-947d-73f4cd578335" providerId="ADAL" clId="{4BCD3278-353E-4171-B877-06D97E4A9517}" dt="2025-02-16T15:26:01.991" v="1370" actId="404"/>
          <ac:spMkLst>
            <pc:docMk/>
            <pc:sldMk cId="1731897258" sldId="2147347745"/>
            <ac:spMk id="595" creationId="{5011830F-E299-C2FF-A6B1-90478A6847E3}"/>
          </ac:spMkLst>
        </pc:spChg>
        <pc:spChg chg="mod">
          <ac:chgData name="Mukherjee, Shouvik" userId="8a0946e8-3a6b-4d5c-947d-73f4cd578335" providerId="ADAL" clId="{4BCD3278-353E-4171-B877-06D97E4A9517}" dt="2025-02-16T15:26:01.991" v="1370" actId="404"/>
          <ac:spMkLst>
            <pc:docMk/>
            <pc:sldMk cId="1731897258" sldId="2147347745"/>
            <ac:spMk id="601" creationId="{A2F0140E-6B88-C87E-C328-0AD5993F9770}"/>
          </ac:spMkLst>
        </pc:spChg>
        <pc:spChg chg="mod">
          <ac:chgData name="Mukherjee, Shouvik" userId="8a0946e8-3a6b-4d5c-947d-73f4cd578335" providerId="ADAL" clId="{4BCD3278-353E-4171-B877-06D97E4A9517}" dt="2025-02-16T15:26:01.991" v="1370" actId="404"/>
          <ac:spMkLst>
            <pc:docMk/>
            <pc:sldMk cId="1731897258" sldId="2147347745"/>
            <ac:spMk id="602" creationId="{C994A22A-87F9-06EE-782A-CEBAB5A42E6B}"/>
          </ac:spMkLst>
        </pc:spChg>
        <pc:spChg chg="mod">
          <ac:chgData name="Mukherjee, Shouvik" userId="8a0946e8-3a6b-4d5c-947d-73f4cd578335" providerId="ADAL" clId="{4BCD3278-353E-4171-B877-06D97E4A9517}" dt="2025-02-16T15:17:23.057" v="1246" actId="1035"/>
          <ac:spMkLst>
            <pc:docMk/>
            <pc:sldMk cId="1731897258" sldId="2147347745"/>
            <ac:spMk id="604" creationId="{6BADFA4E-0414-6DF6-6818-838806153D89}"/>
          </ac:spMkLst>
        </pc:spChg>
        <pc:spChg chg="mod">
          <ac:chgData name="Mukherjee, Shouvik" userId="8a0946e8-3a6b-4d5c-947d-73f4cd578335" providerId="ADAL" clId="{4BCD3278-353E-4171-B877-06D97E4A9517}" dt="2025-02-16T15:17:23.057" v="1246" actId="1035"/>
          <ac:spMkLst>
            <pc:docMk/>
            <pc:sldMk cId="1731897258" sldId="2147347745"/>
            <ac:spMk id="609" creationId="{AA24C0FD-A2EE-8F3A-9EC8-9689791A3F69}"/>
          </ac:spMkLst>
        </pc:spChg>
        <pc:spChg chg="mod">
          <ac:chgData name="Mukherjee, Shouvik" userId="8a0946e8-3a6b-4d5c-947d-73f4cd578335" providerId="ADAL" clId="{4BCD3278-353E-4171-B877-06D97E4A9517}" dt="2025-02-16T15:17:23.057" v="1246" actId="1035"/>
          <ac:spMkLst>
            <pc:docMk/>
            <pc:sldMk cId="1731897258" sldId="2147347745"/>
            <ac:spMk id="610" creationId="{97D8E7E0-F15A-FE5C-C2F7-B71A32237DD3}"/>
          </ac:spMkLst>
        </pc:spChg>
        <pc:spChg chg="mod">
          <ac:chgData name="Mukherjee, Shouvik" userId="8a0946e8-3a6b-4d5c-947d-73f4cd578335" providerId="ADAL" clId="{4BCD3278-353E-4171-B877-06D97E4A9517}" dt="2025-02-16T15:17:23.057" v="1246" actId="1035"/>
          <ac:spMkLst>
            <pc:docMk/>
            <pc:sldMk cId="1731897258" sldId="2147347745"/>
            <ac:spMk id="611" creationId="{664F2B83-7FF0-BCEA-B30E-7F4709BFC700}"/>
          </ac:spMkLst>
        </pc:spChg>
        <pc:spChg chg="mod">
          <ac:chgData name="Mukherjee, Shouvik" userId="8a0946e8-3a6b-4d5c-947d-73f4cd578335" providerId="ADAL" clId="{4BCD3278-353E-4171-B877-06D97E4A9517}" dt="2025-02-16T15:17:23.057" v="1246" actId="1035"/>
          <ac:spMkLst>
            <pc:docMk/>
            <pc:sldMk cId="1731897258" sldId="2147347745"/>
            <ac:spMk id="612" creationId="{80BCD1CA-6A5A-5BBD-CBF3-70E322061A5F}"/>
          </ac:spMkLst>
        </pc:spChg>
        <pc:spChg chg="mod">
          <ac:chgData name="Mukherjee, Shouvik" userId="8a0946e8-3a6b-4d5c-947d-73f4cd578335" providerId="ADAL" clId="{4BCD3278-353E-4171-B877-06D97E4A9517}" dt="2025-02-16T15:17:23.057" v="1246" actId="1035"/>
          <ac:spMkLst>
            <pc:docMk/>
            <pc:sldMk cId="1731897258" sldId="2147347745"/>
            <ac:spMk id="613" creationId="{4CC8EF8B-BEA6-0DB6-42AB-FA9AE9D3AAAC}"/>
          </ac:spMkLst>
        </pc:spChg>
        <pc:spChg chg="mod">
          <ac:chgData name="Mukherjee, Shouvik" userId="8a0946e8-3a6b-4d5c-947d-73f4cd578335" providerId="ADAL" clId="{4BCD3278-353E-4171-B877-06D97E4A9517}" dt="2025-02-16T15:17:23.057" v="1246" actId="1035"/>
          <ac:spMkLst>
            <pc:docMk/>
            <pc:sldMk cId="1731897258" sldId="2147347745"/>
            <ac:spMk id="614" creationId="{B27DC131-1114-FE91-7438-A2BE817E143C}"/>
          </ac:spMkLst>
        </pc:spChg>
        <pc:spChg chg="mod">
          <ac:chgData name="Mukherjee, Shouvik" userId="8a0946e8-3a6b-4d5c-947d-73f4cd578335" providerId="ADAL" clId="{4BCD3278-353E-4171-B877-06D97E4A9517}" dt="2025-02-16T15:17:23.057" v="1246" actId="1035"/>
          <ac:spMkLst>
            <pc:docMk/>
            <pc:sldMk cId="1731897258" sldId="2147347745"/>
            <ac:spMk id="615" creationId="{A878B950-C036-0E36-2BFF-301717DB16F6}"/>
          </ac:spMkLst>
        </pc:spChg>
        <pc:spChg chg="mod">
          <ac:chgData name="Mukherjee, Shouvik" userId="8a0946e8-3a6b-4d5c-947d-73f4cd578335" providerId="ADAL" clId="{4BCD3278-353E-4171-B877-06D97E4A9517}" dt="2025-02-16T15:17:23.057" v="1246" actId="1035"/>
          <ac:spMkLst>
            <pc:docMk/>
            <pc:sldMk cId="1731897258" sldId="2147347745"/>
            <ac:spMk id="616" creationId="{403CC569-A59C-F870-D587-57F92BB44BF0}"/>
          </ac:spMkLst>
        </pc:spChg>
        <pc:spChg chg="mod">
          <ac:chgData name="Mukherjee, Shouvik" userId="8a0946e8-3a6b-4d5c-947d-73f4cd578335" providerId="ADAL" clId="{4BCD3278-353E-4171-B877-06D97E4A9517}" dt="2025-02-16T15:17:23.057" v="1246" actId="1035"/>
          <ac:spMkLst>
            <pc:docMk/>
            <pc:sldMk cId="1731897258" sldId="2147347745"/>
            <ac:spMk id="617" creationId="{D2C82329-4739-8E36-B25F-AE9E95C5EEB1}"/>
          </ac:spMkLst>
        </pc:spChg>
        <pc:spChg chg="mod">
          <ac:chgData name="Mukherjee, Shouvik" userId="8a0946e8-3a6b-4d5c-947d-73f4cd578335" providerId="ADAL" clId="{4BCD3278-353E-4171-B877-06D97E4A9517}" dt="2025-02-16T15:17:23.057" v="1246" actId="1035"/>
          <ac:spMkLst>
            <pc:docMk/>
            <pc:sldMk cId="1731897258" sldId="2147347745"/>
            <ac:spMk id="618" creationId="{0F6F23BA-049E-6798-9C13-D6B14CDED5A6}"/>
          </ac:spMkLst>
        </pc:spChg>
        <pc:spChg chg="mod">
          <ac:chgData name="Mukherjee, Shouvik" userId="8a0946e8-3a6b-4d5c-947d-73f4cd578335" providerId="ADAL" clId="{4BCD3278-353E-4171-B877-06D97E4A9517}" dt="2025-02-16T15:17:23.057" v="1246" actId="1035"/>
          <ac:spMkLst>
            <pc:docMk/>
            <pc:sldMk cId="1731897258" sldId="2147347745"/>
            <ac:spMk id="619" creationId="{60E673CF-A8A4-EE77-8459-64FFD8BCA54E}"/>
          </ac:spMkLst>
        </pc:spChg>
        <pc:spChg chg="mod">
          <ac:chgData name="Mukherjee, Shouvik" userId="8a0946e8-3a6b-4d5c-947d-73f4cd578335" providerId="ADAL" clId="{4BCD3278-353E-4171-B877-06D97E4A9517}" dt="2025-02-16T15:17:23.057" v="1246" actId="1035"/>
          <ac:spMkLst>
            <pc:docMk/>
            <pc:sldMk cId="1731897258" sldId="2147347745"/>
            <ac:spMk id="620" creationId="{8500A9DB-8424-06A8-DBD3-E48A0BA922B4}"/>
          </ac:spMkLst>
        </pc:spChg>
        <pc:spChg chg="mod">
          <ac:chgData name="Mukherjee, Shouvik" userId="8a0946e8-3a6b-4d5c-947d-73f4cd578335" providerId="ADAL" clId="{4BCD3278-353E-4171-B877-06D97E4A9517}" dt="2025-02-16T15:17:23.057" v="1246" actId="1035"/>
          <ac:spMkLst>
            <pc:docMk/>
            <pc:sldMk cId="1731897258" sldId="2147347745"/>
            <ac:spMk id="621" creationId="{72CCDA08-562A-C531-DA25-4DBF6AC6BAA2}"/>
          </ac:spMkLst>
        </pc:spChg>
        <pc:spChg chg="mod">
          <ac:chgData name="Mukherjee, Shouvik" userId="8a0946e8-3a6b-4d5c-947d-73f4cd578335" providerId="ADAL" clId="{4BCD3278-353E-4171-B877-06D97E4A9517}" dt="2025-02-16T15:17:23.057" v="1246" actId="1035"/>
          <ac:spMkLst>
            <pc:docMk/>
            <pc:sldMk cId="1731897258" sldId="2147347745"/>
            <ac:spMk id="622" creationId="{3EBA6CF5-3A60-A9B4-71E2-B50B5DE07636}"/>
          </ac:spMkLst>
        </pc:spChg>
        <pc:spChg chg="mod">
          <ac:chgData name="Mukherjee, Shouvik" userId="8a0946e8-3a6b-4d5c-947d-73f4cd578335" providerId="ADAL" clId="{4BCD3278-353E-4171-B877-06D97E4A9517}" dt="2025-02-16T15:17:23.057" v="1246" actId="1035"/>
          <ac:spMkLst>
            <pc:docMk/>
            <pc:sldMk cId="1731897258" sldId="2147347745"/>
            <ac:spMk id="628" creationId="{568E435E-F8E3-170F-8DDB-5860335DE6FA}"/>
          </ac:spMkLst>
        </pc:spChg>
        <pc:spChg chg="mod">
          <ac:chgData name="Mukherjee, Shouvik" userId="8a0946e8-3a6b-4d5c-947d-73f4cd578335" providerId="ADAL" clId="{4BCD3278-353E-4171-B877-06D97E4A9517}" dt="2025-02-16T15:17:23.057" v="1246" actId="1035"/>
          <ac:spMkLst>
            <pc:docMk/>
            <pc:sldMk cId="1731897258" sldId="2147347745"/>
            <ac:spMk id="629" creationId="{063D3235-0B4D-AEC0-287E-EF555032457B}"/>
          </ac:spMkLst>
        </pc:spChg>
        <pc:spChg chg="mod">
          <ac:chgData name="Mukherjee, Shouvik" userId="8a0946e8-3a6b-4d5c-947d-73f4cd578335" providerId="ADAL" clId="{4BCD3278-353E-4171-B877-06D97E4A9517}" dt="2025-02-16T15:17:23.057" v="1246" actId="1035"/>
          <ac:spMkLst>
            <pc:docMk/>
            <pc:sldMk cId="1731897258" sldId="2147347745"/>
            <ac:spMk id="630" creationId="{6CC8592A-12E7-4939-2871-FE183446843F}"/>
          </ac:spMkLst>
        </pc:spChg>
        <pc:spChg chg="mod">
          <ac:chgData name="Mukherjee, Shouvik" userId="8a0946e8-3a6b-4d5c-947d-73f4cd578335" providerId="ADAL" clId="{4BCD3278-353E-4171-B877-06D97E4A9517}" dt="2025-02-16T15:17:23.057" v="1246" actId="1035"/>
          <ac:spMkLst>
            <pc:docMk/>
            <pc:sldMk cId="1731897258" sldId="2147347745"/>
            <ac:spMk id="631" creationId="{319E9915-2F20-E19A-C52C-5D665938311E}"/>
          </ac:spMkLst>
        </pc:spChg>
        <pc:spChg chg="mod">
          <ac:chgData name="Mukherjee, Shouvik" userId="8a0946e8-3a6b-4d5c-947d-73f4cd578335" providerId="ADAL" clId="{4BCD3278-353E-4171-B877-06D97E4A9517}" dt="2025-02-16T15:17:23.057" v="1246" actId="1035"/>
          <ac:spMkLst>
            <pc:docMk/>
            <pc:sldMk cId="1731897258" sldId="2147347745"/>
            <ac:spMk id="632" creationId="{BAA591B2-CD38-8605-951E-FE55B856C5FF}"/>
          </ac:spMkLst>
        </pc:spChg>
        <pc:spChg chg="mod">
          <ac:chgData name="Mukherjee, Shouvik" userId="8a0946e8-3a6b-4d5c-947d-73f4cd578335" providerId="ADAL" clId="{4BCD3278-353E-4171-B877-06D97E4A9517}" dt="2025-02-16T15:17:23.057" v="1246" actId="1035"/>
          <ac:spMkLst>
            <pc:docMk/>
            <pc:sldMk cId="1731897258" sldId="2147347745"/>
            <ac:spMk id="633" creationId="{54798111-2F68-BFC1-2A61-C325203F933C}"/>
          </ac:spMkLst>
        </pc:spChg>
        <pc:spChg chg="mod">
          <ac:chgData name="Mukherjee, Shouvik" userId="8a0946e8-3a6b-4d5c-947d-73f4cd578335" providerId="ADAL" clId="{4BCD3278-353E-4171-B877-06D97E4A9517}" dt="2025-02-16T15:17:23.057" v="1246" actId="1035"/>
          <ac:spMkLst>
            <pc:docMk/>
            <pc:sldMk cId="1731897258" sldId="2147347745"/>
            <ac:spMk id="634" creationId="{36E3D713-F0D8-F7A0-18BC-56B091F32851}"/>
          </ac:spMkLst>
        </pc:spChg>
        <pc:spChg chg="mod">
          <ac:chgData name="Mukherjee, Shouvik" userId="8a0946e8-3a6b-4d5c-947d-73f4cd578335" providerId="ADAL" clId="{4BCD3278-353E-4171-B877-06D97E4A9517}" dt="2025-02-16T15:17:23.057" v="1246" actId="1035"/>
          <ac:spMkLst>
            <pc:docMk/>
            <pc:sldMk cId="1731897258" sldId="2147347745"/>
            <ac:spMk id="635" creationId="{211A7E6A-DAAD-36E4-08F9-4A2F8E7A6874}"/>
          </ac:spMkLst>
        </pc:spChg>
        <pc:spChg chg="mod">
          <ac:chgData name="Mukherjee, Shouvik" userId="8a0946e8-3a6b-4d5c-947d-73f4cd578335" providerId="ADAL" clId="{4BCD3278-353E-4171-B877-06D97E4A9517}" dt="2025-02-16T15:17:23.057" v="1246" actId="1035"/>
          <ac:spMkLst>
            <pc:docMk/>
            <pc:sldMk cId="1731897258" sldId="2147347745"/>
            <ac:spMk id="636" creationId="{5B7F5F1E-5530-11A2-F870-D82E876E689E}"/>
          </ac:spMkLst>
        </pc:spChg>
        <pc:spChg chg="mod">
          <ac:chgData name="Mukherjee, Shouvik" userId="8a0946e8-3a6b-4d5c-947d-73f4cd578335" providerId="ADAL" clId="{4BCD3278-353E-4171-B877-06D97E4A9517}" dt="2025-02-16T15:17:23.057" v="1246" actId="1035"/>
          <ac:spMkLst>
            <pc:docMk/>
            <pc:sldMk cId="1731897258" sldId="2147347745"/>
            <ac:spMk id="639" creationId="{DCC813EE-4866-4DA1-710E-5CE0CF4FBD4D}"/>
          </ac:spMkLst>
        </pc:spChg>
        <pc:spChg chg="mod">
          <ac:chgData name="Mukherjee, Shouvik" userId="8a0946e8-3a6b-4d5c-947d-73f4cd578335" providerId="ADAL" clId="{4BCD3278-353E-4171-B877-06D97E4A9517}" dt="2025-02-16T15:17:23.057" v="1246" actId="1035"/>
          <ac:spMkLst>
            <pc:docMk/>
            <pc:sldMk cId="1731897258" sldId="2147347745"/>
            <ac:spMk id="640" creationId="{4293683F-73C9-E6A0-4D0E-B8E34971774A}"/>
          </ac:spMkLst>
        </pc:spChg>
        <pc:spChg chg="mod">
          <ac:chgData name="Mukherjee, Shouvik" userId="8a0946e8-3a6b-4d5c-947d-73f4cd578335" providerId="ADAL" clId="{4BCD3278-353E-4171-B877-06D97E4A9517}" dt="2025-02-16T15:17:23.057" v="1246" actId="1035"/>
          <ac:spMkLst>
            <pc:docMk/>
            <pc:sldMk cId="1731897258" sldId="2147347745"/>
            <ac:spMk id="641" creationId="{8D618CBF-7382-733C-2DA3-8F2754A862EE}"/>
          </ac:spMkLst>
        </pc:spChg>
        <pc:spChg chg="mod">
          <ac:chgData name="Mukherjee, Shouvik" userId="8a0946e8-3a6b-4d5c-947d-73f4cd578335" providerId="ADAL" clId="{4BCD3278-353E-4171-B877-06D97E4A9517}" dt="2025-02-16T15:17:23.057" v="1246" actId="1035"/>
          <ac:spMkLst>
            <pc:docMk/>
            <pc:sldMk cId="1731897258" sldId="2147347745"/>
            <ac:spMk id="642" creationId="{424D9743-D874-0ECF-E096-DBB4AF389C96}"/>
          </ac:spMkLst>
        </pc:spChg>
        <pc:spChg chg="mod">
          <ac:chgData name="Mukherjee, Shouvik" userId="8a0946e8-3a6b-4d5c-947d-73f4cd578335" providerId="ADAL" clId="{4BCD3278-353E-4171-B877-06D97E4A9517}" dt="2025-02-16T15:17:23.057" v="1246" actId="1035"/>
          <ac:spMkLst>
            <pc:docMk/>
            <pc:sldMk cId="1731897258" sldId="2147347745"/>
            <ac:spMk id="643" creationId="{66A6A483-37B0-2F8A-F40E-D0BEF3FDEF25}"/>
          </ac:spMkLst>
        </pc:spChg>
        <pc:spChg chg="mod">
          <ac:chgData name="Mukherjee, Shouvik" userId="8a0946e8-3a6b-4d5c-947d-73f4cd578335" providerId="ADAL" clId="{4BCD3278-353E-4171-B877-06D97E4A9517}" dt="2025-02-16T15:17:23.057" v="1246" actId="1035"/>
          <ac:spMkLst>
            <pc:docMk/>
            <pc:sldMk cId="1731897258" sldId="2147347745"/>
            <ac:spMk id="644" creationId="{8EEB7043-8F8E-1ACA-5E9D-E75C3D14AEBA}"/>
          </ac:spMkLst>
        </pc:spChg>
        <pc:spChg chg="mod">
          <ac:chgData name="Mukherjee, Shouvik" userId="8a0946e8-3a6b-4d5c-947d-73f4cd578335" providerId="ADAL" clId="{4BCD3278-353E-4171-B877-06D97E4A9517}" dt="2025-02-16T15:17:23.057" v="1246" actId="1035"/>
          <ac:spMkLst>
            <pc:docMk/>
            <pc:sldMk cId="1731897258" sldId="2147347745"/>
            <ac:spMk id="645" creationId="{689DC12B-5396-2F60-887C-F32EF0997867}"/>
          </ac:spMkLst>
        </pc:spChg>
        <pc:spChg chg="mod">
          <ac:chgData name="Mukherjee, Shouvik" userId="8a0946e8-3a6b-4d5c-947d-73f4cd578335" providerId="ADAL" clId="{4BCD3278-353E-4171-B877-06D97E4A9517}" dt="2025-02-16T15:17:23.057" v="1246" actId="1035"/>
          <ac:spMkLst>
            <pc:docMk/>
            <pc:sldMk cId="1731897258" sldId="2147347745"/>
            <ac:spMk id="646" creationId="{3B4FB073-2FF3-9DC6-7F94-162511EF30BF}"/>
          </ac:spMkLst>
        </pc:spChg>
        <pc:spChg chg="mod">
          <ac:chgData name="Mukherjee, Shouvik" userId="8a0946e8-3a6b-4d5c-947d-73f4cd578335" providerId="ADAL" clId="{4BCD3278-353E-4171-B877-06D97E4A9517}" dt="2025-02-16T15:17:23.057" v="1246" actId="1035"/>
          <ac:spMkLst>
            <pc:docMk/>
            <pc:sldMk cId="1731897258" sldId="2147347745"/>
            <ac:spMk id="647" creationId="{B703F7A1-E4EE-16D3-91BE-68921DEEDB9F}"/>
          </ac:spMkLst>
        </pc:spChg>
        <pc:spChg chg="mod">
          <ac:chgData name="Mukherjee, Shouvik" userId="8a0946e8-3a6b-4d5c-947d-73f4cd578335" providerId="ADAL" clId="{4BCD3278-353E-4171-B877-06D97E4A9517}" dt="2025-02-16T15:17:23.057" v="1246" actId="1035"/>
          <ac:spMkLst>
            <pc:docMk/>
            <pc:sldMk cId="1731897258" sldId="2147347745"/>
            <ac:spMk id="648" creationId="{217A0F9C-3886-4187-2CD1-30CCD9A531EC}"/>
          </ac:spMkLst>
        </pc:spChg>
        <pc:spChg chg="mod">
          <ac:chgData name="Mukherjee, Shouvik" userId="8a0946e8-3a6b-4d5c-947d-73f4cd578335" providerId="ADAL" clId="{4BCD3278-353E-4171-B877-06D97E4A9517}" dt="2025-02-16T15:17:23.057" v="1246" actId="1035"/>
          <ac:spMkLst>
            <pc:docMk/>
            <pc:sldMk cId="1731897258" sldId="2147347745"/>
            <ac:spMk id="649" creationId="{B5BB89E2-40E3-0621-6150-2D41102DB075}"/>
          </ac:spMkLst>
        </pc:spChg>
        <pc:spChg chg="mod">
          <ac:chgData name="Mukherjee, Shouvik" userId="8a0946e8-3a6b-4d5c-947d-73f4cd578335" providerId="ADAL" clId="{4BCD3278-353E-4171-B877-06D97E4A9517}" dt="2025-02-16T15:17:23.057" v="1246" actId="1035"/>
          <ac:spMkLst>
            <pc:docMk/>
            <pc:sldMk cId="1731897258" sldId="2147347745"/>
            <ac:spMk id="650" creationId="{BEE51D84-5CA2-40C3-ACE9-1F2878C07780}"/>
          </ac:spMkLst>
        </pc:spChg>
        <pc:spChg chg="mod">
          <ac:chgData name="Mukherjee, Shouvik" userId="8a0946e8-3a6b-4d5c-947d-73f4cd578335" providerId="ADAL" clId="{4BCD3278-353E-4171-B877-06D97E4A9517}" dt="2025-02-16T15:17:23.057" v="1246" actId="1035"/>
          <ac:spMkLst>
            <pc:docMk/>
            <pc:sldMk cId="1731897258" sldId="2147347745"/>
            <ac:spMk id="654" creationId="{52D768F0-CB54-A229-B266-2C1A98F1FFD1}"/>
          </ac:spMkLst>
        </pc:spChg>
        <pc:spChg chg="mod">
          <ac:chgData name="Mukherjee, Shouvik" userId="8a0946e8-3a6b-4d5c-947d-73f4cd578335" providerId="ADAL" clId="{4BCD3278-353E-4171-B877-06D97E4A9517}" dt="2025-02-16T15:17:23.057" v="1246" actId="1035"/>
          <ac:spMkLst>
            <pc:docMk/>
            <pc:sldMk cId="1731897258" sldId="2147347745"/>
            <ac:spMk id="655" creationId="{C540F844-5DCC-BFDC-86AD-4578518EF1BC}"/>
          </ac:spMkLst>
        </pc:spChg>
        <pc:spChg chg="mod">
          <ac:chgData name="Mukherjee, Shouvik" userId="8a0946e8-3a6b-4d5c-947d-73f4cd578335" providerId="ADAL" clId="{4BCD3278-353E-4171-B877-06D97E4A9517}" dt="2025-02-16T15:17:23.057" v="1246" actId="1035"/>
          <ac:spMkLst>
            <pc:docMk/>
            <pc:sldMk cId="1731897258" sldId="2147347745"/>
            <ac:spMk id="656" creationId="{0B477BED-DB06-586C-2AC2-7754222AF20C}"/>
          </ac:spMkLst>
        </pc:spChg>
        <pc:spChg chg="mod">
          <ac:chgData name="Mukherjee, Shouvik" userId="8a0946e8-3a6b-4d5c-947d-73f4cd578335" providerId="ADAL" clId="{4BCD3278-353E-4171-B877-06D97E4A9517}" dt="2025-02-16T15:17:23.057" v="1246" actId="1035"/>
          <ac:spMkLst>
            <pc:docMk/>
            <pc:sldMk cId="1731897258" sldId="2147347745"/>
            <ac:spMk id="657" creationId="{7ECE2AB2-EA8E-A52D-D21D-08A27DE42892}"/>
          </ac:spMkLst>
        </pc:spChg>
        <pc:spChg chg="mod">
          <ac:chgData name="Mukherjee, Shouvik" userId="8a0946e8-3a6b-4d5c-947d-73f4cd578335" providerId="ADAL" clId="{4BCD3278-353E-4171-B877-06D97E4A9517}" dt="2025-02-16T15:17:23.057" v="1246" actId="1035"/>
          <ac:spMkLst>
            <pc:docMk/>
            <pc:sldMk cId="1731897258" sldId="2147347745"/>
            <ac:spMk id="659" creationId="{86821445-08BF-C367-9385-1CD8A5C10460}"/>
          </ac:spMkLst>
        </pc:spChg>
        <pc:spChg chg="mod">
          <ac:chgData name="Mukherjee, Shouvik" userId="8a0946e8-3a6b-4d5c-947d-73f4cd578335" providerId="ADAL" clId="{4BCD3278-353E-4171-B877-06D97E4A9517}" dt="2025-02-16T15:17:23.057" v="1246" actId="1035"/>
          <ac:spMkLst>
            <pc:docMk/>
            <pc:sldMk cId="1731897258" sldId="2147347745"/>
            <ac:spMk id="660" creationId="{882B352F-6D55-DC2E-3B05-D46EA1C417ED}"/>
          </ac:spMkLst>
        </pc:spChg>
        <pc:spChg chg="mod">
          <ac:chgData name="Mukherjee, Shouvik" userId="8a0946e8-3a6b-4d5c-947d-73f4cd578335" providerId="ADAL" clId="{4BCD3278-353E-4171-B877-06D97E4A9517}" dt="2025-02-16T15:17:23.057" v="1246" actId="1035"/>
          <ac:spMkLst>
            <pc:docMk/>
            <pc:sldMk cId="1731897258" sldId="2147347745"/>
            <ac:spMk id="661" creationId="{5C486C69-A67C-6B14-EBFC-3D8F1376E90B}"/>
          </ac:spMkLst>
        </pc:spChg>
        <pc:spChg chg="mod">
          <ac:chgData name="Mukherjee, Shouvik" userId="8a0946e8-3a6b-4d5c-947d-73f4cd578335" providerId="ADAL" clId="{4BCD3278-353E-4171-B877-06D97E4A9517}" dt="2025-02-16T15:17:23.057" v="1246" actId="1035"/>
          <ac:spMkLst>
            <pc:docMk/>
            <pc:sldMk cId="1731897258" sldId="2147347745"/>
            <ac:spMk id="662" creationId="{C83677D0-F25C-CE32-A8EC-E4A8A7A04F7B}"/>
          </ac:spMkLst>
        </pc:spChg>
        <pc:spChg chg="mod">
          <ac:chgData name="Mukherjee, Shouvik" userId="8a0946e8-3a6b-4d5c-947d-73f4cd578335" providerId="ADAL" clId="{4BCD3278-353E-4171-B877-06D97E4A9517}" dt="2025-02-16T15:17:23.057" v="1246" actId="1035"/>
          <ac:spMkLst>
            <pc:docMk/>
            <pc:sldMk cId="1731897258" sldId="2147347745"/>
            <ac:spMk id="663" creationId="{238A9E8B-0E20-B065-68AB-1ABF89097823}"/>
          </ac:spMkLst>
        </pc:spChg>
        <pc:spChg chg="mod">
          <ac:chgData name="Mukherjee, Shouvik" userId="8a0946e8-3a6b-4d5c-947d-73f4cd578335" providerId="ADAL" clId="{4BCD3278-353E-4171-B877-06D97E4A9517}" dt="2025-02-16T15:17:23.057" v="1246" actId="1035"/>
          <ac:spMkLst>
            <pc:docMk/>
            <pc:sldMk cId="1731897258" sldId="2147347745"/>
            <ac:spMk id="664" creationId="{11998C74-3BF4-16DC-6CD0-7BE8650E1962}"/>
          </ac:spMkLst>
        </pc:spChg>
        <pc:spChg chg="mod">
          <ac:chgData name="Mukherjee, Shouvik" userId="8a0946e8-3a6b-4d5c-947d-73f4cd578335" providerId="ADAL" clId="{4BCD3278-353E-4171-B877-06D97E4A9517}" dt="2025-02-16T15:17:23.057" v="1246" actId="1035"/>
          <ac:spMkLst>
            <pc:docMk/>
            <pc:sldMk cId="1731897258" sldId="2147347745"/>
            <ac:spMk id="666" creationId="{25BA5E0C-1D3F-94F0-CFDD-BBB0E3A31BBD}"/>
          </ac:spMkLst>
        </pc:spChg>
        <pc:spChg chg="mod">
          <ac:chgData name="Mukherjee, Shouvik" userId="8a0946e8-3a6b-4d5c-947d-73f4cd578335" providerId="ADAL" clId="{4BCD3278-353E-4171-B877-06D97E4A9517}" dt="2025-02-16T15:17:23.057" v="1246" actId="1035"/>
          <ac:spMkLst>
            <pc:docMk/>
            <pc:sldMk cId="1731897258" sldId="2147347745"/>
            <ac:spMk id="667" creationId="{BF350014-30C2-F235-ACF8-A1FE3F3F19C5}"/>
          </ac:spMkLst>
        </pc:spChg>
        <pc:spChg chg="mod">
          <ac:chgData name="Mukherjee, Shouvik" userId="8a0946e8-3a6b-4d5c-947d-73f4cd578335" providerId="ADAL" clId="{4BCD3278-353E-4171-B877-06D97E4A9517}" dt="2025-02-16T15:17:23.057" v="1246" actId="1035"/>
          <ac:spMkLst>
            <pc:docMk/>
            <pc:sldMk cId="1731897258" sldId="2147347745"/>
            <ac:spMk id="668" creationId="{1A3F186B-D339-54F1-9201-596F49A6411D}"/>
          </ac:spMkLst>
        </pc:spChg>
        <pc:spChg chg="mod">
          <ac:chgData name="Mukherjee, Shouvik" userId="8a0946e8-3a6b-4d5c-947d-73f4cd578335" providerId="ADAL" clId="{4BCD3278-353E-4171-B877-06D97E4A9517}" dt="2025-02-16T15:17:23.057" v="1246" actId="1035"/>
          <ac:spMkLst>
            <pc:docMk/>
            <pc:sldMk cId="1731897258" sldId="2147347745"/>
            <ac:spMk id="670" creationId="{9BC191B0-B186-C843-F113-96A1B3779251}"/>
          </ac:spMkLst>
        </pc:spChg>
        <pc:spChg chg="mod">
          <ac:chgData name="Mukherjee, Shouvik" userId="8a0946e8-3a6b-4d5c-947d-73f4cd578335" providerId="ADAL" clId="{4BCD3278-353E-4171-B877-06D97E4A9517}" dt="2025-02-16T15:17:23.057" v="1246" actId="1035"/>
          <ac:spMkLst>
            <pc:docMk/>
            <pc:sldMk cId="1731897258" sldId="2147347745"/>
            <ac:spMk id="671" creationId="{A5C9BB4B-A32B-947F-45CC-F073F78C4F9E}"/>
          </ac:spMkLst>
        </pc:spChg>
        <pc:spChg chg="mod">
          <ac:chgData name="Mukherjee, Shouvik" userId="8a0946e8-3a6b-4d5c-947d-73f4cd578335" providerId="ADAL" clId="{4BCD3278-353E-4171-B877-06D97E4A9517}" dt="2025-02-16T15:17:23.057" v="1246" actId="1035"/>
          <ac:spMkLst>
            <pc:docMk/>
            <pc:sldMk cId="1731897258" sldId="2147347745"/>
            <ac:spMk id="672" creationId="{123F8571-2EC6-C136-3A55-8186BFEE5079}"/>
          </ac:spMkLst>
        </pc:spChg>
        <pc:spChg chg="mod">
          <ac:chgData name="Mukherjee, Shouvik" userId="8a0946e8-3a6b-4d5c-947d-73f4cd578335" providerId="ADAL" clId="{4BCD3278-353E-4171-B877-06D97E4A9517}" dt="2025-02-16T15:17:23.057" v="1246" actId="1035"/>
          <ac:spMkLst>
            <pc:docMk/>
            <pc:sldMk cId="1731897258" sldId="2147347745"/>
            <ac:spMk id="673" creationId="{D2B65FC0-1068-7EF0-77A7-2600D3CA3AF7}"/>
          </ac:spMkLst>
        </pc:spChg>
        <pc:spChg chg="mod">
          <ac:chgData name="Mukherjee, Shouvik" userId="8a0946e8-3a6b-4d5c-947d-73f4cd578335" providerId="ADAL" clId="{4BCD3278-353E-4171-B877-06D97E4A9517}" dt="2025-02-16T15:17:23.057" v="1246" actId="1035"/>
          <ac:spMkLst>
            <pc:docMk/>
            <pc:sldMk cId="1731897258" sldId="2147347745"/>
            <ac:spMk id="674" creationId="{76FEC293-5DD6-3F1A-FDEE-FD222FBF67D5}"/>
          </ac:spMkLst>
        </pc:spChg>
        <pc:spChg chg="mod">
          <ac:chgData name="Mukherjee, Shouvik" userId="8a0946e8-3a6b-4d5c-947d-73f4cd578335" providerId="ADAL" clId="{4BCD3278-353E-4171-B877-06D97E4A9517}" dt="2025-02-16T15:17:23.057" v="1246" actId="1035"/>
          <ac:spMkLst>
            <pc:docMk/>
            <pc:sldMk cId="1731897258" sldId="2147347745"/>
            <ac:spMk id="675" creationId="{EFD0F580-5E5C-41F0-D838-FD5451B3172A}"/>
          </ac:spMkLst>
        </pc:spChg>
        <pc:spChg chg="mod">
          <ac:chgData name="Mukherjee, Shouvik" userId="8a0946e8-3a6b-4d5c-947d-73f4cd578335" providerId="ADAL" clId="{4BCD3278-353E-4171-B877-06D97E4A9517}" dt="2025-02-16T15:17:23.057" v="1246" actId="1035"/>
          <ac:spMkLst>
            <pc:docMk/>
            <pc:sldMk cId="1731897258" sldId="2147347745"/>
            <ac:spMk id="676" creationId="{7FA68BD3-516E-91E4-A095-C617B86EA301}"/>
          </ac:spMkLst>
        </pc:spChg>
        <pc:spChg chg="mod">
          <ac:chgData name="Mukherjee, Shouvik" userId="8a0946e8-3a6b-4d5c-947d-73f4cd578335" providerId="ADAL" clId="{4BCD3278-353E-4171-B877-06D97E4A9517}" dt="2025-02-16T15:17:23.057" v="1246" actId="1035"/>
          <ac:spMkLst>
            <pc:docMk/>
            <pc:sldMk cId="1731897258" sldId="2147347745"/>
            <ac:spMk id="677" creationId="{69D65E74-B8B5-F191-C474-C318B2BC1FD2}"/>
          </ac:spMkLst>
        </pc:spChg>
        <pc:spChg chg="mod">
          <ac:chgData name="Mukherjee, Shouvik" userId="8a0946e8-3a6b-4d5c-947d-73f4cd578335" providerId="ADAL" clId="{4BCD3278-353E-4171-B877-06D97E4A9517}" dt="2025-02-16T15:17:23.057" v="1246" actId="1035"/>
          <ac:spMkLst>
            <pc:docMk/>
            <pc:sldMk cId="1731897258" sldId="2147347745"/>
            <ac:spMk id="678" creationId="{4E83238D-D57E-6237-DDBD-91995AFB731C}"/>
          </ac:spMkLst>
        </pc:spChg>
        <pc:spChg chg="mod">
          <ac:chgData name="Mukherjee, Shouvik" userId="8a0946e8-3a6b-4d5c-947d-73f4cd578335" providerId="ADAL" clId="{4BCD3278-353E-4171-B877-06D97E4A9517}" dt="2025-02-16T15:17:23.057" v="1246" actId="1035"/>
          <ac:spMkLst>
            <pc:docMk/>
            <pc:sldMk cId="1731897258" sldId="2147347745"/>
            <ac:spMk id="679" creationId="{871BAE55-183B-A869-B01D-90F89B53FBA5}"/>
          </ac:spMkLst>
        </pc:spChg>
        <pc:spChg chg="mod">
          <ac:chgData name="Mukherjee, Shouvik" userId="8a0946e8-3a6b-4d5c-947d-73f4cd578335" providerId="ADAL" clId="{4BCD3278-353E-4171-B877-06D97E4A9517}" dt="2025-02-16T15:17:23.057" v="1246" actId="1035"/>
          <ac:spMkLst>
            <pc:docMk/>
            <pc:sldMk cId="1731897258" sldId="2147347745"/>
            <ac:spMk id="680" creationId="{889D8D67-AC7B-68EC-471B-D0D06C5FB872}"/>
          </ac:spMkLst>
        </pc:spChg>
        <pc:spChg chg="mod">
          <ac:chgData name="Mukherjee, Shouvik" userId="8a0946e8-3a6b-4d5c-947d-73f4cd578335" providerId="ADAL" clId="{4BCD3278-353E-4171-B877-06D97E4A9517}" dt="2025-02-16T15:17:23.057" v="1246" actId="1035"/>
          <ac:spMkLst>
            <pc:docMk/>
            <pc:sldMk cId="1731897258" sldId="2147347745"/>
            <ac:spMk id="681" creationId="{01FEC1EB-81AB-40BA-6DDB-81B14CE033C0}"/>
          </ac:spMkLst>
        </pc:spChg>
        <pc:spChg chg="mod">
          <ac:chgData name="Mukherjee, Shouvik" userId="8a0946e8-3a6b-4d5c-947d-73f4cd578335" providerId="ADAL" clId="{4BCD3278-353E-4171-B877-06D97E4A9517}" dt="2025-02-16T15:17:23.057" v="1246" actId="1035"/>
          <ac:spMkLst>
            <pc:docMk/>
            <pc:sldMk cId="1731897258" sldId="2147347745"/>
            <ac:spMk id="682" creationId="{09B23065-2CEC-F3FA-C357-B288C6094A6D}"/>
          </ac:spMkLst>
        </pc:spChg>
        <pc:spChg chg="mod">
          <ac:chgData name="Mukherjee, Shouvik" userId="8a0946e8-3a6b-4d5c-947d-73f4cd578335" providerId="ADAL" clId="{4BCD3278-353E-4171-B877-06D97E4A9517}" dt="2025-02-16T15:17:23.057" v="1246" actId="1035"/>
          <ac:spMkLst>
            <pc:docMk/>
            <pc:sldMk cId="1731897258" sldId="2147347745"/>
            <ac:spMk id="683" creationId="{1AFFD89A-D4C6-3409-7BB2-D610025C1470}"/>
          </ac:spMkLst>
        </pc:spChg>
        <pc:spChg chg="mod">
          <ac:chgData name="Mukherjee, Shouvik" userId="8a0946e8-3a6b-4d5c-947d-73f4cd578335" providerId="ADAL" clId="{4BCD3278-353E-4171-B877-06D97E4A9517}" dt="2025-02-16T15:17:23.057" v="1246" actId="1035"/>
          <ac:spMkLst>
            <pc:docMk/>
            <pc:sldMk cId="1731897258" sldId="2147347745"/>
            <ac:spMk id="684" creationId="{BF3AD3DB-5F92-1621-B674-0BA044C9C16A}"/>
          </ac:spMkLst>
        </pc:spChg>
        <pc:spChg chg="mod">
          <ac:chgData name="Mukherjee, Shouvik" userId="8a0946e8-3a6b-4d5c-947d-73f4cd578335" providerId="ADAL" clId="{4BCD3278-353E-4171-B877-06D97E4A9517}" dt="2025-02-16T15:17:23.057" v="1246" actId="1035"/>
          <ac:spMkLst>
            <pc:docMk/>
            <pc:sldMk cId="1731897258" sldId="2147347745"/>
            <ac:spMk id="685" creationId="{4D8DE931-A7D4-2627-945E-4F37E6577465}"/>
          </ac:spMkLst>
        </pc:spChg>
        <pc:spChg chg="mod">
          <ac:chgData name="Mukherjee, Shouvik" userId="8a0946e8-3a6b-4d5c-947d-73f4cd578335" providerId="ADAL" clId="{4BCD3278-353E-4171-B877-06D97E4A9517}" dt="2025-02-16T15:17:23.057" v="1246" actId="1035"/>
          <ac:spMkLst>
            <pc:docMk/>
            <pc:sldMk cId="1731897258" sldId="2147347745"/>
            <ac:spMk id="686" creationId="{2E35ABA2-A0FE-4C2D-2F84-4B1CE6EBD029}"/>
          </ac:spMkLst>
        </pc:spChg>
        <pc:spChg chg="mod">
          <ac:chgData name="Mukherjee, Shouvik" userId="8a0946e8-3a6b-4d5c-947d-73f4cd578335" providerId="ADAL" clId="{4BCD3278-353E-4171-B877-06D97E4A9517}" dt="2025-02-16T15:17:23.057" v="1246" actId="1035"/>
          <ac:spMkLst>
            <pc:docMk/>
            <pc:sldMk cId="1731897258" sldId="2147347745"/>
            <ac:spMk id="687" creationId="{80463E92-CDCA-7617-6C0C-0D30C5421CAA}"/>
          </ac:spMkLst>
        </pc:spChg>
        <pc:spChg chg="mod">
          <ac:chgData name="Mukherjee, Shouvik" userId="8a0946e8-3a6b-4d5c-947d-73f4cd578335" providerId="ADAL" clId="{4BCD3278-353E-4171-B877-06D97E4A9517}" dt="2025-02-16T15:17:23.057" v="1246" actId="1035"/>
          <ac:spMkLst>
            <pc:docMk/>
            <pc:sldMk cId="1731897258" sldId="2147347745"/>
            <ac:spMk id="688" creationId="{8DE69E3C-4D87-C517-838B-9EF8D249997F}"/>
          </ac:spMkLst>
        </pc:spChg>
        <pc:spChg chg="mod">
          <ac:chgData name="Mukherjee, Shouvik" userId="8a0946e8-3a6b-4d5c-947d-73f4cd578335" providerId="ADAL" clId="{4BCD3278-353E-4171-B877-06D97E4A9517}" dt="2025-02-16T15:17:23.057" v="1246" actId="1035"/>
          <ac:spMkLst>
            <pc:docMk/>
            <pc:sldMk cId="1731897258" sldId="2147347745"/>
            <ac:spMk id="689" creationId="{E9C66FE5-68E6-E4BF-772A-6153ABEE01E4}"/>
          </ac:spMkLst>
        </pc:spChg>
        <pc:spChg chg="mod">
          <ac:chgData name="Mukherjee, Shouvik" userId="8a0946e8-3a6b-4d5c-947d-73f4cd578335" providerId="ADAL" clId="{4BCD3278-353E-4171-B877-06D97E4A9517}" dt="2025-02-16T15:17:23.057" v="1246" actId="1035"/>
          <ac:spMkLst>
            <pc:docMk/>
            <pc:sldMk cId="1731897258" sldId="2147347745"/>
            <ac:spMk id="691" creationId="{CAE8FE51-1E21-E0FE-1472-70450E3182C2}"/>
          </ac:spMkLst>
        </pc:spChg>
        <pc:spChg chg="mod">
          <ac:chgData name="Mukherjee, Shouvik" userId="8a0946e8-3a6b-4d5c-947d-73f4cd578335" providerId="ADAL" clId="{4BCD3278-353E-4171-B877-06D97E4A9517}" dt="2025-02-16T15:17:23.057" v="1246" actId="1035"/>
          <ac:spMkLst>
            <pc:docMk/>
            <pc:sldMk cId="1731897258" sldId="2147347745"/>
            <ac:spMk id="695" creationId="{33216876-6B34-BDBD-8704-ED4A0C58EC63}"/>
          </ac:spMkLst>
        </pc:spChg>
        <pc:spChg chg="mod">
          <ac:chgData name="Mukherjee, Shouvik" userId="8a0946e8-3a6b-4d5c-947d-73f4cd578335" providerId="ADAL" clId="{4BCD3278-353E-4171-B877-06D97E4A9517}" dt="2025-02-16T15:17:23.057" v="1246" actId="1035"/>
          <ac:spMkLst>
            <pc:docMk/>
            <pc:sldMk cId="1731897258" sldId="2147347745"/>
            <ac:spMk id="696" creationId="{E37B1BA3-3E15-5E98-8619-DF9B2658037C}"/>
          </ac:spMkLst>
        </pc:spChg>
        <pc:spChg chg="mod">
          <ac:chgData name="Mukherjee, Shouvik" userId="8a0946e8-3a6b-4d5c-947d-73f4cd578335" providerId="ADAL" clId="{4BCD3278-353E-4171-B877-06D97E4A9517}" dt="2025-02-16T15:17:23.057" v="1246" actId="1035"/>
          <ac:spMkLst>
            <pc:docMk/>
            <pc:sldMk cId="1731897258" sldId="2147347745"/>
            <ac:spMk id="697" creationId="{FA914A20-46D6-C9F3-8FE9-1B1913212146}"/>
          </ac:spMkLst>
        </pc:spChg>
        <pc:spChg chg="mod">
          <ac:chgData name="Mukherjee, Shouvik" userId="8a0946e8-3a6b-4d5c-947d-73f4cd578335" providerId="ADAL" clId="{4BCD3278-353E-4171-B877-06D97E4A9517}" dt="2025-02-16T15:17:23.057" v="1246" actId="1035"/>
          <ac:spMkLst>
            <pc:docMk/>
            <pc:sldMk cId="1731897258" sldId="2147347745"/>
            <ac:spMk id="698" creationId="{FF828788-153D-ECAF-0C01-82092FB5DE44}"/>
          </ac:spMkLst>
        </pc:spChg>
        <pc:spChg chg="mod">
          <ac:chgData name="Mukherjee, Shouvik" userId="8a0946e8-3a6b-4d5c-947d-73f4cd578335" providerId="ADAL" clId="{4BCD3278-353E-4171-B877-06D97E4A9517}" dt="2025-02-16T15:17:23.057" v="1246" actId="1035"/>
          <ac:spMkLst>
            <pc:docMk/>
            <pc:sldMk cId="1731897258" sldId="2147347745"/>
            <ac:spMk id="699" creationId="{EBCA2ABD-6F4C-7C82-B5C9-8E242349896A}"/>
          </ac:spMkLst>
        </pc:spChg>
        <pc:spChg chg="mod">
          <ac:chgData name="Mukherjee, Shouvik" userId="8a0946e8-3a6b-4d5c-947d-73f4cd578335" providerId="ADAL" clId="{4BCD3278-353E-4171-B877-06D97E4A9517}" dt="2025-02-16T15:17:23.057" v="1246" actId="1035"/>
          <ac:spMkLst>
            <pc:docMk/>
            <pc:sldMk cId="1731897258" sldId="2147347745"/>
            <ac:spMk id="700" creationId="{F86DB6EA-93FC-30D3-D069-1B63F9E50CD7}"/>
          </ac:spMkLst>
        </pc:spChg>
        <pc:spChg chg="mod">
          <ac:chgData name="Mukherjee, Shouvik" userId="8a0946e8-3a6b-4d5c-947d-73f4cd578335" providerId="ADAL" clId="{4BCD3278-353E-4171-B877-06D97E4A9517}" dt="2025-02-16T15:17:23.057" v="1246" actId="1035"/>
          <ac:spMkLst>
            <pc:docMk/>
            <pc:sldMk cId="1731897258" sldId="2147347745"/>
            <ac:spMk id="701" creationId="{6BD98F66-8C26-E3EC-FE10-657B1D790051}"/>
          </ac:spMkLst>
        </pc:spChg>
        <pc:spChg chg="mod">
          <ac:chgData name="Mukherjee, Shouvik" userId="8a0946e8-3a6b-4d5c-947d-73f4cd578335" providerId="ADAL" clId="{4BCD3278-353E-4171-B877-06D97E4A9517}" dt="2025-02-16T15:17:23.057" v="1246" actId="1035"/>
          <ac:spMkLst>
            <pc:docMk/>
            <pc:sldMk cId="1731897258" sldId="2147347745"/>
            <ac:spMk id="702" creationId="{F41DC193-3DA9-46EB-D769-E01785773557}"/>
          </ac:spMkLst>
        </pc:spChg>
        <pc:spChg chg="mod">
          <ac:chgData name="Mukherjee, Shouvik" userId="8a0946e8-3a6b-4d5c-947d-73f4cd578335" providerId="ADAL" clId="{4BCD3278-353E-4171-B877-06D97E4A9517}" dt="2025-02-16T15:17:23.057" v="1246" actId="1035"/>
          <ac:spMkLst>
            <pc:docMk/>
            <pc:sldMk cId="1731897258" sldId="2147347745"/>
            <ac:spMk id="703" creationId="{5460D35C-E75A-A108-BC49-4C9C10DD97FC}"/>
          </ac:spMkLst>
        </pc:spChg>
        <pc:spChg chg="mod">
          <ac:chgData name="Mukherjee, Shouvik" userId="8a0946e8-3a6b-4d5c-947d-73f4cd578335" providerId="ADAL" clId="{4BCD3278-353E-4171-B877-06D97E4A9517}" dt="2025-02-16T15:17:23.057" v="1246" actId="1035"/>
          <ac:spMkLst>
            <pc:docMk/>
            <pc:sldMk cId="1731897258" sldId="2147347745"/>
            <ac:spMk id="704" creationId="{537533AD-D8B3-ECA4-D845-922A80380C1D}"/>
          </ac:spMkLst>
        </pc:spChg>
        <pc:spChg chg="mod">
          <ac:chgData name="Mukherjee, Shouvik" userId="8a0946e8-3a6b-4d5c-947d-73f4cd578335" providerId="ADAL" clId="{4BCD3278-353E-4171-B877-06D97E4A9517}" dt="2025-02-16T15:17:23.057" v="1246" actId="1035"/>
          <ac:spMkLst>
            <pc:docMk/>
            <pc:sldMk cId="1731897258" sldId="2147347745"/>
            <ac:spMk id="705" creationId="{365946CB-F3D4-33EE-8C3F-ACC0DB498937}"/>
          </ac:spMkLst>
        </pc:spChg>
        <pc:spChg chg="mod">
          <ac:chgData name="Mukherjee, Shouvik" userId="8a0946e8-3a6b-4d5c-947d-73f4cd578335" providerId="ADAL" clId="{4BCD3278-353E-4171-B877-06D97E4A9517}" dt="2025-02-16T15:17:23.057" v="1246" actId="1035"/>
          <ac:spMkLst>
            <pc:docMk/>
            <pc:sldMk cId="1731897258" sldId="2147347745"/>
            <ac:spMk id="706" creationId="{039DB7CC-FB57-887F-C9C7-10C85C7DC5DB}"/>
          </ac:spMkLst>
        </pc:spChg>
        <pc:spChg chg="mod">
          <ac:chgData name="Mukherjee, Shouvik" userId="8a0946e8-3a6b-4d5c-947d-73f4cd578335" providerId="ADAL" clId="{4BCD3278-353E-4171-B877-06D97E4A9517}" dt="2025-02-16T15:17:23.057" v="1246" actId="1035"/>
          <ac:spMkLst>
            <pc:docMk/>
            <pc:sldMk cId="1731897258" sldId="2147347745"/>
            <ac:spMk id="707" creationId="{1C6BCD2E-91FF-6CD8-6563-A61F1A45C483}"/>
          </ac:spMkLst>
        </pc:spChg>
        <pc:spChg chg="mod">
          <ac:chgData name="Mukherjee, Shouvik" userId="8a0946e8-3a6b-4d5c-947d-73f4cd578335" providerId="ADAL" clId="{4BCD3278-353E-4171-B877-06D97E4A9517}" dt="2025-02-16T15:17:23.057" v="1246" actId="1035"/>
          <ac:spMkLst>
            <pc:docMk/>
            <pc:sldMk cId="1731897258" sldId="2147347745"/>
            <ac:spMk id="708" creationId="{4CDCF570-D115-6EFD-CC37-AED2A973BF9D}"/>
          </ac:spMkLst>
        </pc:spChg>
        <pc:spChg chg="mod">
          <ac:chgData name="Mukherjee, Shouvik" userId="8a0946e8-3a6b-4d5c-947d-73f4cd578335" providerId="ADAL" clId="{4BCD3278-353E-4171-B877-06D97E4A9517}" dt="2025-02-16T15:17:23.057" v="1246" actId="1035"/>
          <ac:spMkLst>
            <pc:docMk/>
            <pc:sldMk cId="1731897258" sldId="2147347745"/>
            <ac:spMk id="709" creationId="{5C057E56-B31F-D159-F3EF-A0D2773F9734}"/>
          </ac:spMkLst>
        </pc:spChg>
        <pc:spChg chg="mod">
          <ac:chgData name="Mukherjee, Shouvik" userId="8a0946e8-3a6b-4d5c-947d-73f4cd578335" providerId="ADAL" clId="{4BCD3278-353E-4171-B877-06D97E4A9517}" dt="2025-02-16T15:17:23.057" v="1246" actId="1035"/>
          <ac:spMkLst>
            <pc:docMk/>
            <pc:sldMk cId="1731897258" sldId="2147347745"/>
            <ac:spMk id="710" creationId="{AD98A896-47B9-0C0E-3B1D-A0D848EF8AC1}"/>
          </ac:spMkLst>
        </pc:spChg>
        <pc:spChg chg="mod">
          <ac:chgData name="Mukherjee, Shouvik" userId="8a0946e8-3a6b-4d5c-947d-73f4cd578335" providerId="ADAL" clId="{4BCD3278-353E-4171-B877-06D97E4A9517}" dt="2025-02-16T15:17:23.057" v="1246" actId="1035"/>
          <ac:spMkLst>
            <pc:docMk/>
            <pc:sldMk cId="1731897258" sldId="2147347745"/>
            <ac:spMk id="711" creationId="{F42B2C1F-4662-FC04-8BDF-46E22F5D5762}"/>
          </ac:spMkLst>
        </pc:spChg>
        <pc:spChg chg="mod">
          <ac:chgData name="Mukherjee, Shouvik" userId="8a0946e8-3a6b-4d5c-947d-73f4cd578335" providerId="ADAL" clId="{4BCD3278-353E-4171-B877-06D97E4A9517}" dt="2025-02-16T15:17:23.057" v="1246" actId="1035"/>
          <ac:spMkLst>
            <pc:docMk/>
            <pc:sldMk cId="1731897258" sldId="2147347745"/>
            <ac:spMk id="712" creationId="{377FA788-6D65-D0EB-8F07-4461F4C10EFC}"/>
          </ac:spMkLst>
        </pc:spChg>
        <pc:spChg chg="mod">
          <ac:chgData name="Mukherjee, Shouvik" userId="8a0946e8-3a6b-4d5c-947d-73f4cd578335" providerId="ADAL" clId="{4BCD3278-353E-4171-B877-06D97E4A9517}" dt="2025-02-16T15:17:23.057" v="1246" actId="1035"/>
          <ac:spMkLst>
            <pc:docMk/>
            <pc:sldMk cId="1731897258" sldId="2147347745"/>
            <ac:spMk id="713" creationId="{7E6E659F-DC5D-B19D-3B7E-AD95B33E3633}"/>
          </ac:spMkLst>
        </pc:spChg>
        <pc:spChg chg="mod">
          <ac:chgData name="Mukherjee, Shouvik" userId="8a0946e8-3a6b-4d5c-947d-73f4cd578335" providerId="ADAL" clId="{4BCD3278-353E-4171-B877-06D97E4A9517}" dt="2025-02-16T15:17:23.057" v="1246" actId="1035"/>
          <ac:spMkLst>
            <pc:docMk/>
            <pc:sldMk cId="1731897258" sldId="2147347745"/>
            <ac:spMk id="714" creationId="{DE22313D-A571-E715-CE97-4573515FD2F8}"/>
          </ac:spMkLst>
        </pc:spChg>
        <pc:spChg chg="mod">
          <ac:chgData name="Mukherjee, Shouvik" userId="8a0946e8-3a6b-4d5c-947d-73f4cd578335" providerId="ADAL" clId="{4BCD3278-353E-4171-B877-06D97E4A9517}" dt="2025-02-16T15:17:23.057" v="1246" actId="1035"/>
          <ac:spMkLst>
            <pc:docMk/>
            <pc:sldMk cId="1731897258" sldId="2147347745"/>
            <ac:spMk id="715" creationId="{C68165D7-B58C-1AB0-7797-E49A261BB66B}"/>
          </ac:spMkLst>
        </pc:spChg>
        <pc:spChg chg="mod">
          <ac:chgData name="Mukherjee, Shouvik" userId="8a0946e8-3a6b-4d5c-947d-73f4cd578335" providerId="ADAL" clId="{4BCD3278-353E-4171-B877-06D97E4A9517}" dt="2025-02-16T15:17:23.057" v="1246" actId="1035"/>
          <ac:spMkLst>
            <pc:docMk/>
            <pc:sldMk cId="1731897258" sldId="2147347745"/>
            <ac:spMk id="716" creationId="{C6A03F35-9567-64A4-7583-6C024EE98AF1}"/>
          </ac:spMkLst>
        </pc:spChg>
        <pc:spChg chg="mod">
          <ac:chgData name="Mukherjee, Shouvik" userId="8a0946e8-3a6b-4d5c-947d-73f4cd578335" providerId="ADAL" clId="{4BCD3278-353E-4171-B877-06D97E4A9517}" dt="2025-02-16T15:17:23.057" v="1246" actId="1035"/>
          <ac:spMkLst>
            <pc:docMk/>
            <pc:sldMk cId="1731897258" sldId="2147347745"/>
            <ac:spMk id="717" creationId="{6B02C1C3-F8E1-543C-98A8-BBE7F9842ED8}"/>
          </ac:spMkLst>
        </pc:spChg>
        <pc:spChg chg="mod">
          <ac:chgData name="Mukherjee, Shouvik" userId="8a0946e8-3a6b-4d5c-947d-73f4cd578335" providerId="ADAL" clId="{4BCD3278-353E-4171-B877-06D97E4A9517}" dt="2025-02-16T15:17:23.057" v="1246" actId="1035"/>
          <ac:spMkLst>
            <pc:docMk/>
            <pc:sldMk cId="1731897258" sldId="2147347745"/>
            <ac:spMk id="718" creationId="{6FC80B2E-4B10-CDEF-9A4C-C2C82DC2B7AE}"/>
          </ac:spMkLst>
        </pc:spChg>
        <pc:spChg chg="mod">
          <ac:chgData name="Mukherjee, Shouvik" userId="8a0946e8-3a6b-4d5c-947d-73f4cd578335" providerId="ADAL" clId="{4BCD3278-353E-4171-B877-06D97E4A9517}" dt="2025-02-16T15:17:23.057" v="1246" actId="1035"/>
          <ac:spMkLst>
            <pc:docMk/>
            <pc:sldMk cId="1731897258" sldId="2147347745"/>
            <ac:spMk id="719" creationId="{452352D5-E5A3-0998-3A0B-AE410CFC3723}"/>
          </ac:spMkLst>
        </pc:spChg>
        <pc:spChg chg="mod">
          <ac:chgData name="Mukherjee, Shouvik" userId="8a0946e8-3a6b-4d5c-947d-73f4cd578335" providerId="ADAL" clId="{4BCD3278-353E-4171-B877-06D97E4A9517}" dt="2025-02-16T15:17:23.057" v="1246" actId="1035"/>
          <ac:spMkLst>
            <pc:docMk/>
            <pc:sldMk cId="1731897258" sldId="2147347745"/>
            <ac:spMk id="720" creationId="{85C1C02E-0A34-1517-FA89-9ABE385C2113}"/>
          </ac:spMkLst>
        </pc:spChg>
        <pc:spChg chg="mod">
          <ac:chgData name="Mukherjee, Shouvik" userId="8a0946e8-3a6b-4d5c-947d-73f4cd578335" providerId="ADAL" clId="{4BCD3278-353E-4171-B877-06D97E4A9517}" dt="2025-02-16T15:17:23.057" v="1246" actId="1035"/>
          <ac:spMkLst>
            <pc:docMk/>
            <pc:sldMk cId="1731897258" sldId="2147347745"/>
            <ac:spMk id="721" creationId="{1EE794DF-5841-A4E2-D6A1-DDC04B700248}"/>
          </ac:spMkLst>
        </pc:spChg>
        <pc:spChg chg="mod">
          <ac:chgData name="Mukherjee, Shouvik" userId="8a0946e8-3a6b-4d5c-947d-73f4cd578335" providerId="ADAL" clId="{4BCD3278-353E-4171-B877-06D97E4A9517}" dt="2025-02-16T15:17:23.057" v="1246" actId="1035"/>
          <ac:spMkLst>
            <pc:docMk/>
            <pc:sldMk cId="1731897258" sldId="2147347745"/>
            <ac:spMk id="722" creationId="{F32CB8F4-3400-138B-029B-C04CB60B0D44}"/>
          </ac:spMkLst>
        </pc:spChg>
        <pc:spChg chg="mod">
          <ac:chgData name="Mukherjee, Shouvik" userId="8a0946e8-3a6b-4d5c-947d-73f4cd578335" providerId="ADAL" clId="{4BCD3278-353E-4171-B877-06D97E4A9517}" dt="2025-02-16T15:17:23.057" v="1246" actId="1035"/>
          <ac:spMkLst>
            <pc:docMk/>
            <pc:sldMk cId="1731897258" sldId="2147347745"/>
            <ac:spMk id="723" creationId="{2E8095E7-3310-96ED-58AF-1525F9FEB844}"/>
          </ac:spMkLst>
        </pc:spChg>
        <pc:spChg chg="mod">
          <ac:chgData name="Mukherjee, Shouvik" userId="8a0946e8-3a6b-4d5c-947d-73f4cd578335" providerId="ADAL" clId="{4BCD3278-353E-4171-B877-06D97E4A9517}" dt="2025-02-16T15:17:23.057" v="1246" actId="1035"/>
          <ac:spMkLst>
            <pc:docMk/>
            <pc:sldMk cId="1731897258" sldId="2147347745"/>
            <ac:spMk id="724" creationId="{3A7C1EAD-3275-835F-6D02-C42088B30E56}"/>
          </ac:spMkLst>
        </pc:spChg>
        <pc:spChg chg="mod">
          <ac:chgData name="Mukherjee, Shouvik" userId="8a0946e8-3a6b-4d5c-947d-73f4cd578335" providerId="ADAL" clId="{4BCD3278-353E-4171-B877-06D97E4A9517}" dt="2025-02-16T15:17:23.057" v="1246" actId="1035"/>
          <ac:spMkLst>
            <pc:docMk/>
            <pc:sldMk cId="1731897258" sldId="2147347745"/>
            <ac:spMk id="725" creationId="{801393E7-1A78-64DC-489F-2DBB2919CBE9}"/>
          </ac:spMkLst>
        </pc:spChg>
        <pc:spChg chg="mod">
          <ac:chgData name="Mukherjee, Shouvik" userId="8a0946e8-3a6b-4d5c-947d-73f4cd578335" providerId="ADAL" clId="{4BCD3278-353E-4171-B877-06D97E4A9517}" dt="2025-02-16T15:17:23.057" v="1246" actId="1035"/>
          <ac:spMkLst>
            <pc:docMk/>
            <pc:sldMk cId="1731897258" sldId="2147347745"/>
            <ac:spMk id="726" creationId="{42F4D968-66FB-E4B8-9510-A00CC9D9E9B7}"/>
          </ac:spMkLst>
        </pc:spChg>
        <pc:spChg chg="mod">
          <ac:chgData name="Mukherjee, Shouvik" userId="8a0946e8-3a6b-4d5c-947d-73f4cd578335" providerId="ADAL" clId="{4BCD3278-353E-4171-B877-06D97E4A9517}" dt="2025-02-16T15:17:23.057" v="1246" actId="1035"/>
          <ac:spMkLst>
            <pc:docMk/>
            <pc:sldMk cId="1731897258" sldId="2147347745"/>
            <ac:spMk id="727" creationId="{7004075B-0A65-371D-AC33-1C77437C2535}"/>
          </ac:spMkLst>
        </pc:spChg>
        <pc:spChg chg="mod">
          <ac:chgData name="Mukherjee, Shouvik" userId="8a0946e8-3a6b-4d5c-947d-73f4cd578335" providerId="ADAL" clId="{4BCD3278-353E-4171-B877-06D97E4A9517}" dt="2025-02-16T15:17:23.057" v="1246" actId="1035"/>
          <ac:spMkLst>
            <pc:docMk/>
            <pc:sldMk cId="1731897258" sldId="2147347745"/>
            <ac:spMk id="728" creationId="{ACE50873-6D9F-B117-8CBA-7B826D56264A}"/>
          </ac:spMkLst>
        </pc:spChg>
        <pc:spChg chg="mod">
          <ac:chgData name="Mukherjee, Shouvik" userId="8a0946e8-3a6b-4d5c-947d-73f4cd578335" providerId="ADAL" clId="{4BCD3278-353E-4171-B877-06D97E4A9517}" dt="2025-02-16T15:17:23.057" v="1246" actId="1035"/>
          <ac:spMkLst>
            <pc:docMk/>
            <pc:sldMk cId="1731897258" sldId="2147347745"/>
            <ac:spMk id="729" creationId="{807D3BA1-312A-4D18-1166-A86582334320}"/>
          </ac:spMkLst>
        </pc:spChg>
        <pc:spChg chg="mod">
          <ac:chgData name="Mukherjee, Shouvik" userId="8a0946e8-3a6b-4d5c-947d-73f4cd578335" providerId="ADAL" clId="{4BCD3278-353E-4171-B877-06D97E4A9517}" dt="2025-02-16T15:17:23.057" v="1246" actId="1035"/>
          <ac:spMkLst>
            <pc:docMk/>
            <pc:sldMk cId="1731897258" sldId="2147347745"/>
            <ac:spMk id="730" creationId="{F83FE4FF-6C1A-2DC0-26E6-E02006ABF1BF}"/>
          </ac:spMkLst>
        </pc:spChg>
        <pc:spChg chg="mod">
          <ac:chgData name="Mukherjee, Shouvik" userId="8a0946e8-3a6b-4d5c-947d-73f4cd578335" providerId="ADAL" clId="{4BCD3278-353E-4171-B877-06D97E4A9517}" dt="2025-02-16T15:17:23.057" v="1246" actId="1035"/>
          <ac:spMkLst>
            <pc:docMk/>
            <pc:sldMk cId="1731897258" sldId="2147347745"/>
            <ac:spMk id="731" creationId="{C5DF7303-70E0-D101-8770-0996F95DA74C}"/>
          </ac:spMkLst>
        </pc:spChg>
        <pc:spChg chg="mod">
          <ac:chgData name="Mukherjee, Shouvik" userId="8a0946e8-3a6b-4d5c-947d-73f4cd578335" providerId="ADAL" clId="{4BCD3278-353E-4171-B877-06D97E4A9517}" dt="2025-02-16T15:17:23.057" v="1246" actId="1035"/>
          <ac:spMkLst>
            <pc:docMk/>
            <pc:sldMk cId="1731897258" sldId="2147347745"/>
            <ac:spMk id="732" creationId="{9A26F524-6F02-2145-3685-DC09C5CACDFB}"/>
          </ac:spMkLst>
        </pc:spChg>
        <pc:spChg chg="mod">
          <ac:chgData name="Mukherjee, Shouvik" userId="8a0946e8-3a6b-4d5c-947d-73f4cd578335" providerId="ADAL" clId="{4BCD3278-353E-4171-B877-06D97E4A9517}" dt="2025-02-16T15:17:23.057" v="1246" actId="1035"/>
          <ac:spMkLst>
            <pc:docMk/>
            <pc:sldMk cId="1731897258" sldId="2147347745"/>
            <ac:spMk id="733" creationId="{86EADE1D-FA10-AEF5-02A9-746BC0703426}"/>
          </ac:spMkLst>
        </pc:spChg>
        <pc:spChg chg="mod">
          <ac:chgData name="Mukherjee, Shouvik" userId="8a0946e8-3a6b-4d5c-947d-73f4cd578335" providerId="ADAL" clId="{4BCD3278-353E-4171-B877-06D97E4A9517}" dt="2025-02-16T15:17:23.057" v="1246" actId="1035"/>
          <ac:spMkLst>
            <pc:docMk/>
            <pc:sldMk cId="1731897258" sldId="2147347745"/>
            <ac:spMk id="734" creationId="{EA6B4E75-FE98-2CE3-13C4-722861F1E761}"/>
          </ac:spMkLst>
        </pc:spChg>
        <pc:spChg chg="mod">
          <ac:chgData name="Mukherjee, Shouvik" userId="8a0946e8-3a6b-4d5c-947d-73f4cd578335" providerId="ADAL" clId="{4BCD3278-353E-4171-B877-06D97E4A9517}" dt="2025-02-16T15:17:23.057" v="1246" actId="1035"/>
          <ac:spMkLst>
            <pc:docMk/>
            <pc:sldMk cId="1731897258" sldId="2147347745"/>
            <ac:spMk id="735" creationId="{C22F0ED3-C742-8069-4981-C6EE08F85E73}"/>
          </ac:spMkLst>
        </pc:spChg>
        <pc:spChg chg="mod">
          <ac:chgData name="Mukherjee, Shouvik" userId="8a0946e8-3a6b-4d5c-947d-73f4cd578335" providerId="ADAL" clId="{4BCD3278-353E-4171-B877-06D97E4A9517}" dt="2025-02-16T15:17:23.057" v="1246" actId="1035"/>
          <ac:spMkLst>
            <pc:docMk/>
            <pc:sldMk cId="1731897258" sldId="2147347745"/>
            <ac:spMk id="736" creationId="{6C00FDCC-9FF1-DEF5-3434-83A37F6F28E1}"/>
          </ac:spMkLst>
        </pc:spChg>
        <pc:spChg chg="mod">
          <ac:chgData name="Mukherjee, Shouvik" userId="8a0946e8-3a6b-4d5c-947d-73f4cd578335" providerId="ADAL" clId="{4BCD3278-353E-4171-B877-06D97E4A9517}" dt="2025-02-16T15:17:23.057" v="1246" actId="1035"/>
          <ac:spMkLst>
            <pc:docMk/>
            <pc:sldMk cId="1731897258" sldId="2147347745"/>
            <ac:spMk id="737" creationId="{984870E3-4E78-7253-51A7-57F44001131C}"/>
          </ac:spMkLst>
        </pc:spChg>
        <pc:spChg chg="mod">
          <ac:chgData name="Mukherjee, Shouvik" userId="8a0946e8-3a6b-4d5c-947d-73f4cd578335" providerId="ADAL" clId="{4BCD3278-353E-4171-B877-06D97E4A9517}" dt="2025-02-16T15:17:23.057" v="1246" actId="1035"/>
          <ac:spMkLst>
            <pc:docMk/>
            <pc:sldMk cId="1731897258" sldId="2147347745"/>
            <ac:spMk id="738" creationId="{3F7C85A0-8CF8-B012-E030-29A1DA1C8C4A}"/>
          </ac:spMkLst>
        </pc:spChg>
        <pc:spChg chg="mod">
          <ac:chgData name="Mukherjee, Shouvik" userId="8a0946e8-3a6b-4d5c-947d-73f4cd578335" providerId="ADAL" clId="{4BCD3278-353E-4171-B877-06D97E4A9517}" dt="2025-02-16T15:17:23.057" v="1246" actId="1035"/>
          <ac:spMkLst>
            <pc:docMk/>
            <pc:sldMk cId="1731897258" sldId="2147347745"/>
            <ac:spMk id="739" creationId="{89617A92-75FE-9715-0624-143C19D94AE2}"/>
          </ac:spMkLst>
        </pc:spChg>
        <pc:spChg chg="mod">
          <ac:chgData name="Mukherjee, Shouvik" userId="8a0946e8-3a6b-4d5c-947d-73f4cd578335" providerId="ADAL" clId="{4BCD3278-353E-4171-B877-06D97E4A9517}" dt="2025-02-16T15:17:23.057" v="1246" actId="1035"/>
          <ac:spMkLst>
            <pc:docMk/>
            <pc:sldMk cId="1731897258" sldId="2147347745"/>
            <ac:spMk id="740" creationId="{3142E04D-EC93-D34D-03A3-B43F57E3F8E2}"/>
          </ac:spMkLst>
        </pc:spChg>
        <pc:spChg chg="mod">
          <ac:chgData name="Mukherjee, Shouvik" userId="8a0946e8-3a6b-4d5c-947d-73f4cd578335" providerId="ADAL" clId="{4BCD3278-353E-4171-B877-06D97E4A9517}" dt="2025-02-16T15:17:23.057" v="1246" actId="1035"/>
          <ac:spMkLst>
            <pc:docMk/>
            <pc:sldMk cId="1731897258" sldId="2147347745"/>
            <ac:spMk id="741" creationId="{2578A294-61C4-0E4C-1F76-557310B0B015}"/>
          </ac:spMkLst>
        </pc:spChg>
        <pc:spChg chg="mod">
          <ac:chgData name="Mukherjee, Shouvik" userId="8a0946e8-3a6b-4d5c-947d-73f4cd578335" providerId="ADAL" clId="{4BCD3278-353E-4171-B877-06D97E4A9517}" dt="2025-02-16T15:17:23.057" v="1246" actId="1035"/>
          <ac:spMkLst>
            <pc:docMk/>
            <pc:sldMk cId="1731897258" sldId="2147347745"/>
            <ac:spMk id="742" creationId="{3E87317B-1E96-10B9-9705-D0CD25A6C431}"/>
          </ac:spMkLst>
        </pc:spChg>
        <pc:spChg chg="mod">
          <ac:chgData name="Mukherjee, Shouvik" userId="8a0946e8-3a6b-4d5c-947d-73f4cd578335" providerId="ADAL" clId="{4BCD3278-353E-4171-B877-06D97E4A9517}" dt="2025-02-16T15:17:23.057" v="1246" actId="1035"/>
          <ac:spMkLst>
            <pc:docMk/>
            <pc:sldMk cId="1731897258" sldId="2147347745"/>
            <ac:spMk id="743" creationId="{FD5942BD-A8F3-D825-163F-0A1659B41CDE}"/>
          </ac:spMkLst>
        </pc:spChg>
        <pc:spChg chg="mod">
          <ac:chgData name="Mukherjee, Shouvik" userId="8a0946e8-3a6b-4d5c-947d-73f4cd578335" providerId="ADAL" clId="{4BCD3278-353E-4171-B877-06D97E4A9517}" dt="2025-02-16T15:17:23.057" v="1246" actId="1035"/>
          <ac:spMkLst>
            <pc:docMk/>
            <pc:sldMk cId="1731897258" sldId="2147347745"/>
            <ac:spMk id="744" creationId="{234C4791-A699-8286-C5C0-D3B9EF6CD6E7}"/>
          </ac:spMkLst>
        </pc:spChg>
        <pc:spChg chg="mod">
          <ac:chgData name="Mukherjee, Shouvik" userId="8a0946e8-3a6b-4d5c-947d-73f4cd578335" providerId="ADAL" clId="{4BCD3278-353E-4171-B877-06D97E4A9517}" dt="2025-02-16T15:17:23.057" v="1246" actId="1035"/>
          <ac:spMkLst>
            <pc:docMk/>
            <pc:sldMk cId="1731897258" sldId="2147347745"/>
            <ac:spMk id="745" creationId="{E7588823-8350-7A48-720E-F7809863434A}"/>
          </ac:spMkLst>
        </pc:spChg>
        <pc:spChg chg="mod">
          <ac:chgData name="Mukherjee, Shouvik" userId="8a0946e8-3a6b-4d5c-947d-73f4cd578335" providerId="ADAL" clId="{4BCD3278-353E-4171-B877-06D97E4A9517}" dt="2025-02-16T15:17:23.057" v="1246" actId="1035"/>
          <ac:spMkLst>
            <pc:docMk/>
            <pc:sldMk cId="1731897258" sldId="2147347745"/>
            <ac:spMk id="746" creationId="{64C4A28A-026E-5191-5303-DEFE92BC9750}"/>
          </ac:spMkLst>
        </pc:spChg>
        <pc:spChg chg="mod">
          <ac:chgData name="Mukherjee, Shouvik" userId="8a0946e8-3a6b-4d5c-947d-73f4cd578335" providerId="ADAL" clId="{4BCD3278-353E-4171-B877-06D97E4A9517}" dt="2025-02-16T15:17:23.057" v="1246" actId="1035"/>
          <ac:spMkLst>
            <pc:docMk/>
            <pc:sldMk cId="1731897258" sldId="2147347745"/>
            <ac:spMk id="747" creationId="{D2E860C4-6FAD-1732-552A-C35B0199CB67}"/>
          </ac:spMkLst>
        </pc:spChg>
        <pc:spChg chg="mod">
          <ac:chgData name="Mukherjee, Shouvik" userId="8a0946e8-3a6b-4d5c-947d-73f4cd578335" providerId="ADAL" clId="{4BCD3278-353E-4171-B877-06D97E4A9517}" dt="2025-02-16T15:17:23.057" v="1246" actId="1035"/>
          <ac:spMkLst>
            <pc:docMk/>
            <pc:sldMk cId="1731897258" sldId="2147347745"/>
            <ac:spMk id="748" creationId="{3FBC5273-87CF-D506-844C-10E327D08BFD}"/>
          </ac:spMkLst>
        </pc:spChg>
        <pc:spChg chg="mod">
          <ac:chgData name="Mukherjee, Shouvik" userId="8a0946e8-3a6b-4d5c-947d-73f4cd578335" providerId="ADAL" clId="{4BCD3278-353E-4171-B877-06D97E4A9517}" dt="2025-02-16T15:17:23.057" v="1246" actId="1035"/>
          <ac:spMkLst>
            <pc:docMk/>
            <pc:sldMk cId="1731897258" sldId="2147347745"/>
            <ac:spMk id="749" creationId="{A3631C70-6151-B5E8-3492-CDB3B41B80F9}"/>
          </ac:spMkLst>
        </pc:spChg>
        <pc:spChg chg="mod">
          <ac:chgData name="Mukherjee, Shouvik" userId="8a0946e8-3a6b-4d5c-947d-73f4cd578335" providerId="ADAL" clId="{4BCD3278-353E-4171-B877-06D97E4A9517}" dt="2025-02-16T15:17:23.057" v="1246" actId="1035"/>
          <ac:spMkLst>
            <pc:docMk/>
            <pc:sldMk cId="1731897258" sldId="2147347745"/>
            <ac:spMk id="750" creationId="{C2BA76E1-80D3-F7E0-D7E5-3303B13A6D28}"/>
          </ac:spMkLst>
        </pc:spChg>
        <pc:spChg chg="mod">
          <ac:chgData name="Mukherjee, Shouvik" userId="8a0946e8-3a6b-4d5c-947d-73f4cd578335" providerId="ADAL" clId="{4BCD3278-353E-4171-B877-06D97E4A9517}" dt="2025-02-16T15:17:23.057" v="1246" actId="1035"/>
          <ac:spMkLst>
            <pc:docMk/>
            <pc:sldMk cId="1731897258" sldId="2147347745"/>
            <ac:spMk id="751" creationId="{D4991D59-028D-8507-6A16-9BC9439182D8}"/>
          </ac:spMkLst>
        </pc:spChg>
        <pc:spChg chg="mod">
          <ac:chgData name="Mukherjee, Shouvik" userId="8a0946e8-3a6b-4d5c-947d-73f4cd578335" providerId="ADAL" clId="{4BCD3278-353E-4171-B877-06D97E4A9517}" dt="2025-02-16T15:17:23.057" v="1246" actId="1035"/>
          <ac:spMkLst>
            <pc:docMk/>
            <pc:sldMk cId="1731897258" sldId="2147347745"/>
            <ac:spMk id="752" creationId="{7DCA5621-048C-74DA-C2A4-94E47E69418D}"/>
          </ac:spMkLst>
        </pc:spChg>
        <pc:spChg chg="mod">
          <ac:chgData name="Mukherjee, Shouvik" userId="8a0946e8-3a6b-4d5c-947d-73f4cd578335" providerId="ADAL" clId="{4BCD3278-353E-4171-B877-06D97E4A9517}" dt="2025-02-16T15:17:23.057" v="1246" actId="1035"/>
          <ac:spMkLst>
            <pc:docMk/>
            <pc:sldMk cId="1731897258" sldId="2147347745"/>
            <ac:spMk id="753" creationId="{70875FFF-72AE-7C1C-A49F-D5D6ED917F6E}"/>
          </ac:spMkLst>
        </pc:spChg>
        <pc:spChg chg="mod">
          <ac:chgData name="Mukherjee, Shouvik" userId="8a0946e8-3a6b-4d5c-947d-73f4cd578335" providerId="ADAL" clId="{4BCD3278-353E-4171-B877-06D97E4A9517}" dt="2025-02-16T15:17:23.057" v="1246" actId="1035"/>
          <ac:spMkLst>
            <pc:docMk/>
            <pc:sldMk cId="1731897258" sldId="2147347745"/>
            <ac:spMk id="754" creationId="{1977E8A6-160E-C4A9-C3C1-A5A641784C40}"/>
          </ac:spMkLst>
        </pc:spChg>
        <pc:spChg chg="mod">
          <ac:chgData name="Mukherjee, Shouvik" userId="8a0946e8-3a6b-4d5c-947d-73f4cd578335" providerId="ADAL" clId="{4BCD3278-353E-4171-B877-06D97E4A9517}" dt="2025-02-16T15:17:23.057" v="1246" actId="1035"/>
          <ac:spMkLst>
            <pc:docMk/>
            <pc:sldMk cId="1731897258" sldId="2147347745"/>
            <ac:spMk id="755" creationId="{C105D1A4-DDB3-599E-5B8F-EA08C41E243B}"/>
          </ac:spMkLst>
        </pc:spChg>
        <pc:spChg chg="mod">
          <ac:chgData name="Mukherjee, Shouvik" userId="8a0946e8-3a6b-4d5c-947d-73f4cd578335" providerId="ADAL" clId="{4BCD3278-353E-4171-B877-06D97E4A9517}" dt="2025-02-16T15:17:23.057" v="1246" actId="1035"/>
          <ac:spMkLst>
            <pc:docMk/>
            <pc:sldMk cId="1731897258" sldId="2147347745"/>
            <ac:spMk id="756" creationId="{19C49C9B-38EC-5FDB-B9B9-0F8A70BB4ABE}"/>
          </ac:spMkLst>
        </pc:spChg>
        <pc:spChg chg="mod">
          <ac:chgData name="Mukherjee, Shouvik" userId="8a0946e8-3a6b-4d5c-947d-73f4cd578335" providerId="ADAL" clId="{4BCD3278-353E-4171-B877-06D97E4A9517}" dt="2025-02-16T15:17:23.057" v="1246" actId="1035"/>
          <ac:spMkLst>
            <pc:docMk/>
            <pc:sldMk cId="1731897258" sldId="2147347745"/>
            <ac:spMk id="757" creationId="{AD548161-0F93-A240-AFC3-62B63A66A0A1}"/>
          </ac:spMkLst>
        </pc:spChg>
        <pc:spChg chg="mod">
          <ac:chgData name="Mukherjee, Shouvik" userId="8a0946e8-3a6b-4d5c-947d-73f4cd578335" providerId="ADAL" clId="{4BCD3278-353E-4171-B877-06D97E4A9517}" dt="2025-02-16T15:17:23.057" v="1246" actId="1035"/>
          <ac:spMkLst>
            <pc:docMk/>
            <pc:sldMk cId="1731897258" sldId="2147347745"/>
            <ac:spMk id="758" creationId="{CF90C049-22FD-F412-8D8C-A77193CB3B9E}"/>
          </ac:spMkLst>
        </pc:spChg>
        <pc:spChg chg="mod">
          <ac:chgData name="Mukherjee, Shouvik" userId="8a0946e8-3a6b-4d5c-947d-73f4cd578335" providerId="ADAL" clId="{4BCD3278-353E-4171-B877-06D97E4A9517}" dt="2025-02-16T15:17:23.057" v="1246" actId="1035"/>
          <ac:spMkLst>
            <pc:docMk/>
            <pc:sldMk cId="1731897258" sldId="2147347745"/>
            <ac:spMk id="759" creationId="{62C710A8-DF56-4EC7-C927-47972D9CE9DC}"/>
          </ac:spMkLst>
        </pc:spChg>
        <pc:spChg chg="mod">
          <ac:chgData name="Mukherjee, Shouvik" userId="8a0946e8-3a6b-4d5c-947d-73f4cd578335" providerId="ADAL" clId="{4BCD3278-353E-4171-B877-06D97E4A9517}" dt="2025-02-16T15:17:23.057" v="1246" actId="1035"/>
          <ac:spMkLst>
            <pc:docMk/>
            <pc:sldMk cId="1731897258" sldId="2147347745"/>
            <ac:spMk id="760" creationId="{4E7B079C-7BF5-4FCB-A50D-A80642E2A8EB}"/>
          </ac:spMkLst>
        </pc:spChg>
        <pc:spChg chg="mod">
          <ac:chgData name="Mukherjee, Shouvik" userId="8a0946e8-3a6b-4d5c-947d-73f4cd578335" providerId="ADAL" clId="{4BCD3278-353E-4171-B877-06D97E4A9517}" dt="2025-02-16T15:17:23.057" v="1246" actId="1035"/>
          <ac:spMkLst>
            <pc:docMk/>
            <pc:sldMk cId="1731897258" sldId="2147347745"/>
            <ac:spMk id="761" creationId="{72850F2C-BDDA-8A1A-7AF0-1D2C0AF8567C}"/>
          </ac:spMkLst>
        </pc:spChg>
        <pc:spChg chg="mod">
          <ac:chgData name="Mukherjee, Shouvik" userId="8a0946e8-3a6b-4d5c-947d-73f4cd578335" providerId="ADAL" clId="{4BCD3278-353E-4171-B877-06D97E4A9517}" dt="2025-02-16T15:17:23.057" v="1246" actId="1035"/>
          <ac:spMkLst>
            <pc:docMk/>
            <pc:sldMk cId="1731897258" sldId="2147347745"/>
            <ac:spMk id="762" creationId="{692447DA-2F9A-B41E-0ECE-45917E7923D0}"/>
          </ac:spMkLst>
        </pc:spChg>
        <pc:spChg chg="mod">
          <ac:chgData name="Mukherjee, Shouvik" userId="8a0946e8-3a6b-4d5c-947d-73f4cd578335" providerId="ADAL" clId="{4BCD3278-353E-4171-B877-06D97E4A9517}" dt="2025-02-16T15:17:23.057" v="1246" actId="1035"/>
          <ac:spMkLst>
            <pc:docMk/>
            <pc:sldMk cId="1731897258" sldId="2147347745"/>
            <ac:spMk id="763" creationId="{52B493CB-258B-8A4C-0135-A398E98CF811}"/>
          </ac:spMkLst>
        </pc:spChg>
        <pc:spChg chg="mod">
          <ac:chgData name="Mukherjee, Shouvik" userId="8a0946e8-3a6b-4d5c-947d-73f4cd578335" providerId="ADAL" clId="{4BCD3278-353E-4171-B877-06D97E4A9517}" dt="2025-02-16T15:17:23.057" v="1246" actId="1035"/>
          <ac:spMkLst>
            <pc:docMk/>
            <pc:sldMk cId="1731897258" sldId="2147347745"/>
            <ac:spMk id="764" creationId="{E1EE66A4-F67A-6F4F-0B09-07617F07F7FB}"/>
          </ac:spMkLst>
        </pc:spChg>
        <pc:spChg chg="mod">
          <ac:chgData name="Mukherjee, Shouvik" userId="8a0946e8-3a6b-4d5c-947d-73f4cd578335" providerId="ADAL" clId="{4BCD3278-353E-4171-B877-06D97E4A9517}" dt="2025-02-16T15:17:23.057" v="1246" actId="1035"/>
          <ac:spMkLst>
            <pc:docMk/>
            <pc:sldMk cId="1731897258" sldId="2147347745"/>
            <ac:spMk id="765" creationId="{F0A4DC06-5E34-7ACB-FF9F-BC986FE24EF6}"/>
          </ac:spMkLst>
        </pc:spChg>
        <pc:spChg chg="mod">
          <ac:chgData name="Mukherjee, Shouvik" userId="8a0946e8-3a6b-4d5c-947d-73f4cd578335" providerId="ADAL" clId="{4BCD3278-353E-4171-B877-06D97E4A9517}" dt="2025-02-16T15:17:23.057" v="1246" actId="1035"/>
          <ac:spMkLst>
            <pc:docMk/>
            <pc:sldMk cId="1731897258" sldId="2147347745"/>
            <ac:spMk id="766" creationId="{700828D0-43B5-74F6-59F7-3DA628E2E2D9}"/>
          </ac:spMkLst>
        </pc:spChg>
        <pc:spChg chg="mod">
          <ac:chgData name="Mukherjee, Shouvik" userId="8a0946e8-3a6b-4d5c-947d-73f4cd578335" providerId="ADAL" clId="{4BCD3278-353E-4171-B877-06D97E4A9517}" dt="2025-02-16T15:17:23.057" v="1246" actId="1035"/>
          <ac:spMkLst>
            <pc:docMk/>
            <pc:sldMk cId="1731897258" sldId="2147347745"/>
            <ac:spMk id="767" creationId="{00A73C1D-37EC-11F9-A372-1E3388A3547C}"/>
          </ac:spMkLst>
        </pc:spChg>
        <pc:spChg chg="mod">
          <ac:chgData name="Mukherjee, Shouvik" userId="8a0946e8-3a6b-4d5c-947d-73f4cd578335" providerId="ADAL" clId="{4BCD3278-353E-4171-B877-06D97E4A9517}" dt="2025-02-16T15:17:23.057" v="1246" actId="1035"/>
          <ac:spMkLst>
            <pc:docMk/>
            <pc:sldMk cId="1731897258" sldId="2147347745"/>
            <ac:spMk id="768" creationId="{E84365C6-7A20-E7BD-26B5-3D2D1A1EE118}"/>
          </ac:spMkLst>
        </pc:spChg>
        <pc:spChg chg="mod">
          <ac:chgData name="Mukherjee, Shouvik" userId="8a0946e8-3a6b-4d5c-947d-73f4cd578335" providerId="ADAL" clId="{4BCD3278-353E-4171-B877-06D97E4A9517}" dt="2025-02-16T15:17:23.057" v="1246" actId="1035"/>
          <ac:spMkLst>
            <pc:docMk/>
            <pc:sldMk cId="1731897258" sldId="2147347745"/>
            <ac:spMk id="769" creationId="{1FFD4011-36DE-F8F4-A52F-986993FDF5EB}"/>
          </ac:spMkLst>
        </pc:spChg>
        <pc:spChg chg="mod">
          <ac:chgData name="Mukherjee, Shouvik" userId="8a0946e8-3a6b-4d5c-947d-73f4cd578335" providerId="ADAL" clId="{4BCD3278-353E-4171-B877-06D97E4A9517}" dt="2025-02-16T15:17:23.057" v="1246" actId="1035"/>
          <ac:spMkLst>
            <pc:docMk/>
            <pc:sldMk cId="1731897258" sldId="2147347745"/>
            <ac:spMk id="770" creationId="{124A2ABC-03B0-9AD0-8C11-BF1E565EDFF0}"/>
          </ac:spMkLst>
        </pc:spChg>
        <pc:spChg chg="mod">
          <ac:chgData name="Mukherjee, Shouvik" userId="8a0946e8-3a6b-4d5c-947d-73f4cd578335" providerId="ADAL" clId="{4BCD3278-353E-4171-B877-06D97E4A9517}" dt="2025-02-16T15:17:23.057" v="1246" actId="1035"/>
          <ac:spMkLst>
            <pc:docMk/>
            <pc:sldMk cId="1731897258" sldId="2147347745"/>
            <ac:spMk id="771" creationId="{4663EFC8-6CA7-8937-0DDA-B9DCCAEC500A}"/>
          </ac:spMkLst>
        </pc:spChg>
        <pc:spChg chg="mod">
          <ac:chgData name="Mukherjee, Shouvik" userId="8a0946e8-3a6b-4d5c-947d-73f4cd578335" providerId="ADAL" clId="{4BCD3278-353E-4171-B877-06D97E4A9517}" dt="2025-02-16T15:17:23.057" v="1246" actId="1035"/>
          <ac:spMkLst>
            <pc:docMk/>
            <pc:sldMk cId="1731897258" sldId="2147347745"/>
            <ac:spMk id="772" creationId="{9383E216-B01F-E19A-D8C4-822E41E0FCA3}"/>
          </ac:spMkLst>
        </pc:spChg>
        <pc:spChg chg="mod">
          <ac:chgData name="Mukherjee, Shouvik" userId="8a0946e8-3a6b-4d5c-947d-73f4cd578335" providerId="ADAL" clId="{4BCD3278-353E-4171-B877-06D97E4A9517}" dt="2025-02-16T15:17:23.057" v="1246" actId="1035"/>
          <ac:spMkLst>
            <pc:docMk/>
            <pc:sldMk cId="1731897258" sldId="2147347745"/>
            <ac:spMk id="773" creationId="{ED9936F0-7368-FD70-FF9D-3EB51190E8EC}"/>
          </ac:spMkLst>
        </pc:spChg>
        <pc:spChg chg="mod">
          <ac:chgData name="Mukherjee, Shouvik" userId="8a0946e8-3a6b-4d5c-947d-73f4cd578335" providerId="ADAL" clId="{4BCD3278-353E-4171-B877-06D97E4A9517}" dt="2025-02-16T15:17:23.057" v="1246" actId="1035"/>
          <ac:spMkLst>
            <pc:docMk/>
            <pc:sldMk cId="1731897258" sldId="2147347745"/>
            <ac:spMk id="774" creationId="{C60935D4-7F6E-FCAC-80C4-4BFB14716613}"/>
          </ac:spMkLst>
        </pc:spChg>
        <pc:spChg chg="mod">
          <ac:chgData name="Mukherjee, Shouvik" userId="8a0946e8-3a6b-4d5c-947d-73f4cd578335" providerId="ADAL" clId="{4BCD3278-353E-4171-B877-06D97E4A9517}" dt="2025-02-16T15:17:23.057" v="1246" actId="1035"/>
          <ac:spMkLst>
            <pc:docMk/>
            <pc:sldMk cId="1731897258" sldId="2147347745"/>
            <ac:spMk id="775" creationId="{6B9A88B5-9216-0A5A-C010-635260C9A6ED}"/>
          </ac:spMkLst>
        </pc:spChg>
        <pc:spChg chg="mod">
          <ac:chgData name="Mukherjee, Shouvik" userId="8a0946e8-3a6b-4d5c-947d-73f4cd578335" providerId="ADAL" clId="{4BCD3278-353E-4171-B877-06D97E4A9517}" dt="2025-02-16T15:17:23.057" v="1246" actId="1035"/>
          <ac:spMkLst>
            <pc:docMk/>
            <pc:sldMk cId="1731897258" sldId="2147347745"/>
            <ac:spMk id="776" creationId="{D7F24361-E78D-A245-E408-FBE4592F0F9D}"/>
          </ac:spMkLst>
        </pc:spChg>
        <pc:spChg chg="mod">
          <ac:chgData name="Mukherjee, Shouvik" userId="8a0946e8-3a6b-4d5c-947d-73f4cd578335" providerId="ADAL" clId="{4BCD3278-353E-4171-B877-06D97E4A9517}" dt="2025-02-16T15:17:23.057" v="1246" actId="1035"/>
          <ac:spMkLst>
            <pc:docMk/>
            <pc:sldMk cId="1731897258" sldId="2147347745"/>
            <ac:spMk id="777" creationId="{2B051251-24C3-28FB-2938-185C135A9074}"/>
          </ac:spMkLst>
        </pc:spChg>
        <pc:spChg chg="mod">
          <ac:chgData name="Mukherjee, Shouvik" userId="8a0946e8-3a6b-4d5c-947d-73f4cd578335" providerId="ADAL" clId="{4BCD3278-353E-4171-B877-06D97E4A9517}" dt="2025-02-16T15:17:23.057" v="1246" actId="1035"/>
          <ac:spMkLst>
            <pc:docMk/>
            <pc:sldMk cId="1731897258" sldId="2147347745"/>
            <ac:spMk id="778" creationId="{5BB92338-74A5-B8B5-8F17-CEC15A39BCF0}"/>
          </ac:spMkLst>
        </pc:spChg>
        <pc:spChg chg="mod">
          <ac:chgData name="Mukherjee, Shouvik" userId="8a0946e8-3a6b-4d5c-947d-73f4cd578335" providerId="ADAL" clId="{4BCD3278-353E-4171-B877-06D97E4A9517}" dt="2025-02-16T15:17:23.057" v="1246" actId="1035"/>
          <ac:spMkLst>
            <pc:docMk/>
            <pc:sldMk cId="1731897258" sldId="2147347745"/>
            <ac:spMk id="779" creationId="{F9C09CD2-4334-6289-5252-3BDAF6F45FFB}"/>
          </ac:spMkLst>
        </pc:spChg>
        <pc:spChg chg="mod">
          <ac:chgData name="Mukherjee, Shouvik" userId="8a0946e8-3a6b-4d5c-947d-73f4cd578335" providerId="ADAL" clId="{4BCD3278-353E-4171-B877-06D97E4A9517}" dt="2025-02-16T15:17:23.057" v="1246" actId="1035"/>
          <ac:spMkLst>
            <pc:docMk/>
            <pc:sldMk cId="1731897258" sldId="2147347745"/>
            <ac:spMk id="780" creationId="{CC9489DF-6EE1-5442-E4BB-E287B350710E}"/>
          </ac:spMkLst>
        </pc:spChg>
        <pc:spChg chg="mod">
          <ac:chgData name="Mukherjee, Shouvik" userId="8a0946e8-3a6b-4d5c-947d-73f4cd578335" providerId="ADAL" clId="{4BCD3278-353E-4171-B877-06D97E4A9517}" dt="2025-02-16T15:17:23.057" v="1246" actId="1035"/>
          <ac:spMkLst>
            <pc:docMk/>
            <pc:sldMk cId="1731897258" sldId="2147347745"/>
            <ac:spMk id="781" creationId="{0B608E45-A313-8E34-E30A-89937902A06E}"/>
          </ac:spMkLst>
        </pc:spChg>
        <pc:spChg chg="mod">
          <ac:chgData name="Mukherjee, Shouvik" userId="8a0946e8-3a6b-4d5c-947d-73f4cd578335" providerId="ADAL" clId="{4BCD3278-353E-4171-B877-06D97E4A9517}" dt="2025-02-16T15:17:23.057" v="1246" actId="1035"/>
          <ac:spMkLst>
            <pc:docMk/>
            <pc:sldMk cId="1731897258" sldId="2147347745"/>
            <ac:spMk id="782" creationId="{85AA2F00-25C4-8C4D-E483-C013AA5FF172}"/>
          </ac:spMkLst>
        </pc:spChg>
        <pc:spChg chg="mod">
          <ac:chgData name="Mukherjee, Shouvik" userId="8a0946e8-3a6b-4d5c-947d-73f4cd578335" providerId="ADAL" clId="{4BCD3278-353E-4171-B877-06D97E4A9517}" dt="2025-02-16T15:17:23.057" v="1246" actId="1035"/>
          <ac:spMkLst>
            <pc:docMk/>
            <pc:sldMk cId="1731897258" sldId="2147347745"/>
            <ac:spMk id="783" creationId="{226A36A7-8053-4E55-416C-BD746851F216}"/>
          </ac:spMkLst>
        </pc:spChg>
        <pc:spChg chg="mod">
          <ac:chgData name="Mukherjee, Shouvik" userId="8a0946e8-3a6b-4d5c-947d-73f4cd578335" providerId="ADAL" clId="{4BCD3278-353E-4171-B877-06D97E4A9517}" dt="2025-02-16T15:17:23.057" v="1246" actId="1035"/>
          <ac:spMkLst>
            <pc:docMk/>
            <pc:sldMk cId="1731897258" sldId="2147347745"/>
            <ac:spMk id="784" creationId="{BDDE1D69-EC29-3B5A-0E05-F335D6D95AF5}"/>
          </ac:spMkLst>
        </pc:spChg>
        <pc:spChg chg="mod">
          <ac:chgData name="Mukherjee, Shouvik" userId="8a0946e8-3a6b-4d5c-947d-73f4cd578335" providerId="ADAL" clId="{4BCD3278-353E-4171-B877-06D97E4A9517}" dt="2025-02-16T15:17:23.057" v="1246" actId="1035"/>
          <ac:spMkLst>
            <pc:docMk/>
            <pc:sldMk cId="1731897258" sldId="2147347745"/>
            <ac:spMk id="785" creationId="{77CBF656-8D93-43D8-FE41-257B5F64BB9E}"/>
          </ac:spMkLst>
        </pc:spChg>
        <pc:spChg chg="mod">
          <ac:chgData name="Mukherjee, Shouvik" userId="8a0946e8-3a6b-4d5c-947d-73f4cd578335" providerId="ADAL" clId="{4BCD3278-353E-4171-B877-06D97E4A9517}" dt="2025-02-16T15:17:23.057" v="1246" actId="1035"/>
          <ac:spMkLst>
            <pc:docMk/>
            <pc:sldMk cId="1731897258" sldId="2147347745"/>
            <ac:spMk id="786" creationId="{1AEF69D2-8976-11D8-8A56-2697FD87C302}"/>
          </ac:spMkLst>
        </pc:spChg>
        <pc:spChg chg="mod">
          <ac:chgData name="Mukherjee, Shouvik" userId="8a0946e8-3a6b-4d5c-947d-73f4cd578335" providerId="ADAL" clId="{4BCD3278-353E-4171-B877-06D97E4A9517}" dt="2025-02-16T15:17:23.057" v="1246" actId="1035"/>
          <ac:spMkLst>
            <pc:docMk/>
            <pc:sldMk cId="1731897258" sldId="2147347745"/>
            <ac:spMk id="787" creationId="{44F5AA23-4CA2-1564-D1A4-1B35701516CC}"/>
          </ac:spMkLst>
        </pc:spChg>
        <pc:spChg chg="mod">
          <ac:chgData name="Mukherjee, Shouvik" userId="8a0946e8-3a6b-4d5c-947d-73f4cd578335" providerId="ADAL" clId="{4BCD3278-353E-4171-B877-06D97E4A9517}" dt="2025-02-16T15:17:23.057" v="1246" actId="1035"/>
          <ac:spMkLst>
            <pc:docMk/>
            <pc:sldMk cId="1731897258" sldId="2147347745"/>
            <ac:spMk id="788" creationId="{E44F8F4D-AEC3-F10B-D6B1-8C95E81ED88D}"/>
          </ac:spMkLst>
        </pc:spChg>
        <pc:spChg chg="mod">
          <ac:chgData name="Mukherjee, Shouvik" userId="8a0946e8-3a6b-4d5c-947d-73f4cd578335" providerId="ADAL" clId="{4BCD3278-353E-4171-B877-06D97E4A9517}" dt="2025-02-16T15:17:23.057" v="1246" actId="1035"/>
          <ac:spMkLst>
            <pc:docMk/>
            <pc:sldMk cId="1731897258" sldId="2147347745"/>
            <ac:spMk id="789" creationId="{3A2A5B48-CBC1-3CDD-A010-D4516E21C2BF}"/>
          </ac:spMkLst>
        </pc:spChg>
        <pc:spChg chg="mod">
          <ac:chgData name="Mukherjee, Shouvik" userId="8a0946e8-3a6b-4d5c-947d-73f4cd578335" providerId="ADAL" clId="{4BCD3278-353E-4171-B877-06D97E4A9517}" dt="2025-02-16T15:17:23.057" v="1246" actId="1035"/>
          <ac:spMkLst>
            <pc:docMk/>
            <pc:sldMk cId="1731897258" sldId="2147347745"/>
            <ac:spMk id="790" creationId="{BEAE9E83-9907-45C1-A987-158C8EE38247}"/>
          </ac:spMkLst>
        </pc:spChg>
        <pc:spChg chg="mod">
          <ac:chgData name="Mukherjee, Shouvik" userId="8a0946e8-3a6b-4d5c-947d-73f4cd578335" providerId="ADAL" clId="{4BCD3278-353E-4171-B877-06D97E4A9517}" dt="2025-02-16T15:17:23.057" v="1246" actId="1035"/>
          <ac:spMkLst>
            <pc:docMk/>
            <pc:sldMk cId="1731897258" sldId="2147347745"/>
            <ac:spMk id="791" creationId="{24AB1889-BA07-4655-BFB8-E2A77E1CF811}"/>
          </ac:spMkLst>
        </pc:spChg>
        <pc:spChg chg="mod">
          <ac:chgData name="Mukherjee, Shouvik" userId="8a0946e8-3a6b-4d5c-947d-73f4cd578335" providerId="ADAL" clId="{4BCD3278-353E-4171-B877-06D97E4A9517}" dt="2025-02-16T15:17:23.057" v="1246" actId="1035"/>
          <ac:spMkLst>
            <pc:docMk/>
            <pc:sldMk cId="1731897258" sldId="2147347745"/>
            <ac:spMk id="792" creationId="{A332B445-C0B9-FCC5-4056-A3CE2DBA41BB}"/>
          </ac:spMkLst>
        </pc:spChg>
        <pc:spChg chg="mod">
          <ac:chgData name="Mukherjee, Shouvik" userId="8a0946e8-3a6b-4d5c-947d-73f4cd578335" providerId="ADAL" clId="{4BCD3278-353E-4171-B877-06D97E4A9517}" dt="2025-02-16T15:17:23.057" v="1246" actId="1035"/>
          <ac:spMkLst>
            <pc:docMk/>
            <pc:sldMk cId="1731897258" sldId="2147347745"/>
            <ac:spMk id="793" creationId="{99847ABE-C66A-EFCD-2181-335A848B3DB7}"/>
          </ac:spMkLst>
        </pc:spChg>
        <pc:spChg chg="mod">
          <ac:chgData name="Mukherjee, Shouvik" userId="8a0946e8-3a6b-4d5c-947d-73f4cd578335" providerId="ADAL" clId="{4BCD3278-353E-4171-B877-06D97E4A9517}" dt="2025-02-16T15:17:23.057" v="1246" actId="1035"/>
          <ac:spMkLst>
            <pc:docMk/>
            <pc:sldMk cId="1731897258" sldId="2147347745"/>
            <ac:spMk id="794" creationId="{2B5FC9BF-5AAB-815B-D573-83B908745B15}"/>
          </ac:spMkLst>
        </pc:spChg>
        <pc:spChg chg="mod">
          <ac:chgData name="Mukherjee, Shouvik" userId="8a0946e8-3a6b-4d5c-947d-73f4cd578335" providerId="ADAL" clId="{4BCD3278-353E-4171-B877-06D97E4A9517}" dt="2025-02-16T15:17:23.057" v="1246" actId="1035"/>
          <ac:spMkLst>
            <pc:docMk/>
            <pc:sldMk cId="1731897258" sldId="2147347745"/>
            <ac:spMk id="797" creationId="{7327DD8A-F1DF-2F44-568F-269B751B4EA8}"/>
          </ac:spMkLst>
        </pc:spChg>
        <pc:spChg chg="mod">
          <ac:chgData name="Mukherjee, Shouvik" userId="8a0946e8-3a6b-4d5c-947d-73f4cd578335" providerId="ADAL" clId="{4BCD3278-353E-4171-B877-06D97E4A9517}" dt="2025-02-16T15:17:23.057" v="1246" actId="1035"/>
          <ac:spMkLst>
            <pc:docMk/>
            <pc:sldMk cId="1731897258" sldId="2147347745"/>
            <ac:spMk id="799" creationId="{4D9D0393-278F-CC63-A779-E2AFBB6509D4}"/>
          </ac:spMkLst>
        </pc:spChg>
        <pc:spChg chg="mod">
          <ac:chgData name="Mukherjee, Shouvik" userId="8a0946e8-3a6b-4d5c-947d-73f4cd578335" providerId="ADAL" clId="{4BCD3278-353E-4171-B877-06D97E4A9517}" dt="2025-02-16T15:17:23.057" v="1246" actId="1035"/>
          <ac:spMkLst>
            <pc:docMk/>
            <pc:sldMk cId="1731897258" sldId="2147347745"/>
            <ac:spMk id="800" creationId="{51A86544-387B-BA8C-E465-6985947280ED}"/>
          </ac:spMkLst>
        </pc:spChg>
        <pc:spChg chg="mod">
          <ac:chgData name="Mukherjee, Shouvik" userId="8a0946e8-3a6b-4d5c-947d-73f4cd578335" providerId="ADAL" clId="{4BCD3278-353E-4171-B877-06D97E4A9517}" dt="2025-02-16T15:17:23.057" v="1246" actId="1035"/>
          <ac:spMkLst>
            <pc:docMk/>
            <pc:sldMk cId="1731897258" sldId="2147347745"/>
            <ac:spMk id="801" creationId="{76A57CCA-3F43-9033-B1C5-E053477B907B}"/>
          </ac:spMkLst>
        </pc:spChg>
        <pc:spChg chg="mod">
          <ac:chgData name="Mukherjee, Shouvik" userId="8a0946e8-3a6b-4d5c-947d-73f4cd578335" providerId="ADAL" clId="{4BCD3278-353E-4171-B877-06D97E4A9517}" dt="2025-02-16T15:17:23.057" v="1246" actId="1035"/>
          <ac:spMkLst>
            <pc:docMk/>
            <pc:sldMk cId="1731897258" sldId="2147347745"/>
            <ac:spMk id="802" creationId="{0E753DA9-3D1B-2D41-8E1F-ED19761543AA}"/>
          </ac:spMkLst>
        </pc:spChg>
        <pc:spChg chg="mod">
          <ac:chgData name="Mukherjee, Shouvik" userId="8a0946e8-3a6b-4d5c-947d-73f4cd578335" providerId="ADAL" clId="{4BCD3278-353E-4171-B877-06D97E4A9517}" dt="2025-02-16T15:17:23.057" v="1246" actId="1035"/>
          <ac:spMkLst>
            <pc:docMk/>
            <pc:sldMk cId="1731897258" sldId="2147347745"/>
            <ac:spMk id="803" creationId="{22059E9A-2B55-53F9-CFEB-C425FBE057C5}"/>
          </ac:spMkLst>
        </pc:spChg>
        <pc:spChg chg="mod">
          <ac:chgData name="Mukherjee, Shouvik" userId="8a0946e8-3a6b-4d5c-947d-73f4cd578335" providerId="ADAL" clId="{4BCD3278-353E-4171-B877-06D97E4A9517}" dt="2025-02-16T15:17:23.057" v="1246" actId="1035"/>
          <ac:spMkLst>
            <pc:docMk/>
            <pc:sldMk cId="1731897258" sldId="2147347745"/>
            <ac:spMk id="804" creationId="{F3C870AE-0869-0211-5E03-6C92AAF15153}"/>
          </ac:spMkLst>
        </pc:spChg>
        <pc:spChg chg="mod">
          <ac:chgData name="Mukherjee, Shouvik" userId="8a0946e8-3a6b-4d5c-947d-73f4cd578335" providerId="ADAL" clId="{4BCD3278-353E-4171-B877-06D97E4A9517}" dt="2025-02-16T15:17:23.057" v="1246" actId="1035"/>
          <ac:spMkLst>
            <pc:docMk/>
            <pc:sldMk cId="1731897258" sldId="2147347745"/>
            <ac:spMk id="805" creationId="{23F454B9-136D-7F21-2FD6-EB85C95D6B24}"/>
          </ac:spMkLst>
        </pc:spChg>
        <pc:spChg chg="mod">
          <ac:chgData name="Mukherjee, Shouvik" userId="8a0946e8-3a6b-4d5c-947d-73f4cd578335" providerId="ADAL" clId="{4BCD3278-353E-4171-B877-06D97E4A9517}" dt="2025-02-16T15:17:23.057" v="1246" actId="1035"/>
          <ac:spMkLst>
            <pc:docMk/>
            <pc:sldMk cId="1731897258" sldId="2147347745"/>
            <ac:spMk id="806" creationId="{2CB02736-6DE8-7837-8844-905BEF762DD0}"/>
          </ac:spMkLst>
        </pc:spChg>
        <pc:spChg chg="mod">
          <ac:chgData name="Mukherjee, Shouvik" userId="8a0946e8-3a6b-4d5c-947d-73f4cd578335" providerId="ADAL" clId="{4BCD3278-353E-4171-B877-06D97E4A9517}" dt="2025-02-16T15:17:23.057" v="1246" actId="1035"/>
          <ac:spMkLst>
            <pc:docMk/>
            <pc:sldMk cId="1731897258" sldId="2147347745"/>
            <ac:spMk id="807" creationId="{E8AFF729-1BCC-C300-6BE0-A4D5EFA3A0CA}"/>
          </ac:spMkLst>
        </pc:spChg>
        <pc:spChg chg="mod">
          <ac:chgData name="Mukherjee, Shouvik" userId="8a0946e8-3a6b-4d5c-947d-73f4cd578335" providerId="ADAL" clId="{4BCD3278-353E-4171-B877-06D97E4A9517}" dt="2025-02-16T15:17:23.057" v="1246" actId="1035"/>
          <ac:spMkLst>
            <pc:docMk/>
            <pc:sldMk cId="1731897258" sldId="2147347745"/>
            <ac:spMk id="808" creationId="{36EF6DD9-E559-8310-E1A5-F0DE8AE2CF53}"/>
          </ac:spMkLst>
        </pc:spChg>
        <pc:spChg chg="mod">
          <ac:chgData name="Mukherjee, Shouvik" userId="8a0946e8-3a6b-4d5c-947d-73f4cd578335" providerId="ADAL" clId="{4BCD3278-353E-4171-B877-06D97E4A9517}" dt="2025-02-16T15:17:23.057" v="1246" actId="1035"/>
          <ac:spMkLst>
            <pc:docMk/>
            <pc:sldMk cId="1731897258" sldId="2147347745"/>
            <ac:spMk id="809" creationId="{5FBE0DE6-CC4D-A61E-6760-8765E4477000}"/>
          </ac:spMkLst>
        </pc:spChg>
        <pc:spChg chg="mod">
          <ac:chgData name="Mukherjee, Shouvik" userId="8a0946e8-3a6b-4d5c-947d-73f4cd578335" providerId="ADAL" clId="{4BCD3278-353E-4171-B877-06D97E4A9517}" dt="2025-02-16T15:17:23.057" v="1246" actId="1035"/>
          <ac:spMkLst>
            <pc:docMk/>
            <pc:sldMk cId="1731897258" sldId="2147347745"/>
            <ac:spMk id="810" creationId="{7AB79C2B-AF5D-9C20-9AB7-E15A9C1471DA}"/>
          </ac:spMkLst>
        </pc:spChg>
        <pc:spChg chg="mod">
          <ac:chgData name="Mukherjee, Shouvik" userId="8a0946e8-3a6b-4d5c-947d-73f4cd578335" providerId="ADAL" clId="{4BCD3278-353E-4171-B877-06D97E4A9517}" dt="2025-02-16T15:17:23.057" v="1246" actId="1035"/>
          <ac:spMkLst>
            <pc:docMk/>
            <pc:sldMk cId="1731897258" sldId="2147347745"/>
            <ac:spMk id="811" creationId="{E5B20DBF-81C2-39F4-D895-CCEDE74CA463}"/>
          </ac:spMkLst>
        </pc:spChg>
        <pc:spChg chg="mod">
          <ac:chgData name="Mukherjee, Shouvik" userId="8a0946e8-3a6b-4d5c-947d-73f4cd578335" providerId="ADAL" clId="{4BCD3278-353E-4171-B877-06D97E4A9517}" dt="2025-02-16T15:17:23.057" v="1246" actId="1035"/>
          <ac:spMkLst>
            <pc:docMk/>
            <pc:sldMk cId="1731897258" sldId="2147347745"/>
            <ac:spMk id="812" creationId="{572DE50E-88AD-B69E-5DB9-6438117AF9BA}"/>
          </ac:spMkLst>
        </pc:spChg>
        <pc:spChg chg="mod">
          <ac:chgData name="Mukherjee, Shouvik" userId="8a0946e8-3a6b-4d5c-947d-73f4cd578335" providerId="ADAL" clId="{4BCD3278-353E-4171-B877-06D97E4A9517}" dt="2025-02-16T15:17:23.057" v="1246" actId="1035"/>
          <ac:spMkLst>
            <pc:docMk/>
            <pc:sldMk cId="1731897258" sldId="2147347745"/>
            <ac:spMk id="813" creationId="{F23A8BE7-47DF-C106-669F-466694C72169}"/>
          </ac:spMkLst>
        </pc:spChg>
        <pc:spChg chg="mod">
          <ac:chgData name="Mukherjee, Shouvik" userId="8a0946e8-3a6b-4d5c-947d-73f4cd578335" providerId="ADAL" clId="{4BCD3278-353E-4171-B877-06D97E4A9517}" dt="2025-02-16T15:17:23.057" v="1246" actId="1035"/>
          <ac:spMkLst>
            <pc:docMk/>
            <pc:sldMk cId="1731897258" sldId="2147347745"/>
            <ac:spMk id="814" creationId="{CA250DC8-D60D-2F7E-9406-6712ADD150CF}"/>
          </ac:spMkLst>
        </pc:spChg>
        <pc:spChg chg="mod">
          <ac:chgData name="Mukherjee, Shouvik" userId="8a0946e8-3a6b-4d5c-947d-73f4cd578335" providerId="ADAL" clId="{4BCD3278-353E-4171-B877-06D97E4A9517}" dt="2025-02-16T15:17:23.057" v="1246" actId="1035"/>
          <ac:spMkLst>
            <pc:docMk/>
            <pc:sldMk cId="1731897258" sldId="2147347745"/>
            <ac:spMk id="815" creationId="{39F5D6D6-BF26-06A4-7D71-FAF87A9D3BE6}"/>
          </ac:spMkLst>
        </pc:spChg>
        <pc:spChg chg="mod">
          <ac:chgData name="Mukherjee, Shouvik" userId="8a0946e8-3a6b-4d5c-947d-73f4cd578335" providerId="ADAL" clId="{4BCD3278-353E-4171-B877-06D97E4A9517}" dt="2025-02-16T15:17:23.057" v="1246" actId="1035"/>
          <ac:spMkLst>
            <pc:docMk/>
            <pc:sldMk cId="1731897258" sldId="2147347745"/>
            <ac:spMk id="816" creationId="{7D5ED681-D5E2-10A6-2C8C-271CAF77D99E}"/>
          </ac:spMkLst>
        </pc:spChg>
        <pc:spChg chg="mod">
          <ac:chgData name="Mukherjee, Shouvik" userId="8a0946e8-3a6b-4d5c-947d-73f4cd578335" providerId="ADAL" clId="{4BCD3278-353E-4171-B877-06D97E4A9517}" dt="2025-02-16T15:17:23.057" v="1246" actId="1035"/>
          <ac:spMkLst>
            <pc:docMk/>
            <pc:sldMk cId="1731897258" sldId="2147347745"/>
            <ac:spMk id="817" creationId="{525B137D-054E-B4A4-6519-DCE842009FA5}"/>
          </ac:spMkLst>
        </pc:spChg>
        <pc:spChg chg="mod">
          <ac:chgData name="Mukherjee, Shouvik" userId="8a0946e8-3a6b-4d5c-947d-73f4cd578335" providerId="ADAL" clId="{4BCD3278-353E-4171-B877-06D97E4A9517}" dt="2025-02-16T15:17:23.057" v="1246" actId="1035"/>
          <ac:spMkLst>
            <pc:docMk/>
            <pc:sldMk cId="1731897258" sldId="2147347745"/>
            <ac:spMk id="818" creationId="{8CE8457B-2A1C-50B8-EBED-56BB4F0BA2C8}"/>
          </ac:spMkLst>
        </pc:spChg>
        <pc:spChg chg="mod">
          <ac:chgData name="Mukherjee, Shouvik" userId="8a0946e8-3a6b-4d5c-947d-73f4cd578335" providerId="ADAL" clId="{4BCD3278-353E-4171-B877-06D97E4A9517}" dt="2025-02-16T15:17:23.057" v="1246" actId="1035"/>
          <ac:spMkLst>
            <pc:docMk/>
            <pc:sldMk cId="1731897258" sldId="2147347745"/>
            <ac:spMk id="819" creationId="{86F540AD-A749-B5C4-B116-E0BB12F775A4}"/>
          </ac:spMkLst>
        </pc:spChg>
        <pc:spChg chg="mod">
          <ac:chgData name="Mukherjee, Shouvik" userId="8a0946e8-3a6b-4d5c-947d-73f4cd578335" providerId="ADAL" clId="{4BCD3278-353E-4171-B877-06D97E4A9517}" dt="2025-02-16T15:17:23.057" v="1246" actId="1035"/>
          <ac:spMkLst>
            <pc:docMk/>
            <pc:sldMk cId="1731897258" sldId="2147347745"/>
            <ac:spMk id="820" creationId="{C1F3F3B8-96D1-2905-F0A5-40475FEE6326}"/>
          </ac:spMkLst>
        </pc:spChg>
        <pc:spChg chg="mod">
          <ac:chgData name="Mukherjee, Shouvik" userId="8a0946e8-3a6b-4d5c-947d-73f4cd578335" providerId="ADAL" clId="{4BCD3278-353E-4171-B877-06D97E4A9517}" dt="2025-02-16T15:17:23.057" v="1246" actId="1035"/>
          <ac:spMkLst>
            <pc:docMk/>
            <pc:sldMk cId="1731897258" sldId="2147347745"/>
            <ac:spMk id="821" creationId="{39F9E71F-48F5-10B5-44C6-795AC6B5866A}"/>
          </ac:spMkLst>
        </pc:spChg>
        <pc:spChg chg="mod">
          <ac:chgData name="Mukherjee, Shouvik" userId="8a0946e8-3a6b-4d5c-947d-73f4cd578335" providerId="ADAL" clId="{4BCD3278-353E-4171-B877-06D97E4A9517}" dt="2025-02-16T15:17:23.057" v="1246" actId="1035"/>
          <ac:spMkLst>
            <pc:docMk/>
            <pc:sldMk cId="1731897258" sldId="2147347745"/>
            <ac:spMk id="822" creationId="{92BDB8B6-7AC1-1018-737F-F2D245899F9E}"/>
          </ac:spMkLst>
        </pc:spChg>
        <pc:spChg chg="mod">
          <ac:chgData name="Mukherjee, Shouvik" userId="8a0946e8-3a6b-4d5c-947d-73f4cd578335" providerId="ADAL" clId="{4BCD3278-353E-4171-B877-06D97E4A9517}" dt="2025-02-16T15:17:23.057" v="1246" actId="1035"/>
          <ac:spMkLst>
            <pc:docMk/>
            <pc:sldMk cId="1731897258" sldId="2147347745"/>
            <ac:spMk id="823" creationId="{D3802C49-EA09-5680-8535-0728D81D57EB}"/>
          </ac:spMkLst>
        </pc:spChg>
        <pc:spChg chg="mod">
          <ac:chgData name="Mukherjee, Shouvik" userId="8a0946e8-3a6b-4d5c-947d-73f4cd578335" providerId="ADAL" clId="{4BCD3278-353E-4171-B877-06D97E4A9517}" dt="2025-02-16T15:17:23.057" v="1246" actId="1035"/>
          <ac:spMkLst>
            <pc:docMk/>
            <pc:sldMk cId="1731897258" sldId="2147347745"/>
            <ac:spMk id="824" creationId="{24BB5F51-A8AC-650B-C74D-604DE1E7B160}"/>
          </ac:spMkLst>
        </pc:spChg>
        <pc:spChg chg="mod">
          <ac:chgData name="Mukherjee, Shouvik" userId="8a0946e8-3a6b-4d5c-947d-73f4cd578335" providerId="ADAL" clId="{4BCD3278-353E-4171-B877-06D97E4A9517}" dt="2025-02-16T15:26:01.991" v="1370" actId="404"/>
          <ac:spMkLst>
            <pc:docMk/>
            <pc:sldMk cId="1731897258" sldId="2147347745"/>
            <ac:spMk id="837" creationId="{F923CAAB-0E97-FBAD-D7AA-3E6D451F4714}"/>
          </ac:spMkLst>
        </pc:spChg>
        <pc:spChg chg="mod">
          <ac:chgData name="Mukherjee, Shouvik" userId="8a0946e8-3a6b-4d5c-947d-73f4cd578335" providerId="ADAL" clId="{4BCD3278-353E-4171-B877-06D97E4A9517}" dt="2025-02-16T15:26:01.991" v="1370" actId="404"/>
          <ac:spMkLst>
            <pc:docMk/>
            <pc:sldMk cId="1731897258" sldId="2147347745"/>
            <ac:spMk id="838" creationId="{9AB15DC0-4D4A-A51E-EB2F-C1CE8535CF3D}"/>
          </ac:spMkLst>
        </pc:spChg>
        <pc:spChg chg="mod">
          <ac:chgData name="Mukherjee, Shouvik" userId="8a0946e8-3a6b-4d5c-947d-73f4cd578335" providerId="ADAL" clId="{4BCD3278-353E-4171-B877-06D97E4A9517}" dt="2025-02-16T15:26:01.991" v="1370" actId="404"/>
          <ac:spMkLst>
            <pc:docMk/>
            <pc:sldMk cId="1731897258" sldId="2147347745"/>
            <ac:spMk id="839" creationId="{BE06497D-D16B-2D46-CE8A-A6B9D917B15F}"/>
          </ac:spMkLst>
        </pc:spChg>
        <pc:spChg chg="mod">
          <ac:chgData name="Mukherjee, Shouvik" userId="8a0946e8-3a6b-4d5c-947d-73f4cd578335" providerId="ADAL" clId="{4BCD3278-353E-4171-B877-06D97E4A9517}" dt="2025-02-16T15:26:10.824" v="1372" actId="403"/>
          <ac:spMkLst>
            <pc:docMk/>
            <pc:sldMk cId="1731897258" sldId="2147347745"/>
            <ac:spMk id="841" creationId="{DFB4C46A-FE73-6237-765B-BAAFC4D2A8F9}"/>
          </ac:spMkLst>
        </pc:spChg>
        <pc:spChg chg="mod">
          <ac:chgData name="Mukherjee, Shouvik" userId="8a0946e8-3a6b-4d5c-947d-73f4cd578335" providerId="ADAL" clId="{4BCD3278-353E-4171-B877-06D97E4A9517}" dt="2025-02-16T15:26:10.824" v="1372" actId="403"/>
          <ac:spMkLst>
            <pc:docMk/>
            <pc:sldMk cId="1731897258" sldId="2147347745"/>
            <ac:spMk id="842" creationId="{2D603E95-93E1-E2C4-8278-33AD468B62C4}"/>
          </ac:spMkLst>
        </pc:spChg>
        <pc:spChg chg="mod">
          <ac:chgData name="Mukherjee, Shouvik" userId="8a0946e8-3a6b-4d5c-947d-73f4cd578335" providerId="ADAL" clId="{4BCD3278-353E-4171-B877-06D97E4A9517}" dt="2025-02-16T15:26:10.824" v="1372" actId="403"/>
          <ac:spMkLst>
            <pc:docMk/>
            <pc:sldMk cId="1731897258" sldId="2147347745"/>
            <ac:spMk id="843" creationId="{A7ACD2CF-4EC8-A079-8A1F-3BFF850F3668}"/>
          </ac:spMkLst>
        </pc:spChg>
        <pc:spChg chg="mod">
          <ac:chgData name="Mukherjee, Shouvik" userId="8a0946e8-3a6b-4d5c-947d-73f4cd578335" providerId="ADAL" clId="{4BCD3278-353E-4171-B877-06D97E4A9517}" dt="2025-02-16T15:17:23.057" v="1246" actId="1035"/>
          <ac:spMkLst>
            <pc:docMk/>
            <pc:sldMk cId="1731897258" sldId="2147347745"/>
            <ac:spMk id="846" creationId="{17D6FB54-7747-E737-9789-6554D7A8E8CC}"/>
          </ac:spMkLst>
        </pc:spChg>
        <pc:spChg chg="mod">
          <ac:chgData name="Mukherjee, Shouvik" userId="8a0946e8-3a6b-4d5c-947d-73f4cd578335" providerId="ADAL" clId="{4BCD3278-353E-4171-B877-06D97E4A9517}" dt="2025-02-16T15:17:23.057" v="1246" actId="1035"/>
          <ac:spMkLst>
            <pc:docMk/>
            <pc:sldMk cId="1731897258" sldId="2147347745"/>
            <ac:spMk id="848" creationId="{0BD51AF0-EBC7-290D-33BF-08DC9F15B8BD}"/>
          </ac:spMkLst>
        </pc:spChg>
        <pc:spChg chg="mod">
          <ac:chgData name="Mukherjee, Shouvik" userId="8a0946e8-3a6b-4d5c-947d-73f4cd578335" providerId="ADAL" clId="{4BCD3278-353E-4171-B877-06D97E4A9517}" dt="2025-02-16T15:17:23.057" v="1246" actId="1035"/>
          <ac:spMkLst>
            <pc:docMk/>
            <pc:sldMk cId="1731897258" sldId="2147347745"/>
            <ac:spMk id="850" creationId="{BDDC8295-1BC5-1C4F-030B-953C39C0B43B}"/>
          </ac:spMkLst>
        </pc:spChg>
        <pc:spChg chg="mod">
          <ac:chgData name="Mukherjee, Shouvik" userId="8a0946e8-3a6b-4d5c-947d-73f4cd578335" providerId="ADAL" clId="{4BCD3278-353E-4171-B877-06D97E4A9517}" dt="2025-02-16T15:17:23.057" v="1246" actId="1035"/>
          <ac:spMkLst>
            <pc:docMk/>
            <pc:sldMk cId="1731897258" sldId="2147347745"/>
            <ac:spMk id="852" creationId="{FB53E294-27EC-3A86-6A62-E1B7F8C47AE4}"/>
          </ac:spMkLst>
        </pc:spChg>
        <pc:spChg chg="mod">
          <ac:chgData name="Mukherjee, Shouvik" userId="8a0946e8-3a6b-4d5c-947d-73f4cd578335" providerId="ADAL" clId="{4BCD3278-353E-4171-B877-06D97E4A9517}" dt="2025-02-16T15:17:23.057" v="1246" actId="1035"/>
          <ac:spMkLst>
            <pc:docMk/>
            <pc:sldMk cId="1731897258" sldId="2147347745"/>
            <ac:spMk id="854" creationId="{A47DAE26-3AA2-3607-71B3-97B09ED0B5A0}"/>
          </ac:spMkLst>
        </pc:spChg>
        <pc:spChg chg="mod">
          <ac:chgData name="Mukherjee, Shouvik" userId="8a0946e8-3a6b-4d5c-947d-73f4cd578335" providerId="ADAL" clId="{4BCD3278-353E-4171-B877-06D97E4A9517}" dt="2025-02-16T15:17:23.057" v="1246" actId="1035"/>
          <ac:spMkLst>
            <pc:docMk/>
            <pc:sldMk cId="1731897258" sldId="2147347745"/>
            <ac:spMk id="856" creationId="{48444A17-A7B1-7299-82A5-3A43C668313A}"/>
          </ac:spMkLst>
        </pc:spChg>
        <pc:spChg chg="mod">
          <ac:chgData name="Mukherjee, Shouvik" userId="8a0946e8-3a6b-4d5c-947d-73f4cd578335" providerId="ADAL" clId="{4BCD3278-353E-4171-B877-06D97E4A9517}" dt="2025-02-16T15:17:23.057" v="1246" actId="1035"/>
          <ac:spMkLst>
            <pc:docMk/>
            <pc:sldMk cId="1731897258" sldId="2147347745"/>
            <ac:spMk id="857" creationId="{4F7689A4-23B4-80A9-A3CE-8C7B2A50E1EB}"/>
          </ac:spMkLst>
        </pc:spChg>
        <pc:spChg chg="mod">
          <ac:chgData name="Mukherjee, Shouvik" userId="8a0946e8-3a6b-4d5c-947d-73f4cd578335" providerId="ADAL" clId="{4BCD3278-353E-4171-B877-06D97E4A9517}" dt="2025-02-16T15:17:23.057" v="1246" actId="1035"/>
          <ac:spMkLst>
            <pc:docMk/>
            <pc:sldMk cId="1731897258" sldId="2147347745"/>
            <ac:spMk id="858" creationId="{C492E76C-3C52-E43C-B17E-E2D13908B9E1}"/>
          </ac:spMkLst>
        </pc:spChg>
        <pc:spChg chg="mod">
          <ac:chgData name="Mukherjee, Shouvik" userId="8a0946e8-3a6b-4d5c-947d-73f4cd578335" providerId="ADAL" clId="{4BCD3278-353E-4171-B877-06D97E4A9517}" dt="2025-02-16T15:17:23.057" v="1246" actId="1035"/>
          <ac:spMkLst>
            <pc:docMk/>
            <pc:sldMk cId="1731897258" sldId="2147347745"/>
            <ac:spMk id="860" creationId="{84055194-4223-1B5D-C0F7-7B7DEB87AD04}"/>
          </ac:spMkLst>
        </pc:spChg>
        <pc:spChg chg="mod">
          <ac:chgData name="Mukherjee, Shouvik" userId="8a0946e8-3a6b-4d5c-947d-73f4cd578335" providerId="ADAL" clId="{4BCD3278-353E-4171-B877-06D97E4A9517}" dt="2025-02-16T15:17:23.057" v="1246" actId="1035"/>
          <ac:spMkLst>
            <pc:docMk/>
            <pc:sldMk cId="1731897258" sldId="2147347745"/>
            <ac:spMk id="861" creationId="{A8AF5AD0-E616-E4B4-1D8B-21BEEE6A10E8}"/>
          </ac:spMkLst>
        </pc:spChg>
        <pc:spChg chg="mod">
          <ac:chgData name="Mukherjee, Shouvik" userId="8a0946e8-3a6b-4d5c-947d-73f4cd578335" providerId="ADAL" clId="{4BCD3278-353E-4171-B877-06D97E4A9517}" dt="2025-02-16T15:17:23.057" v="1246" actId="1035"/>
          <ac:spMkLst>
            <pc:docMk/>
            <pc:sldMk cId="1731897258" sldId="2147347745"/>
            <ac:spMk id="862" creationId="{7823635A-816D-84E5-9EC5-E80555E8BDE3}"/>
          </ac:spMkLst>
        </pc:spChg>
        <pc:spChg chg="mod">
          <ac:chgData name="Mukherjee, Shouvik" userId="8a0946e8-3a6b-4d5c-947d-73f4cd578335" providerId="ADAL" clId="{4BCD3278-353E-4171-B877-06D97E4A9517}" dt="2025-02-16T15:17:23.057" v="1246" actId="1035"/>
          <ac:spMkLst>
            <pc:docMk/>
            <pc:sldMk cId="1731897258" sldId="2147347745"/>
            <ac:spMk id="863" creationId="{BB03AB7F-D8C7-2998-A84E-6FDD3BF87823}"/>
          </ac:spMkLst>
        </pc:spChg>
        <pc:spChg chg="mod">
          <ac:chgData name="Mukherjee, Shouvik" userId="8a0946e8-3a6b-4d5c-947d-73f4cd578335" providerId="ADAL" clId="{4BCD3278-353E-4171-B877-06D97E4A9517}" dt="2025-02-16T15:17:23.057" v="1246" actId="1035"/>
          <ac:spMkLst>
            <pc:docMk/>
            <pc:sldMk cId="1731897258" sldId="2147347745"/>
            <ac:spMk id="864" creationId="{5456C10F-B0A2-D824-7B28-A449F17FEE5E}"/>
          </ac:spMkLst>
        </pc:spChg>
        <pc:spChg chg="mod">
          <ac:chgData name="Mukherjee, Shouvik" userId="8a0946e8-3a6b-4d5c-947d-73f4cd578335" providerId="ADAL" clId="{4BCD3278-353E-4171-B877-06D97E4A9517}" dt="2025-02-16T15:17:23.057" v="1246" actId="1035"/>
          <ac:spMkLst>
            <pc:docMk/>
            <pc:sldMk cId="1731897258" sldId="2147347745"/>
            <ac:spMk id="865" creationId="{B1F533C8-9B9A-43F5-6196-F08A6AF8F412}"/>
          </ac:spMkLst>
        </pc:spChg>
        <pc:spChg chg="mod">
          <ac:chgData name="Mukherjee, Shouvik" userId="8a0946e8-3a6b-4d5c-947d-73f4cd578335" providerId="ADAL" clId="{4BCD3278-353E-4171-B877-06D97E4A9517}" dt="2025-02-16T15:17:23.057" v="1246" actId="1035"/>
          <ac:spMkLst>
            <pc:docMk/>
            <pc:sldMk cId="1731897258" sldId="2147347745"/>
            <ac:spMk id="866" creationId="{2502CE9A-8BA8-3399-B099-1642B497D866}"/>
          </ac:spMkLst>
        </pc:spChg>
        <pc:spChg chg="mod">
          <ac:chgData name="Mukherjee, Shouvik" userId="8a0946e8-3a6b-4d5c-947d-73f4cd578335" providerId="ADAL" clId="{4BCD3278-353E-4171-B877-06D97E4A9517}" dt="2025-02-16T15:17:23.057" v="1246" actId="1035"/>
          <ac:spMkLst>
            <pc:docMk/>
            <pc:sldMk cId="1731897258" sldId="2147347745"/>
            <ac:spMk id="867" creationId="{10FE7C3F-43C5-07F8-2AAB-8AF26474F01C}"/>
          </ac:spMkLst>
        </pc:spChg>
        <pc:spChg chg="mod">
          <ac:chgData name="Mukherjee, Shouvik" userId="8a0946e8-3a6b-4d5c-947d-73f4cd578335" providerId="ADAL" clId="{4BCD3278-353E-4171-B877-06D97E4A9517}" dt="2025-02-16T15:17:23.057" v="1246" actId="1035"/>
          <ac:spMkLst>
            <pc:docMk/>
            <pc:sldMk cId="1731897258" sldId="2147347745"/>
            <ac:spMk id="868" creationId="{9EBCB4A3-405C-245B-ADF5-C670CC4028A5}"/>
          </ac:spMkLst>
        </pc:spChg>
        <pc:spChg chg="mod">
          <ac:chgData name="Mukherjee, Shouvik" userId="8a0946e8-3a6b-4d5c-947d-73f4cd578335" providerId="ADAL" clId="{4BCD3278-353E-4171-B877-06D97E4A9517}" dt="2025-02-16T15:17:23.057" v="1246" actId="1035"/>
          <ac:spMkLst>
            <pc:docMk/>
            <pc:sldMk cId="1731897258" sldId="2147347745"/>
            <ac:spMk id="869" creationId="{0867536E-9101-2C70-B505-FF45F7833615}"/>
          </ac:spMkLst>
        </pc:spChg>
        <pc:spChg chg="mod">
          <ac:chgData name="Mukherjee, Shouvik" userId="8a0946e8-3a6b-4d5c-947d-73f4cd578335" providerId="ADAL" clId="{4BCD3278-353E-4171-B877-06D97E4A9517}" dt="2025-02-16T15:17:23.057" v="1246" actId="1035"/>
          <ac:spMkLst>
            <pc:docMk/>
            <pc:sldMk cId="1731897258" sldId="2147347745"/>
            <ac:spMk id="870" creationId="{8E9DE593-22E5-587B-90F9-F00E4B79E4E2}"/>
          </ac:spMkLst>
        </pc:spChg>
        <pc:spChg chg="mod">
          <ac:chgData name="Mukherjee, Shouvik" userId="8a0946e8-3a6b-4d5c-947d-73f4cd578335" providerId="ADAL" clId="{4BCD3278-353E-4171-B877-06D97E4A9517}" dt="2025-02-16T15:17:23.057" v="1246" actId="1035"/>
          <ac:spMkLst>
            <pc:docMk/>
            <pc:sldMk cId="1731897258" sldId="2147347745"/>
            <ac:spMk id="871" creationId="{ADFB92B2-791D-FA32-7BFE-84174194F983}"/>
          </ac:spMkLst>
        </pc:spChg>
        <pc:spChg chg="mod">
          <ac:chgData name="Mukherjee, Shouvik" userId="8a0946e8-3a6b-4d5c-947d-73f4cd578335" providerId="ADAL" clId="{4BCD3278-353E-4171-B877-06D97E4A9517}" dt="2025-02-16T15:17:23.057" v="1246" actId="1035"/>
          <ac:spMkLst>
            <pc:docMk/>
            <pc:sldMk cId="1731897258" sldId="2147347745"/>
            <ac:spMk id="872" creationId="{A0644770-F83D-8F0C-CE4F-C043E096F873}"/>
          </ac:spMkLst>
        </pc:spChg>
        <pc:spChg chg="mod">
          <ac:chgData name="Mukherjee, Shouvik" userId="8a0946e8-3a6b-4d5c-947d-73f4cd578335" providerId="ADAL" clId="{4BCD3278-353E-4171-B877-06D97E4A9517}" dt="2025-02-16T15:17:23.057" v="1246" actId="1035"/>
          <ac:spMkLst>
            <pc:docMk/>
            <pc:sldMk cId="1731897258" sldId="2147347745"/>
            <ac:spMk id="873" creationId="{B3F22AFD-DDED-F9FB-0E83-F236ED727D4A}"/>
          </ac:spMkLst>
        </pc:spChg>
        <pc:spChg chg="mod">
          <ac:chgData name="Mukherjee, Shouvik" userId="8a0946e8-3a6b-4d5c-947d-73f4cd578335" providerId="ADAL" clId="{4BCD3278-353E-4171-B877-06D97E4A9517}" dt="2025-02-16T15:17:23.057" v="1246" actId="1035"/>
          <ac:spMkLst>
            <pc:docMk/>
            <pc:sldMk cId="1731897258" sldId="2147347745"/>
            <ac:spMk id="874" creationId="{0BA76BD9-09E0-9832-66D8-1A3609E7F37F}"/>
          </ac:spMkLst>
        </pc:spChg>
        <pc:spChg chg="mod">
          <ac:chgData name="Mukherjee, Shouvik" userId="8a0946e8-3a6b-4d5c-947d-73f4cd578335" providerId="ADAL" clId="{4BCD3278-353E-4171-B877-06D97E4A9517}" dt="2025-02-16T15:17:23.057" v="1246" actId="1035"/>
          <ac:spMkLst>
            <pc:docMk/>
            <pc:sldMk cId="1731897258" sldId="2147347745"/>
            <ac:spMk id="875" creationId="{7DE7B2D1-5C47-2796-80C4-BE882DFC1014}"/>
          </ac:spMkLst>
        </pc:spChg>
        <pc:spChg chg="mod">
          <ac:chgData name="Mukherjee, Shouvik" userId="8a0946e8-3a6b-4d5c-947d-73f4cd578335" providerId="ADAL" clId="{4BCD3278-353E-4171-B877-06D97E4A9517}" dt="2025-02-16T15:17:23.057" v="1246" actId="1035"/>
          <ac:spMkLst>
            <pc:docMk/>
            <pc:sldMk cId="1731897258" sldId="2147347745"/>
            <ac:spMk id="876" creationId="{E21AA2BB-273E-DF41-9145-FBA069DBBEF9}"/>
          </ac:spMkLst>
        </pc:spChg>
        <pc:spChg chg="mod">
          <ac:chgData name="Mukherjee, Shouvik" userId="8a0946e8-3a6b-4d5c-947d-73f4cd578335" providerId="ADAL" clId="{4BCD3278-353E-4171-B877-06D97E4A9517}" dt="2025-02-16T15:17:23.057" v="1246" actId="1035"/>
          <ac:spMkLst>
            <pc:docMk/>
            <pc:sldMk cId="1731897258" sldId="2147347745"/>
            <ac:spMk id="877" creationId="{5FEC17B3-A002-D1CB-053B-94E355CB42DB}"/>
          </ac:spMkLst>
        </pc:spChg>
        <pc:spChg chg="mod">
          <ac:chgData name="Mukherjee, Shouvik" userId="8a0946e8-3a6b-4d5c-947d-73f4cd578335" providerId="ADAL" clId="{4BCD3278-353E-4171-B877-06D97E4A9517}" dt="2025-02-16T15:17:23.057" v="1246" actId="1035"/>
          <ac:spMkLst>
            <pc:docMk/>
            <pc:sldMk cId="1731897258" sldId="2147347745"/>
            <ac:spMk id="878" creationId="{6D63D46E-2D3B-F8A1-A050-78FAA722AA46}"/>
          </ac:spMkLst>
        </pc:spChg>
        <pc:spChg chg="mod">
          <ac:chgData name="Mukherjee, Shouvik" userId="8a0946e8-3a6b-4d5c-947d-73f4cd578335" providerId="ADAL" clId="{4BCD3278-353E-4171-B877-06D97E4A9517}" dt="2025-02-16T15:17:23.057" v="1246" actId="1035"/>
          <ac:spMkLst>
            <pc:docMk/>
            <pc:sldMk cId="1731897258" sldId="2147347745"/>
            <ac:spMk id="879" creationId="{A7AC8F9A-EB86-6028-A6D8-373801B0C3AA}"/>
          </ac:spMkLst>
        </pc:spChg>
        <pc:spChg chg="mod">
          <ac:chgData name="Mukherjee, Shouvik" userId="8a0946e8-3a6b-4d5c-947d-73f4cd578335" providerId="ADAL" clId="{4BCD3278-353E-4171-B877-06D97E4A9517}" dt="2025-02-16T15:17:23.057" v="1246" actId="1035"/>
          <ac:spMkLst>
            <pc:docMk/>
            <pc:sldMk cId="1731897258" sldId="2147347745"/>
            <ac:spMk id="880" creationId="{4E7E387E-ECBA-6142-8DCC-6125F3B4C24E}"/>
          </ac:spMkLst>
        </pc:spChg>
        <pc:spChg chg="mod">
          <ac:chgData name="Mukherjee, Shouvik" userId="8a0946e8-3a6b-4d5c-947d-73f4cd578335" providerId="ADAL" clId="{4BCD3278-353E-4171-B877-06D97E4A9517}" dt="2025-02-16T15:17:23.057" v="1246" actId="1035"/>
          <ac:spMkLst>
            <pc:docMk/>
            <pc:sldMk cId="1731897258" sldId="2147347745"/>
            <ac:spMk id="882" creationId="{DA4B8CC3-6FD3-A719-7DAA-4DA943864ACD}"/>
          </ac:spMkLst>
        </pc:spChg>
        <pc:spChg chg="mod">
          <ac:chgData name="Mukherjee, Shouvik" userId="8a0946e8-3a6b-4d5c-947d-73f4cd578335" providerId="ADAL" clId="{4BCD3278-353E-4171-B877-06D97E4A9517}" dt="2025-02-16T15:17:23.057" v="1246" actId="1035"/>
          <ac:spMkLst>
            <pc:docMk/>
            <pc:sldMk cId="1731897258" sldId="2147347745"/>
            <ac:spMk id="883" creationId="{913E5B34-0F30-D2FF-4DF2-5F583B2D2A3A}"/>
          </ac:spMkLst>
        </pc:spChg>
        <pc:spChg chg="mod">
          <ac:chgData name="Mukherjee, Shouvik" userId="8a0946e8-3a6b-4d5c-947d-73f4cd578335" providerId="ADAL" clId="{4BCD3278-353E-4171-B877-06D97E4A9517}" dt="2025-02-16T15:26:01.991" v="1370" actId="404"/>
          <ac:spMkLst>
            <pc:docMk/>
            <pc:sldMk cId="1731897258" sldId="2147347745"/>
            <ac:spMk id="884" creationId="{A6F9EC7B-EEC0-CAAB-20CD-2D095EFB3738}"/>
          </ac:spMkLst>
        </pc:spChg>
        <pc:spChg chg="mod">
          <ac:chgData name="Mukherjee, Shouvik" userId="8a0946e8-3a6b-4d5c-947d-73f4cd578335" providerId="ADAL" clId="{4BCD3278-353E-4171-B877-06D97E4A9517}" dt="2025-02-16T15:17:23.057" v="1246" actId="1035"/>
          <ac:spMkLst>
            <pc:docMk/>
            <pc:sldMk cId="1731897258" sldId="2147347745"/>
            <ac:spMk id="886" creationId="{5E46EB20-6E03-57A7-DAD4-A32C830A2101}"/>
          </ac:spMkLst>
        </pc:spChg>
        <pc:spChg chg="mod">
          <ac:chgData name="Mukherjee, Shouvik" userId="8a0946e8-3a6b-4d5c-947d-73f4cd578335" providerId="ADAL" clId="{4BCD3278-353E-4171-B877-06D97E4A9517}" dt="2025-02-16T15:17:23.057" v="1246" actId="1035"/>
          <ac:spMkLst>
            <pc:docMk/>
            <pc:sldMk cId="1731897258" sldId="2147347745"/>
            <ac:spMk id="887" creationId="{C7156727-73E9-E09E-148F-13AD503ED739}"/>
          </ac:spMkLst>
        </pc:spChg>
        <pc:spChg chg="mod">
          <ac:chgData name="Mukherjee, Shouvik" userId="8a0946e8-3a6b-4d5c-947d-73f4cd578335" providerId="ADAL" clId="{4BCD3278-353E-4171-B877-06D97E4A9517}" dt="2025-02-16T15:17:23.057" v="1246" actId="1035"/>
          <ac:spMkLst>
            <pc:docMk/>
            <pc:sldMk cId="1731897258" sldId="2147347745"/>
            <ac:spMk id="888" creationId="{A88E52D3-3B9F-A218-DEB4-70A12E26DE7B}"/>
          </ac:spMkLst>
        </pc:spChg>
        <pc:grpChg chg="mod">
          <ac:chgData name="Mukherjee, Shouvik" userId="8a0946e8-3a6b-4d5c-947d-73f4cd578335" providerId="ADAL" clId="{4BCD3278-353E-4171-B877-06D97E4A9517}" dt="2025-02-16T15:17:23.057" v="1246" actId="1035"/>
          <ac:grpSpMkLst>
            <pc:docMk/>
            <pc:sldMk cId="1731897258" sldId="2147347745"/>
            <ac:grpSpMk id="3" creationId="{73EFF77E-3164-A997-6088-D1FCCDD68CE5}"/>
          </ac:grpSpMkLst>
        </pc:grpChg>
        <pc:grpChg chg="mod">
          <ac:chgData name="Mukherjee, Shouvik" userId="8a0946e8-3a6b-4d5c-947d-73f4cd578335" providerId="ADAL" clId="{4BCD3278-353E-4171-B877-06D97E4A9517}" dt="2025-02-16T15:26:01.991" v="1370" actId="404"/>
          <ac:grpSpMkLst>
            <pc:docMk/>
            <pc:sldMk cId="1731897258" sldId="2147347745"/>
            <ac:grpSpMk id="7" creationId="{67FCA6D2-58F6-D712-B12A-24CB877A38E2}"/>
          </ac:grpSpMkLst>
        </pc:grpChg>
        <pc:grpChg chg="mod">
          <ac:chgData name="Mukherjee, Shouvik" userId="8a0946e8-3a6b-4d5c-947d-73f4cd578335" providerId="ADAL" clId="{4BCD3278-353E-4171-B877-06D97E4A9517}" dt="2025-02-16T15:17:23.057" v="1246" actId="1035"/>
          <ac:grpSpMkLst>
            <pc:docMk/>
            <pc:sldMk cId="1731897258" sldId="2147347745"/>
            <ac:grpSpMk id="18" creationId="{60DAAF97-4B90-A2DA-4743-D2626E21E393}"/>
          </ac:grpSpMkLst>
        </pc:grpChg>
        <pc:grpChg chg="mod">
          <ac:chgData name="Mukherjee, Shouvik" userId="8a0946e8-3a6b-4d5c-947d-73f4cd578335" providerId="ADAL" clId="{4BCD3278-353E-4171-B877-06D97E4A9517}" dt="2025-02-16T15:17:23.057" v="1246" actId="1035"/>
          <ac:grpSpMkLst>
            <pc:docMk/>
            <pc:sldMk cId="1731897258" sldId="2147347745"/>
            <ac:grpSpMk id="19" creationId="{0ECF4501-A69D-DF04-1CB5-7F93FCE105EC}"/>
          </ac:grpSpMkLst>
        </pc:grpChg>
        <pc:grpChg chg="mod">
          <ac:chgData name="Mukherjee, Shouvik" userId="8a0946e8-3a6b-4d5c-947d-73f4cd578335" providerId="ADAL" clId="{4BCD3278-353E-4171-B877-06D97E4A9517}" dt="2025-02-16T15:17:23.057" v="1246" actId="1035"/>
          <ac:grpSpMkLst>
            <pc:docMk/>
            <pc:sldMk cId="1731897258" sldId="2147347745"/>
            <ac:grpSpMk id="20" creationId="{E24126B3-99FD-4EAC-2686-CF3A505D148D}"/>
          </ac:grpSpMkLst>
        </pc:grpChg>
        <pc:grpChg chg="mod">
          <ac:chgData name="Mukherjee, Shouvik" userId="8a0946e8-3a6b-4d5c-947d-73f4cd578335" providerId="ADAL" clId="{4BCD3278-353E-4171-B877-06D97E4A9517}" dt="2025-02-16T15:17:23.057" v="1246" actId="1035"/>
          <ac:grpSpMkLst>
            <pc:docMk/>
            <pc:sldMk cId="1731897258" sldId="2147347745"/>
            <ac:grpSpMk id="21" creationId="{E4F07230-A045-CE1D-6FD9-74CD93EDBA77}"/>
          </ac:grpSpMkLst>
        </pc:grpChg>
        <pc:grpChg chg="mod">
          <ac:chgData name="Mukherjee, Shouvik" userId="8a0946e8-3a6b-4d5c-947d-73f4cd578335" providerId="ADAL" clId="{4BCD3278-353E-4171-B877-06D97E4A9517}" dt="2025-02-16T15:17:23.057" v="1246" actId="1035"/>
          <ac:grpSpMkLst>
            <pc:docMk/>
            <pc:sldMk cId="1731897258" sldId="2147347745"/>
            <ac:grpSpMk id="22" creationId="{6C86D76D-C720-50C1-9A35-74073FD2DBE3}"/>
          </ac:grpSpMkLst>
        </pc:grpChg>
        <pc:grpChg chg="mod">
          <ac:chgData name="Mukherjee, Shouvik" userId="8a0946e8-3a6b-4d5c-947d-73f4cd578335" providerId="ADAL" clId="{4BCD3278-353E-4171-B877-06D97E4A9517}" dt="2025-02-16T15:17:23.057" v="1246" actId="1035"/>
          <ac:grpSpMkLst>
            <pc:docMk/>
            <pc:sldMk cId="1731897258" sldId="2147347745"/>
            <ac:grpSpMk id="24" creationId="{4923A4FC-093E-E0F5-7E3D-4833B63925A2}"/>
          </ac:grpSpMkLst>
        </pc:grpChg>
        <pc:grpChg chg="mod">
          <ac:chgData name="Mukherjee, Shouvik" userId="8a0946e8-3a6b-4d5c-947d-73f4cd578335" providerId="ADAL" clId="{4BCD3278-353E-4171-B877-06D97E4A9517}" dt="2025-02-16T15:26:01.991" v="1370" actId="404"/>
          <ac:grpSpMkLst>
            <pc:docMk/>
            <pc:sldMk cId="1731897258" sldId="2147347745"/>
            <ac:grpSpMk id="26" creationId="{FD09B04B-9D75-BDB5-6839-268550155386}"/>
          </ac:grpSpMkLst>
        </pc:grpChg>
        <pc:grpChg chg="mod">
          <ac:chgData name="Mukherjee, Shouvik" userId="8a0946e8-3a6b-4d5c-947d-73f4cd578335" providerId="ADAL" clId="{4BCD3278-353E-4171-B877-06D97E4A9517}" dt="2025-02-16T15:26:01.991" v="1370" actId="404"/>
          <ac:grpSpMkLst>
            <pc:docMk/>
            <pc:sldMk cId="1731897258" sldId="2147347745"/>
            <ac:grpSpMk id="46" creationId="{9CE8EBB7-9883-0422-74B9-877B6A1A5D7A}"/>
          </ac:grpSpMkLst>
        </pc:grpChg>
        <pc:grpChg chg="mod">
          <ac:chgData name="Mukherjee, Shouvik" userId="8a0946e8-3a6b-4d5c-947d-73f4cd578335" providerId="ADAL" clId="{4BCD3278-353E-4171-B877-06D97E4A9517}" dt="2025-02-16T15:26:01.991" v="1370" actId="404"/>
          <ac:grpSpMkLst>
            <pc:docMk/>
            <pc:sldMk cId="1731897258" sldId="2147347745"/>
            <ac:grpSpMk id="470" creationId="{49AA9E8B-71BF-8F59-436F-68808FF0BEF6}"/>
          </ac:grpSpMkLst>
        </pc:grpChg>
        <pc:grpChg chg="mod">
          <ac:chgData name="Mukherjee, Shouvik" userId="8a0946e8-3a6b-4d5c-947d-73f4cd578335" providerId="ADAL" clId="{4BCD3278-353E-4171-B877-06D97E4A9517}" dt="2025-02-16T15:26:01.991" v="1370" actId="404"/>
          <ac:grpSpMkLst>
            <pc:docMk/>
            <pc:sldMk cId="1731897258" sldId="2147347745"/>
            <ac:grpSpMk id="514" creationId="{98E390AB-56BF-1DE8-4421-BC92EC52AD41}"/>
          </ac:grpSpMkLst>
        </pc:grpChg>
        <pc:grpChg chg="mod">
          <ac:chgData name="Mukherjee, Shouvik" userId="8a0946e8-3a6b-4d5c-947d-73f4cd578335" providerId="ADAL" clId="{4BCD3278-353E-4171-B877-06D97E4A9517}" dt="2025-02-16T15:26:01.991" v="1370" actId="404"/>
          <ac:grpSpMkLst>
            <pc:docMk/>
            <pc:sldMk cId="1731897258" sldId="2147347745"/>
            <ac:grpSpMk id="555" creationId="{4386F1D1-D90E-1301-276D-6B206D80D737}"/>
          </ac:grpSpMkLst>
        </pc:grpChg>
        <pc:grpChg chg="mod">
          <ac:chgData name="Mukherjee, Shouvik" userId="8a0946e8-3a6b-4d5c-947d-73f4cd578335" providerId="ADAL" clId="{4BCD3278-353E-4171-B877-06D97E4A9517}" dt="2025-02-16T15:26:01.991" v="1370" actId="404"/>
          <ac:grpSpMkLst>
            <pc:docMk/>
            <pc:sldMk cId="1731897258" sldId="2147347745"/>
            <ac:grpSpMk id="573" creationId="{0727AAB6-5628-245E-3ADA-56C7BCF850A8}"/>
          </ac:grpSpMkLst>
        </pc:grpChg>
        <pc:grpChg chg="mod">
          <ac:chgData name="Mukherjee, Shouvik" userId="8a0946e8-3a6b-4d5c-947d-73f4cd578335" providerId="ADAL" clId="{4BCD3278-353E-4171-B877-06D97E4A9517}" dt="2025-02-16T15:26:01.991" v="1370" actId="404"/>
          <ac:grpSpMkLst>
            <pc:docMk/>
            <pc:sldMk cId="1731897258" sldId="2147347745"/>
            <ac:grpSpMk id="580" creationId="{4C67C5F8-4AB7-B967-316B-92A9C7067AF9}"/>
          </ac:grpSpMkLst>
        </pc:grpChg>
        <pc:grpChg chg="mod">
          <ac:chgData name="Mukherjee, Shouvik" userId="8a0946e8-3a6b-4d5c-947d-73f4cd578335" providerId="ADAL" clId="{4BCD3278-353E-4171-B877-06D97E4A9517}" dt="2025-02-16T15:26:01.991" v="1370" actId="404"/>
          <ac:grpSpMkLst>
            <pc:docMk/>
            <pc:sldMk cId="1731897258" sldId="2147347745"/>
            <ac:grpSpMk id="583" creationId="{E71FB2EE-8DC2-3043-5F58-E5BE110AB2E0}"/>
          </ac:grpSpMkLst>
        </pc:grpChg>
        <pc:grpChg chg="mod">
          <ac:chgData name="Mukherjee, Shouvik" userId="8a0946e8-3a6b-4d5c-947d-73f4cd578335" providerId="ADAL" clId="{4BCD3278-353E-4171-B877-06D97E4A9517}" dt="2025-02-16T15:26:01.991" v="1370" actId="404"/>
          <ac:grpSpMkLst>
            <pc:docMk/>
            <pc:sldMk cId="1731897258" sldId="2147347745"/>
            <ac:grpSpMk id="603" creationId="{0EFD638B-BFC0-A8D3-00B5-6C7B4837260C}"/>
          </ac:grpSpMkLst>
        </pc:grpChg>
        <pc:grpChg chg="mod">
          <ac:chgData name="Mukherjee, Shouvik" userId="8a0946e8-3a6b-4d5c-947d-73f4cd578335" providerId="ADAL" clId="{4BCD3278-353E-4171-B877-06D97E4A9517}" dt="2025-02-16T15:17:23.057" v="1246" actId="1035"/>
          <ac:grpSpMkLst>
            <pc:docMk/>
            <pc:sldMk cId="1731897258" sldId="2147347745"/>
            <ac:grpSpMk id="605" creationId="{A95822F3-7C26-161C-6EF1-B8697D7627F0}"/>
          </ac:grpSpMkLst>
        </pc:grpChg>
        <pc:grpChg chg="mod">
          <ac:chgData name="Mukherjee, Shouvik" userId="8a0946e8-3a6b-4d5c-947d-73f4cd578335" providerId="ADAL" clId="{4BCD3278-353E-4171-B877-06D97E4A9517}" dt="2025-02-16T15:17:23.057" v="1246" actId="1035"/>
          <ac:grpSpMkLst>
            <pc:docMk/>
            <pc:sldMk cId="1731897258" sldId="2147347745"/>
            <ac:grpSpMk id="606" creationId="{F4E13CE3-9C6F-50DE-CCCE-472F6A1816BF}"/>
          </ac:grpSpMkLst>
        </pc:grpChg>
        <pc:grpChg chg="mod">
          <ac:chgData name="Mukherjee, Shouvik" userId="8a0946e8-3a6b-4d5c-947d-73f4cd578335" providerId="ADAL" clId="{4BCD3278-353E-4171-B877-06D97E4A9517}" dt="2025-02-16T15:17:23.057" v="1246" actId="1035"/>
          <ac:grpSpMkLst>
            <pc:docMk/>
            <pc:sldMk cId="1731897258" sldId="2147347745"/>
            <ac:grpSpMk id="607" creationId="{45DD800B-27F6-959A-F9D5-86E872102A7A}"/>
          </ac:grpSpMkLst>
        </pc:grpChg>
        <pc:grpChg chg="mod">
          <ac:chgData name="Mukherjee, Shouvik" userId="8a0946e8-3a6b-4d5c-947d-73f4cd578335" providerId="ADAL" clId="{4BCD3278-353E-4171-B877-06D97E4A9517}" dt="2025-02-16T15:17:23.057" v="1246" actId="1035"/>
          <ac:grpSpMkLst>
            <pc:docMk/>
            <pc:sldMk cId="1731897258" sldId="2147347745"/>
            <ac:grpSpMk id="608" creationId="{6F953747-8899-6D0B-99F6-45F68BCD85B9}"/>
          </ac:grpSpMkLst>
        </pc:grpChg>
        <pc:grpChg chg="mod">
          <ac:chgData name="Mukherjee, Shouvik" userId="8a0946e8-3a6b-4d5c-947d-73f4cd578335" providerId="ADAL" clId="{4BCD3278-353E-4171-B877-06D97E4A9517}" dt="2025-02-16T15:26:01.991" v="1370" actId="404"/>
          <ac:grpSpMkLst>
            <pc:docMk/>
            <pc:sldMk cId="1731897258" sldId="2147347745"/>
            <ac:grpSpMk id="623" creationId="{9E645448-CD44-4F7F-9DB3-CA8F93573FE6}"/>
          </ac:grpSpMkLst>
        </pc:grpChg>
        <pc:grpChg chg="mod">
          <ac:chgData name="Mukherjee, Shouvik" userId="8a0946e8-3a6b-4d5c-947d-73f4cd578335" providerId="ADAL" clId="{4BCD3278-353E-4171-B877-06D97E4A9517}" dt="2025-02-16T15:17:23.057" v="1246" actId="1035"/>
          <ac:grpSpMkLst>
            <pc:docMk/>
            <pc:sldMk cId="1731897258" sldId="2147347745"/>
            <ac:grpSpMk id="624" creationId="{2FCFAA5E-630F-BD78-5663-6EE666B720A2}"/>
          </ac:grpSpMkLst>
        </pc:grpChg>
        <pc:grpChg chg="mod">
          <ac:chgData name="Mukherjee, Shouvik" userId="8a0946e8-3a6b-4d5c-947d-73f4cd578335" providerId="ADAL" clId="{4BCD3278-353E-4171-B877-06D97E4A9517}" dt="2025-02-16T15:17:23.057" v="1246" actId="1035"/>
          <ac:grpSpMkLst>
            <pc:docMk/>
            <pc:sldMk cId="1731897258" sldId="2147347745"/>
            <ac:grpSpMk id="625" creationId="{05AB3063-B387-17E9-1354-36EAB55A60B1}"/>
          </ac:grpSpMkLst>
        </pc:grpChg>
        <pc:grpChg chg="mod">
          <ac:chgData name="Mukherjee, Shouvik" userId="8a0946e8-3a6b-4d5c-947d-73f4cd578335" providerId="ADAL" clId="{4BCD3278-353E-4171-B877-06D97E4A9517}" dt="2025-02-16T15:17:23.057" v="1246" actId="1035"/>
          <ac:grpSpMkLst>
            <pc:docMk/>
            <pc:sldMk cId="1731897258" sldId="2147347745"/>
            <ac:grpSpMk id="626" creationId="{AE5222DF-6001-4EAC-D5CE-5DE44E3EEC18}"/>
          </ac:grpSpMkLst>
        </pc:grpChg>
        <pc:grpChg chg="mod">
          <ac:chgData name="Mukherjee, Shouvik" userId="8a0946e8-3a6b-4d5c-947d-73f4cd578335" providerId="ADAL" clId="{4BCD3278-353E-4171-B877-06D97E4A9517}" dt="2025-02-16T15:17:23.057" v="1246" actId="1035"/>
          <ac:grpSpMkLst>
            <pc:docMk/>
            <pc:sldMk cId="1731897258" sldId="2147347745"/>
            <ac:grpSpMk id="627" creationId="{0316F609-A43A-49EF-F278-F78EF748A611}"/>
          </ac:grpSpMkLst>
        </pc:grpChg>
        <pc:grpChg chg="mod">
          <ac:chgData name="Mukherjee, Shouvik" userId="8a0946e8-3a6b-4d5c-947d-73f4cd578335" providerId="ADAL" clId="{4BCD3278-353E-4171-B877-06D97E4A9517}" dt="2025-02-16T15:17:23.057" v="1246" actId="1035"/>
          <ac:grpSpMkLst>
            <pc:docMk/>
            <pc:sldMk cId="1731897258" sldId="2147347745"/>
            <ac:grpSpMk id="637" creationId="{662AA1DA-1745-0EBD-9726-9970C985375B}"/>
          </ac:grpSpMkLst>
        </pc:grpChg>
        <pc:grpChg chg="mod">
          <ac:chgData name="Mukherjee, Shouvik" userId="8a0946e8-3a6b-4d5c-947d-73f4cd578335" providerId="ADAL" clId="{4BCD3278-353E-4171-B877-06D97E4A9517}" dt="2025-02-16T15:17:23.057" v="1246" actId="1035"/>
          <ac:grpSpMkLst>
            <pc:docMk/>
            <pc:sldMk cId="1731897258" sldId="2147347745"/>
            <ac:grpSpMk id="638" creationId="{7C79086D-CD32-2034-2CA0-01ADD907C4A0}"/>
          </ac:grpSpMkLst>
        </pc:grpChg>
        <pc:grpChg chg="mod">
          <ac:chgData name="Mukherjee, Shouvik" userId="8a0946e8-3a6b-4d5c-947d-73f4cd578335" providerId="ADAL" clId="{4BCD3278-353E-4171-B877-06D97E4A9517}" dt="2025-02-16T15:26:01.991" v="1370" actId="404"/>
          <ac:grpSpMkLst>
            <pc:docMk/>
            <pc:sldMk cId="1731897258" sldId="2147347745"/>
            <ac:grpSpMk id="653" creationId="{4026CF28-E81D-C38A-6858-18B0A5C67A66}"/>
          </ac:grpSpMkLst>
        </pc:grpChg>
        <pc:grpChg chg="mod">
          <ac:chgData name="Mukherjee, Shouvik" userId="8a0946e8-3a6b-4d5c-947d-73f4cd578335" providerId="ADAL" clId="{4BCD3278-353E-4171-B877-06D97E4A9517}" dt="2025-02-16T15:26:01.991" v="1370" actId="404"/>
          <ac:grpSpMkLst>
            <pc:docMk/>
            <pc:sldMk cId="1731897258" sldId="2147347745"/>
            <ac:grpSpMk id="658" creationId="{D61C1714-22C9-ADD5-0444-F41998E2542E}"/>
          </ac:grpSpMkLst>
        </pc:grpChg>
        <pc:grpChg chg="mod">
          <ac:chgData name="Mukherjee, Shouvik" userId="8a0946e8-3a6b-4d5c-947d-73f4cd578335" providerId="ADAL" clId="{4BCD3278-353E-4171-B877-06D97E4A9517}" dt="2025-02-16T15:26:01.991" v="1370" actId="404"/>
          <ac:grpSpMkLst>
            <pc:docMk/>
            <pc:sldMk cId="1731897258" sldId="2147347745"/>
            <ac:grpSpMk id="665" creationId="{48CE800D-7293-ABE2-B230-B4226D85A43C}"/>
          </ac:grpSpMkLst>
        </pc:grpChg>
        <pc:grpChg chg="mod">
          <ac:chgData name="Mukherjee, Shouvik" userId="8a0946e8-3a6b-4d5c-947d-73f4cd578335" providerId="ADAL" clId="{4BCD3278-353E-4171-B877-06D97E4A9517}" dt="2025-02-16T15:17:23.057" v="1246" actId="1035"/>
          <ac:grpSpMkLst>
            <pc:docMk/>
            <pc:sldMk cId="1731897258" sldId="2147347745"/>
            <ac:grpSpMk id="669" creationId="{9724B394-A035-F69D-71BE-A90B75B8F61C}"/>
          </ac:grpSpMkLst>
        </pc:grpChg>
        <pc:grpChg chg="mod">
          <ac:chgData name="Mukherjee, Shouvik" userId="8a0946e8-3a6b-4d5c-947d-73f4cd578335" providerId="ADAL" clId="{4BCD3278-353E-4171-B877-06D97E4A9517}" dt="2025-02-16T15:26:01.991" v="1370" actId="404"/>
          <ac:grpSpMkLst>
            <pc:docMk/>
            <pc:sldMk cId="1731897258" sldId="2147347745"/>
            <ac:grpSpMk id="690" creationId="{67D8AB00-9682-AA51-0A2A-BD2DE2BBDA01}"/>
          </ac:grpSpMkLst>
        </pc:grpChg>
        <pc:grpChg chg="mod">
          <ac:chgData name="Mukherjee, Shouvik" userId="8a0946e8-3a6b-4d5c-947d-73f4cd578335" providerId="ADAL" clId="{4BCD3278-353E-4171-B877-06D97E4A9517}" dt="2025-02-16T15:17:23.057" v="1246" actId="1035"/>
          <ac:grpSpMkLst>
            <pc:docMk/>
            <pc:sldMk cId="1731897258" sldId="2147347745"/>
            <ac:grpSpMk id="692" creationId="{1BA60AA6-E8F8-D7C6-7C64-F00A1CB48C03}"/>
          </ac:grpSpMkLst>
        </pc:grpChg>
        <pc:grpChg chg="mod">
          <ac:chgData name="Mukherjee, Shouvik" userId="8a0946e8-3a6b-4d5c-947d-73f4cd578335" providerId="ADAL" clId="{4BCD3278-353E-4171-B877-06D97E4A9517}" dt="2025-02-16T15:17:23.057" v="1246" actId="1035"/>
          <ac:grpSpMkLst>
            <pc:docMk/>
            <pc:sldMk cId="1731897258" sldId="2147347745"/>
            <ac:grpSpMk id="693" creationId="{D45675F4-195D-B4AF-6489-B9B4F4BD1B33}"/>
          </ac:grpSpMkLst>
        </pc:grpChg>
        <pc:grpChg chg="mod">
          <ac:chgData name="Mukherjee, Shouvik" userId="8a0946e8-3a6b-4d5c-947d-73f4cd578335" providerId="ADAL" clId="{4BCD3278-353E-4171-B877-06D97E4A9517}" dt="2025-02-16T15:17:23.057" v="1246" actId="1035"/>
          <ac:grpSpMkLst>
            <pc:docMk/>
            <pc:sldMk cId="1731897258" sldId="2147347745"/>
            <ac:grpSpMk id="694" creationId="{DF6D14C3-F59B-1F17-FD70-42D031651406}"/>
          </ac:grpSpMkLst>
        </pc:grpChg>
        <pc:grpChg chg="mod">
          <ac:chgData name="Mukherjee, Shouvik" userId="8a0946e8-3a6b-4d5c-947d-73f4cd578335" providerId="ADAL" clId="{4BCD3278-353E-4171-B877-06D97E4A9517}" dt="2025-02-16T15:26:01.991" v="1370" actId="404"/>
          <ac:grpSpMkLst>
            <pc:docMk/>
            <pc:sldMk cId="1731897258" sldId="2147347745"/>
            <ac:grpSpMk id="796" creationId="{D7488C84-1381-C12D-AA31-8C15853257E2}"/>
          </ac:grpSpMkLst>
        </pc:grpChg>
        <pc:grpChg chg="mod">
          <ac:chgData name="Mukherjee, Shouvik" userId="8a0946e8-3a6b-4d5c-947d-73f4cd578335" providerId="ADAL" clId="{4BCD3278-353E-4171-B877-06D97E4A9517}" dt="2025-02-16T15:17:23.057" v="1246" actId="1035"/>
          <ac:grpSpMkLst>
            <pc:docMk/>
            <pc:sldMk cId="1731897258" sldId="2147347745"/>
            <ac:grpSpMk id="847" creationId="{51615DEE-F23D-3232-C30B-6FEA6D45AEFE}"/>
          </ac:grpSpMkLst>
        </pc:grpChg>
        <pc:grpChg chg="mod">
          <ac:chgData name="Mukherjee, Shouvik" userId="8a0946e8-3a6b-4d5c-947d-73f4cd578335" providerId="ADAL" clId="{4BCD3278-353E-4171-B877-06D97E4A9517}" dt="2025-02-16T15:17:23.057" v="1246" actId="1035"/>
          <ac:grpSpMkLst>
            <pc:docMk/>
            <pc:sldMk cId="1731897258" sldId="2147347745"/>
            <ac:grpSpMk id="849" creationId="{B39E75CC-FFEC-67F8-E3B5-2C74CE0F088D}"/>
          </ac:grpSpMkLst>
        </pc:grpChg>
        <pc:grpChg chg="mod">
          <ac:chgData name="Mukherjee, Shouvik" userId="8a0946e8-3a6b-4d5c-947d-73f4cd578335" providerId="ADAL" clId="{4BCD3278-353E-4171-B877-06D97E4A9517}" dt="2025-02-16T15:17:23.057" v="1246" actId="1035"/>
          <ac:grpSpMkLst>
            <pc:docMk/>
            <pc:sldMk cId="1731897258" sldId="2147347745"/>
            <ac:grpSpMk id="851" creationId="{645D0A1F-D011-0F71-5F41-435EF5E2E5E2}"/>
          </ac:grpSpMkLst>
        </pc:grpChg>
        <pc:grpChg chg="mod">
          <ac:chgData name="Mukherjee, Shouvik" userId="8a0946e8-3a6b-4d5c-947d-73f4cd578335" providerId="ADAL" clId="{4BCD3278-353E-4171-B877-06D97E4A9517}" dt="2025-02-16T15:17:23.057" v="1246" actId="1035"/>
          <ac:grpSpMkLst>
            <pc:docMk/>
            <pc:sldMk cId="1731897258" sldId="2147347745"/>
            <ac:grpSpMk id="853" creationId="{62F18073-5E69-A728-06BF-989A67A16FE4}"/>
          </ac:grpSpMkLst>
        </pc:grpChg>
        <pc:grpChg chg="mod">
          <ac:chgData name="Mukherjee, Shouvik" userId="8a0946e8-3a6b-4d5c-947d-73f4cd578335" providerId="ADAL" clId="{4BCD3278-353E-4171-B877-06D97E4A9517}" dt="2025-02-16T15:17:23.057" v="1246" actId="1035"/>
          <ac:grpSpMkLst>
            <pc:docMk/>
            <pc:sldMk cId="1731897258" sldId="2147347745"/>
            <ac:grpSpMk id="855" creationId="{FDE712B7-AD13-78E2-4BDE-9E5400B7779B}"/>
          </ac:grpSpMkLst>
        </pc:grpChg>
        <pc:grpChg chg="mod">
          <ac:chgData name="Mukherjee, Shouvik" userId="8a0946e8-3a6b-4d5c-947d-73f4cd578335" providerId="ADAL" clId="{4BCD3278-353E-4171-B877-06D97E4A9517}" dt="2025-02-16T15:17:23.057" v="1246" actId="1035"/>
          <ac:grpSpMkLst>
            <pc:docMk/>
            <pc:sldMk cId="1731897258" sldId="2147347745"/>
            <ac:grpSpMk id="859" creationId="{34320940-E225-1ACC-1E63-C714299FBABB}"/>
          </ac:grpSpMkLst>
        </pc:grpChg>
        <pc:grpChg chg="mod">
          <ac:chgData name="Mukherjee, Shouvik" userId="8a0946e8-3a6b-4d5c-947d-73f4cd578335" providerId="ADAL" clId="{4BCD3278-353E-4171-B877-06D97E4A9517}" dt="2025-02-16T15:26:01.991" v="1370" actId="404"/>
          <ac:grpSpMkLst>
            <pc:docMk/>
            <pc:sldMk cId="1731897258" sldId="2147347745"/>
            <ac:grpSpMk id="881" creationId="{1EE41D3D-778B-43EC-F8FA-C57B17C76C2A}"/>
          </ac:grpSpMkLst>
        </pc:grpChg>
        <pc:grpChg chg="mod">
          <ac:chgData name="Mukherjee, Shouvik" userId="8a0946e8-3a6b-4d5c-947d-73f4cd578335" providerId="ADAL" clId="{4BCD3278-353E-4171-B877-06D97E4A9517}" dt="2025-02-16T15:26:01.991" v="1370" actId="404"/>
          <ac:grpSpMkLst>
            <pc:docMk/>
            <pc:sldMk cId="1731897258" sldId="2147347745"/>
            <ac:grpSpMk id="885" creationId="{3E0BF49A-E781-75ED-01E4-5EB445DB9F0C}"/>
          </ac:grpSpMkLst>
        </pc:grpChg>
        <pc:cxnChg chg="mod">
          <ac:chgData name="Mukherjee, Shouvik" userId="8a0946e8-3a6b-4d5c-947d-73f4cd578335" providerId="ADAL" clId="{4BCD3278-353E-4171-B877-06D97E4A9517}" dt="2025-02-16T15:17:23.057" v="1246" actId="1035"/>
          <ac:cxnSpMkLst>
            <pc:docMk/>
            <pc:sldMk cId="1731897258" sldId="2147347745"/>
            <ac:cxnSpMk id="9" creationId="{632495EF-C8D2-BC69-77EE-7E72CD96E789}"/>
          </ac:cxnSpMkLst>
        </pc:cxnChg>
        <pc:cxnChg chg="mod">
          <ac:chgData name="Mukherjee, Shouvik" userId="8a0946e8-3a6b-4d5c-947d-73f4cd578335" providerId="ADAL" clId="{4BCD3278-353E-4171-B877-06D97E4A9517}" dt="2025-02-16T15:26:01.991" v="1370" actId="404"/>
          <ac:cxnSpMkLst>
            <pc:docMk/>
            <pc:sldMk cId="1731897258" sldId="2147347745"/>
            <ac:cxnSpMk id="23" creationId="{353B310A-FC2C-28CE-38AB-9B5A93F9A567}"/>
          </ac:cxnSpMkLst>
        </pc:cxnChg>
        <pc:cxnChg chg="mod">
          <ac:chgData name="Mukherjee, Shouvik" userId="8a0946e8-3a6b-4d5c-947d-73f4cd578335" providerId="ADAL" clId="{4BCD3278-353E-4171-B877-06D97E4A9517}" dt="2025-02-16T15:26:01.991" v="1370" actId="404"/>
          <ac:cxnSpMkLst>
            <pc:docMk/>
            <pc:sldMk cId="1731897258" sldId="2147347745"/>
            <ac:cxnSpMk id="25" creationId="{0F42295B-99A9-8739-B4B4-1301DC499BC3}"/>
          </ac:cxnSpMkLst>
        </pc:cxnChg>
        <pc:cxnChg chg="add mod">
          <ac:chgData name="Mukherjee, Shouvik" userId="8a0946e8-3a6b-4d5c-947d-73f4cd578335" providerId="ADAL" clId="{4BCD3278-353E-4171-B877-06D97E4A9517}" dt="2025-02-16T15:26:25.265" v="1385" actId="1036"/>
          <ac:cxnSpMkLst>
            <pc:docMk/>
            <pc:sldMk cId="1731897258" sldId="2147347745"/>
            <ac:cxnSpMk id="27" creationId="{94F44728-EA89-5982-CA15-76CBAA4E2FDB}"/>
          </ac:cxnSpMkLst>
        </pc:cxnChg>
        <pc:cxnChg chg="mod">
          <ac:chgData name="Mukherjee, Shouvik" userId="8a0946e8-3a6b-4d5c-947d-73f4cd578335" providerId="ADAL" clId="{4BCD3278-353E-4171-B877-06D97E4A9517}" dt="2025-02-16T15:26:01.991" v="1370" actId="404"/>
          <ac:cxnSpMkLst>
            <pc:docMk/>
            <pc:sldMk cId="1731897258" sldId="2147347745"/>
            <ac:cxnSpMk id="592" creationId="{AC72C2A7-437D-6689-9EE5-12BD3B3DD80F}"/>
          </ac:cxnSpMkLst>
        </pc:cxnChg>
        <pc:cxnChg chg="mod">
          <ac:chgData name="Mukherjee, Shouvik" userId="8a0946e8-3a6b-4d5c-947d-73f4cd578335" providerId="ADAL" clId="{4BCD3278-353E-4171-B877-06D97E4A9517}" dt="2025-02-16T15:26:01.991" v="1370" actId="404"/>
          <ac:cxnSpMkLst>
            <pc:docMk/>
            <pc:sldMk cId="1731897258" sldId="2147347745"/>
            <ac:cxnSpMk id="593" creationId="{45632EA5-2630-F1F7-291D-9C2E11CCFBE0}"/>
          </ac:cxnSpMkLst>
        </pc:cxnChg>
        <pc:cxnChg chg="mod">
          <ac:chgData name="Mukherjee, Shouvik" userId="8a0946e8-3a6b-4d5c-947d-73f4cd578335" providerId="ADAL" clId="{4BCD3278-353E-4171-B877-06D97E4A9517}" dt="2025-02-16T15:17:23.057" v="1246" actId="1035"/>
          <ac:cxnSpMkLst>
            <pc:docMk/>
            <pc:sldMk cId="1731897258" sldId="2147347745"/>
            <ac:cxnSpMk id="798" creationId="{06B67DA6-D12E-4D0A-079C-FE735E4C311D}"/>
          </ac:cxnSpMkLst>
        </pc:cxnChg>
      </pc:sldChg>
      <pc:sldChg chg="addSp delSp modSp mod">
        <pc:chgData name="Mukherjee, Shouvik" userId="8a0946e8-3a6b-4d5c-947d-73f4cd578335" providerId="ADAL" clId="{4BCD3278-353E-4171-B877-06D97E4A9517}" dt="2025-02-16T15:07:29.767" v="1229" actId="20577"/>
        <pc:sldMkLst>
          <pc:docMk/>
          <pc:sldMk cId="3089118451" sldId="2147347746"/>
        </pc:sldMkLst>
        <pc:spChg chg="mod">
          <ac:chgData name="Mukherjee, Shouvik" userId="8a0946e8-3a6b-4d5c-947d-73f4cd578335" providerId="ADAL" clId="{4BCD3278-353E-4171-B877-06D97E4A9517}" dt="2025-02-16T14:09:02.971" v="55" actId="20577"/>
          <ac:spMkLst>
            <pc:docMk/>
            <pc:sldMk cId="3089118451" sldId="2147347746"/>
            <ac:spMk id="3" creationId="{2F6591A4-166D-D006-A6AA-191A37B3A947}"/>
          </ac:spMkLst>
        </pc:spChg>
        <pc:spChg chg="add mod">
          <ac:chgData name="Mukherjee, Shouvik" userId="8a0946e8-3a6b-4d5c-947d-73f4cd578335" providerId="ADAL" clId="{4BCD3278-353E-4171-B877-06D97E4A9517}" dt="2025-02-16T14:21:29.867" v="113" actId="1076"/>
          <ac:spMkLst>
            <pc:docMk/>
            <pc:sldMk cId="3089118451" sldId="2147347746"/>
            <ac:spMk id="45" creationId="{3DE8ABA5-E3C0-11F7-9C24-37E96A26AB83}"/>
          </ac:spMkLst>
        </pc:spChg>
        <pc:spChg chg="add mod">
          <ac:chgData name="Mukherjee, Shouvik" userId="8a0946e8-3a6b-4d5c-947d-73f4cd578335" providerId="ADAL" clId="{4BCD3278-353E-4171-B877-06D97E4A9517}" dt="2025-02-16T14:16:35.237" v="97" actId="404"/>
          <ac:spMkLst>
            <pc:docMk/>
            <pc:sldMk cId="3089118451" sldId="2147347746"/>
            <ac:spMk id="49" creationId="{A37DFC7D-C9CA-3C3C-9979-A3C56C70C47E}"/>
          </ac:spMkLst>
        </pc:spChg>
        <pc:spChg chg="add mod">
          <ac:chgData name="Mukherjee, Shouvik" userId="8a0946e8-3a6b-4d5c-947d-73f4cd578335" providerId="ADAL" clId="{4BCD3278-353E-4171-B877-06D97E4A9517}" dt="2025-02-16T14:21:16.135" v="110" actId="1076"/>
          <ac:spMkLst>
            <pc:docMk/>
            <pc:sldMk cId="3089118451" sldId="2147347746"/>
            <ac:spMk id="51" creationId="{9FF81C3D-87E6-461C-39A1-5DFB44C66653}"/>
          </ac:spMkLst>
        </pc:spChg>
        <pc:spChg chg="add mod">
          <ac:chgData name="Mukherjee, Shouvik" userId="8a0946e8-3a6b-4d5c-947d-73f4cd578335" providerId="ADAL" clId="{4BCD3278-353E-4171-B877-06D97E4A9517}" dt="2025-02-16T14:22:58.246" v="128" actId="1076"/>
          <ac:spMkLst>
            <pc:docMk/>
            <pc:sldMk cId="3089118451" sldId="2147347746"/>
            <ac:spMk id="58" creationId="{31D3D1F3-0CA1-A3A4-0194-64E77E3F56D0}"/>
          </ac:spMkLst>
        </pc:spChg>
        <pc:spChg chg="mod">
          <ac:chgData name="Mukherjee, Shouvik" userId="8a0946e8-3a6b-4d5c-947d-73f4cd578335" providerId="ADAL" clId="{4BCD3278-353E-4171-B877-06D97E4A9517}" dt="2025-02-16T14:08:21.389" v="31" actId="14100"/>
          <ac:spMkLst>
            <pc:docMk/>
            <pc:sldMk cId="3089118451" sldId="2147347746"/>
            <ac:spMk id="455" creationId="{81A2135E-A4B1-F51A-F76D-EB3D35CB225B}"/>
          </ac:spMkLst>
        </pc:spChg>
        <pc:spChg chg="mod">
          <ac:chgData name="Mukherjee, Shouvik" userId="8a0946e8-3a6b-4d5c-947d-73f4cd578335" providerId="ADAL" clId="{4BCD3278-353E-4171-B877-06D97E4A9517}" dt="2025-02-16T15:07:29.767" v="1229" actId="20577"/>
          <ac:spMkLst>
            <pc:docMk/>
            <pc:sldMk cId="3089118451" sldId="2147347746"/>
            <ac:spMk id="463" creationId="{3ED0CD0C-7487-2C60-9ABD-31BBF4B1A9DB}"/>
          </ac:spMkLst>
        </pc:spChg>
        <pc:spChg chg="del">
          <ac:chgData name="Mukherjee, Shouvik" userId="8a0946e8-3a6b-4d5c-947d-73f4cd578335" providerId="ADAL" clId="{4BCD3278-353E-4171-B877-06D97E4A9517}" dt="2025-02-16T14:08:00.817" v="26" actId="478"/>
          <ac:spMkLst>
            <pc:docMk/>
            <pc:sldMk cId="3089118451" sldId="2147347746"/>
            <ac:spMk id="468" creationId="{A64CF929-896B-D5E6-8561-8302C0F874E2}"/>
          </ac:spMkLst>
        </pc:spChg>
        <pc:grpChg chg="del">
          <ac:chgData name="Mukherjee, Shouvik" userId="8a0946e8-3a6b-4d5c-947d-73f4cd578335" providerId="ADAL" clId="{4BCD3278-353E-4171-B877-06D97E4A9517}" dt="2025-02-16T14:08:03.303" v="27" actId="478"/>
          <ac:grpSpMkLst>
            <pc:docMk/>
            <pc:sldMk cId="3089118451" sldId="2147347746"/>
            <ac:grpSpMk id="465" creationId="{59095C89-8E6A-FF52-8881-3D5446E196F9}"/>
          </ac:grpSpMkLst>
        </pc:grpChg>
        <pc:graphicFrameChg chg="mod">
          <ac:chgData name="Mukherjee, Shouvik" userId="8a0946e8-3a6b-4d5c-947d-73f4cd578335" providerId="ADAL" clId="{4BCD3278-353E-4171-B877-06D97E4A9517}" dt="2025-02-16T14:17:06.806" v="101"/>
          <ac:graphicFrameMkLst>
            <pc:docMk/>
            <pc:sldMk cId="3089118451" sldId="2147347746"/>
            <ac:graphicFrameMk id="26" creationId="{E33E5B11-444B-5E99-29E6-104FF7ABE72C}"/>
          </ac:graphicFrameMkLst>
        </pc:graphicFrameChg>
        <pc:cxnChg chg="add mod">
          <ac:chgData name="Mukherjee, Shouvik" userId="8a0946e8-3a6b-4d5c-947d-73f4cd578335" providerId="ADAL" clId="{4BCD3278-353E-4171-B877-06D97E4A9517}" dt="2025-02-16T14:21:23.400" v="111" actId="14100"/>
          <ac:cxnSpMkLst>
            <pc:docMk/>
            <pc:sldMk cId="3089118451" sldId="2147347746"/>
            <ac:cxnSpMk id="40" creationId="{8146F425-6EB4-C4F1-FA82-94DFBCFBB7B1}"/>
          </ac:cxnSpMkLst>
        </pc:cxnChg>
        <pc:cxnChg chg="add mod">
          <ac:chgData name="Mukherjee, Shouvik" userId="8a0946e8-3a6b-4d5c-947d-73f4cd578335" providerId="ADAL" clId="{4BCD3278-353E-4171-B877-06D97E4A9517}" dt="2025-02-16T14:15:40.067" v="84" actId="14100"/>
          <ac:cxnSpMkLst>
            <pc:docMk/>
            <pc:sldMk cId="3089118451" sldId="2147347746"/>
            <ac:cxnSpMk id="46" creationId="{81AD53E3-C0B2-338C-F041-268F87F815AB}"/>
          </ac:cxnSpMkLst>
        </pc:cxnChg>
        <pc:cxnChg chg="add mod">
          <ac:chgData name="Mukherjee, Shouvik" userId="8a0946e8-3a6b-4d5c-947d-73f4cd578335" providerId="ADAL" clId="{4BCD3278-353E-4171-B877-06D97E4A9517}" dt="2025-02-16T14:21:08.275" v="108" actId="14100"/>
          <ac:cxnSpMkLst>
            <pc:docMk/>
            <pc:sldMk cId="3089118451" sldId="2147347746"/>
            <ac:cxnSpMk id="50" creationId="{D474428B-B9DE-7527-4970-9C97FBE1B51A}"/>
          </ac:cxnSpMkLst>
        </pc:cxnChg>
        <pc:cxnChg chg="add mod">
          <ac:chgData name="Mukherjee, Shouvik" userId="8a0946e8-3a6b-4d5c-947d-73f4cd578335" providerId="ADAL" clId="{4BCD3278-353E-4171-B877-06D97E4A9517}" dt="2025-02-16T14:22:05.986" v="118" actId="14100"/>
          <ac:cxnSpMkLst>
            <pc:docMk/>
            <pc:sldMk cId="3089118451" sldId="2147347746"/>
            <ac:cxnSpMk id="54" creationId="{BA21CE2E-B556-B0C6-2868-C4118811E83E}"/>
          </ac:cxnSpMkLst>
        </pc:cxnChg>
        <pc:cxnChg chg="mod">
          <ac:chgData name="Mukherjee, Shouvik" userId="8a0946e8-3a6b-4d5c-947d-73f4cd578335" providerId="ADAL" clId="{4BCD3278-353E-4171-B877-06D97E4A9517}" dt="2025-02-16T14:08:30.145" v="33" actId="14100"/>
          <ac:cxnSpMkLst>
            <pc:docMk/>
            <pc:sldMk cId="3089118451" sldId="2147347746"/>
            <ac:cxnSpMk id="462" creationId="{0503256E-8573-50C6-1DB3-A45E600FFDAF}"/>
          </ac:cxnSpMkLst>
        </pc:cxnChg>
      </pc:sldChg>
    </pc:docChg>
  </pc:docChgLst>
  <pc:docChgLst>
    <pc:chgData name="Gupta, Navin" userId="f3b478f9-c7b2-43db-a4d9-e9749b0f3ead" providerId="ADAL" clId="{D433EDBD-7339-4DD6-AA66-A324697CF69C}"/>
    <pc:docChg chg="modSld">
      <pc:chgData name="Gupta, Navin" userId="f3b478f9-c7b2-43db-a4d9-e9749b0f3ead" providerId="ADAL" clId="{D433EDBD-7339-4DD6-AA66-A324697CF69C}" dt="2022-04-11T14:10:39.599" v="0" actId="1076"/>
      <pc:docMkLst>
        <pc:docMk/>
      </pc:docMkLst>
      <pc:sldChg chg="modSp mod">
        <pc:chgData name="Gupta, Navin" userId="f3b478f9-c7b2-43db-a4d9-e9749b0f3ead" providerId="ADAL" clId="{D433EDBD-7339-4DD6-AA66-A324697CF69C}" dt="2022-04-11T14:10:39.599" v="0" actId="1076"/>
        <pc:sldMkLst>
          <pc:docMk/>
          <pc:sldMk cId="1578207050" sldId="494"/>
        </pc:sldMkLst>
        <pc:cxnChg chg="mod">
          <ac:chgData name="Gupta, Navin" userId="f3b478f9-c7b2-43db-a4d9-e9749b0f3ead" providerId="ADAL" clId="{D433EDBD-7339-4DD6-AA66-A324697CF69C}" dt="2022-04-11T14:10:39.599" v="0" actId="1076"/>
          <ac:cxnSpMkLst>
            <pc:docMk/>
            <pc:sldMk cId="1578207050" sldId="494"/>
            <ac:cxnSpMk id="7" creationId="{00000000-0000-0000-0000-000000000000}"/>
          </ac:cxnSpMkLst>
        </pc:cxnChg>
      </pc:sldChg>
    </pc:docChg>
  </pc:docChgLst>
  <pc:docChgLst>
    <pc:chgData name="Mani, Siddharth" userId="ea703a10-db50-4df5-bf72-1a564ac3e541" providerId="ADAL" clId="{5D328673-2FA3-4413-A975-E78BF945D9FA}"/>
    <pc:docChg chg="undo redo custSel modSld">
      <pc:chgData name="Mani, Siddharth" userId="ea703a10-db50-4df5-bf72-1a564ac3e541" providerId="ADAL" clId="{5D328673-2FA3-4413-A975-E78BF945D9FA}" dt="2025-02-17T04:05:52.848" v="422" actId="20577"/>
      <pc:docMkLst>
        <pc:docMk/>
      </pc:docMkLst>
      <pc:sldChg chg="addCm">
        <pc:chgData name="Mani, Siddharth" userId="ea703a10-db50-4df5-bf72-1a564ac3e541" providerId="ADAL" clId="{5D328673-2FA3-4413-A975-E78BF945D9FA}" dt="2025-02-16T16:44:06.773" v="55"/>
        <pc:sldMkLst>
          <pc:docMk/>
          <pc:sldMk cId="124143458" sldId="955"/>
        </pc:sldMkLst>
        <pc:extLst>
          <p:ext xmlns:p="http://schemas.openxmlformats.org/presentationml/2006/main" uri="{D6D511B9-2390-475A-947B-AFAB55BFBCF1}">
            <pc226:cmChg xmlns:pc226="http://schemas.microsoft.com/office/powerpoint/2022/06/main/command" chg="add">
              <pc226:chgData name="Mani, Siddharth" userId="ea703a10-db50-4df5-bf72-1a564ac3e541" providerId="ADAL" clId="{5D328673-2FA3-4413-A975-E78BF945D9FA}" dt="2025-02-16T16:44:06.773" v="55"/>
              <pc2:cmMkLst xmlns:pc2="http://schemas.microsoft.com/office/powerpoint/2019/9/main/command">
                <pc:docMk/>
                <pc:sldMk cId="124143458" sldId="955"/>
                <pc2:cmMk id="{EEC6D69A-6037-4A46-979E-52AF463244C1}"/>
              </pc2:cmMkLst>
            </pc226:cmChg>
          </p:ext>
        </pc:extLst>
      </pc:sldChg>
      <pc:sldChg chg="modSp mod">
        <pc:chgData name="Mani, Siddharth" userId="ea703a10-db50-4df5-bf72-1a564ac3e541" providerId="ADAL" clId="{5D328673-2FA3-4413-A975-E78BF945D9FA}" dt="2025-02-16T16:43:25.656" v="54" actId="20577"/>
        <pc:sldMkLst>
          <pc:docMk/>
          <pc:sldMk cId="2774589502" sldId="971"/>
        </pc:sldMkLst>
        <pc:spChg chg="mod">
          <ac:chgData name="Mani, Siddharth" userId="ea703a10-db50-4df5-bf72-1a564ac3e541" providerId="ADAL" clId="{5D328673-2FA3-4413-A975-E78BF945D9FA}" dt="2025-02-16T16:43:25.656" v="54" actId="20577"/>
          <ac:spMkLst>
            <pc:docMk/>
            <pc:sldMk cId="2774589502" sldId="971"/>
            <ac:spMk id="4" creationId="{00000000-0000-0000-0000-000000000000}"/>
          </ac:spMkLst>
        </pc:spChg>
      </pc:sldChg>
      <pc:sldChg chg="modSp mod">
        <pc:chgData name="Mani, Siddharth" userId="ea703a10-db50-4df5-bf72-1a564ac3e541" providerId="ADAL" clId="{5D328673-2FA3-4413-A975-E78BF945D9FA}" dt="2025-02-17T04:05:52.848" v="422" actId="20577"/>
        <pc:sldMkLst>
          <pc:docMk/>
          <pc:sldMk cId="399483182" sldId="2147347689"/>
        </pc:sldMkLst>
        <pc:spChg chg="mod">
          <ac:chgData name="Mani, Siddharth" userId="ea703a10-db50-4df5-bf72-1a564ac3e541" providerId="ADAL" clId="{5D328673-2FA3-4413-A975-E78BF945D9FA}" dt="2025-02-16T16:55:44.677" v="237" actId="20577"/>
          <ac:spMkLst>
            <pc:docMk/>
            <pc:sldMk cId="399483182" sldId="2147347689"/>
            <ac:spMk id="6" creationId="{00000000-0000-0000-0000-000000000000}"/>
          </ac:spMkLst>
        </pc:spChg>
        <pc:spChg chg="mod">
          <ac:chgData name="Mani, Siddharth" userId="ea703a10-db50-4df5-bf72-1a564ac3e541" providerId="ADAL" clId="{5D328673-2FA3-4413-A975-E78BF945D9FA}" dt="2025-02-16T16:56:14.754" v="241" actId="14100"/>
          <ac:spMkLst>
            <pc:docMk/>
            <pc:sldMk cId="399483182" sldId="2147347689"/>
            <ac:spMk id="45" creationId="{A7485BC9-1AA9-F56F-E861-9FE0A5065DE3}"/>
          </ac:spMkLst>
        </pc:spChg>
        <pc:spChg chg="mod">
          <ac:chgData name="Mani, Siddharth" userId="ea703a10-db50-4df5-bf72-1a564ac3e541" providerId="ADAL" clId="{5D328673-2FA3-4413-A975-E78BF945D9FA}" dt="2025-02-16T16:54:43.437" v="217" actId="20577"/>
          <ac:spMkLst>
            <pc:docMk/>
            <pc:sldMk cId="399483182" sldId="2147347689"/>
            <ac:spMk id="51" creationId="{7A09D2AF-35FB-C73C-7E11-8A819220E1DB}"/>
          </ac:spMkLst>
        </pc:spChg>
        <pc:spChg chg="mod">
          <ac:chgData name="Mani, Siddharth" userId="ea703a10-db50-4df5-bf72-1a564ac3e541" providerId="ADAL" clId="{5D328673-2FA3-4413-A975-E78BF945D9FA}" dt="2025-02-16T16:56:17.783" v="242" actId="14100"/>
          <ac:spMkLst>
            <pc:docMk/>
            <pc:sldMk cId="399483182" sldId="2147347689"/>
            <ac:spMk id="53" creationId="{D542C3C4-F960-12D9-A203-DD3650064A2B}"/>
          </ac:spMkLst>
        </pc:spChg>
        <pc:spChg chg="mod">
          <ac:chgData name="Mani, Siddharth" userId="ea703a10-db50-4df5-bf72-1a564ac3e541" providerId="ADAL" clId="{5D328673-2FA3-4413-A975-E78BF945D9FA}" dt="2025-02-17T04:05:52.848" v="422" actId="20577"/>
          <ac:spMkLst>
            <pc:docMk/>
            <pc:sldMk cId="399483182" sldId="2147347689"/>
            <ac:spMk id="60" creationId="{E4DFB8C5-3923-F394-B91C-7D407E6CD620}"/>
          </ac:spMkLst>
        </pc:spChg>
      </pc:sldChg>
      <pc:sldChg chg="modSp mod">
        <pc:chgData name="Mani, Siddharth" userId="ea703a10-db50-4df5-bf72-1a564ac3e541" providerId="ADAL" clId="{5D328673-2FA3-4413-A975-E78BF945D9FA}" dt="2025-02-16T17:00:28.249" v="415" actId="20577"/>
        <pc:sldMkLst>
          <pc:docMk/>
          <pc:sldMk cId="142124267" sldId="2147347731"/>
        </pc:sldMkLst>
        <pc:spChg chg="mod">
          <ac:chgData name="Mani, Siddharth" userId="ea703a10-db50-4df5-bf72-1a564ac3e541" providerId="ADAL" clId="{5D328673-2FA3-4413-A975-E78BF945D9FA}" dt="2025-02-16T17:00:28.249" v="415" actId="20577"/>
          <ac:spMkLst>
            <pc:docMk/>
            <pc:sldMk cId="142124267" sldId="2147347731"/>
            <ac:spMk id="2" creationId="{00000000-0000-0000-0000-000000000000}"/>
          </ac:spMkLst>
        </pc:spChg>
      </pc:sldChg>
      <pc:sldChg chg="modSp mod">
        <pc:chgData name="Mani, Siddharth" userId="ea703a10-db50-4df5-bf72-1a564ac3e541" providerId="ADAL" clId="{5D328673-2FA3-4413-A975-E78BF945D9FA}" dt="2025-02-16T17:02:03.819" v="416" actId="20577"/>
        <pc:sldMkLst>
          <pc:docMk/>
          <pc:sldMk cId="3063834027" sldId="2147347738"/>
        </pc:sldMkLst>
        <pc:spChg chg="mod">
          <ac:chgData name="Mani, Siddharth" userId="ea703a10-db50-4df5-bf72-1a564ac3e541" providerId="ADAL" clId="{5D328673-2FA3-4413-A975-E78BF945D9FA}" dt="2025-02-16T17:02:03.819" v="416" actId="20577"/>
          <ac:spMkLst>
            <pc:docMk/>
            <pc:sldMk cId="3063834027" sldId="2147347738"/>
            <ac:spMk id="36" creationId="{8DD202A2-2135-A738-2650-753E5E3BFA44}"/>
          </ac:spMkLst>
        </pc:spChg>
      </pc:sldChg>
      <pc:sldChg chg="modSp mod">
        <pc:chgData name="Mani, Siddharth" userId="ea703a10-db50-4df5-bf72-1a564ac3e541" providerId="ADAL" clId="{5D328673-2FA3-4413-A975-E78BF945D9FA}" dt="2025-02-16T16:53:14.526" v="216" actId="20577"/>
        <pc:sldMkLst>
          <pc:docMk/>
          <pc:sldMk cId="3089118451" sldId="2147347746"/>
        </pc:sldMkLst>
        <pc:spChg chg="mod">
          <ac:chgData name="Mani, Siddharth" userId="ea703a10-db50-4df5-bf72-1a564ac3e541" providerId="ADAL" clId="{5D328673-2FA3-4413-A975-E78BF945D9FA}" dt="2025-02-16T16:53:14.526" v="216" actId="20577"/>
          <ac:spMkLst>
            <pc:docMk/>
            <pc:sldMk cId="3089118451" sldId="2147347746"/>
            <ac:spMk id="2" creationId="{00000000-0000-0000-0000-000000000000}"/>
          </ac:spMkLst>
        </pc:spChg>
        <pc:spChg chg="mod">
          <ac:chgData name="Mani, Siddharth" userId="ea703a10-db50-4df5-bf72-1a564ac3e541" providerId="ADAL" clId="{5D328673-2FA3-4413-A975-E78BF945D9FA}" dt="2025-02-16T16:51:31.518" v="103" actId="20577"/>
          <ac:spMkLst>
            <pc:docMk/>
            <pc:sldMk cId="3089118451" sldId="2147347746"/>
            <ac:spMk id="463" creationId="{3ED0CD0C-7487-2C60-9ABD-31BBF4B1A9DB}"/>
          </ac:spMkLst>
        </pc:spChg>
      </pc:sldChg>
    </pc:docChg>
  </pc:docChgLst>
  <pc:docChgLst>
    <pc:chgData name="Roy, Samrat" userId="S::samratroy@deloitte.com::9c8f2b69-0747-4f59-b02a-2510d4c911d6" providerId="AD" clId="Web-{55E2C926-53DF-BFB9-7EE7-744DE0FEBAAB}"/>
    <pc:docChg chg="modSld">
      <pc:chgData name="Roy, Samrat" userId="S::samratroy@deloitte.com::9c8f2b69-0747-4f59-b02a-2510d4c911d6" providerId="AD" clId="Web-{55E2C926-53DF-BFB9-7EE7-744DE0FEBAAB}" dt="2025-02-16T16:45:14.912" v="5" actId="20577"/>
      <pc:docMkLst>
        <pc:docMk/>
      </pc:docMkLst>
      <pc:sldChg chg="modSp">
        <pc:chgData name="Roy, Samrat" userId="S::samratroy@deloitte.com::9c8f2b69-0747-4f59-b02a-2510d4c911d6" providerId="AD" clId="Web-{55E2C926-53DF-BFB9-7EE7-744DE0FEBAAB}" dt="2025-02-16T16:45:14.912" v="5" actId="20577"/>
        <pc:sldMkLst>
          <pc:docMk/>
          <pc:sldMk cId="3089118451" sldId="2147347746"/>
        </pc:sldMkLst>
        <pc:spChg chg="mod">
          <ac:chgData name="Roy, Samrat" userId="S::samratroy@deloitte.com::9c8f2b69-0747-4f59-b02a-2510d4c911d6" providerId="AD" clId="Web-{55E2C926-53DF-BFB9-7EE7-744DE0FEBAAB}" dt="2025-02-16T16:45:14.912" v="5" actId="20577"/>
          <ac:spMkLst>
            <pc:docMk/>
            <pc:sldMk cId="3089118451" sldId="2147347746"/>
            <ac:spMk id="463" creationId="{3ED0CD0C-7487-2C60-9ABD-31BBF4B1A9DB}"/>
          </ac:spMkLst>
        </pc:spChg>
      </pc:sldChg>
    </pc:docChg>
  </pc:docChgLst>
  <pc:docChgLst>
    <pc:chgData name="Mukherjee, Shouvik" userId="8a0946e8-3a6b-4d5c-947d-73f4cd578335" providerId="ADAL" clId="{D9DCDD99-33D2-4D2E-A459-EC2217C1E2CB}"/>
    <pc:docChg chg="undo custSel modSld">
      <pc:chgData name="Mukherjee, Shouvik" userId="8a0946e8-3a6b-4d5c-947d-73f4cd578335" providerId="ADAL" clId="{D9DCDD99-33D2-4D2E-A459-EC2217C1E2CB}" dt="2025-01-21T05:46:05.370" v="20" actId="20577"/>
      <pc:docMkLst>
        <pc:docMk/>
      </pc:docMkLst>
      <pc:sldChg chg="modSp mod">
        <pc:chgData name="Mukherjee, Shouvik" userId="8a0946e8-3a6b-4d5c-947d-73f4cd578335" providerId="ADAL" clId="{D9DCDD99-33D2-4D2E-A459-EC2217C1E2CB}" dt="2024-11-18T07:17:54.994" v="1" actId="1076"/>
        <pc:sldMkLst>
          <pc:docMk/>
          <pc:sldMk cId="2300748945" sldId="485"/>
        </pc:sldMkLst>
        <pc:spChg chg="mod">
          <ac:chgData name="Mukherjee, Shouvik" userId="8a0946e8-3a6b-4d5c-947d-73f4cd578335" providerId="ADAL" clId="{D9DCDD99-33D2-4D2E-A459-EC2217C1E2CB}" dt="2024-11-18T07:17:54.994" v="1" actId="1076"/>
          <ac:spMkLst>
            <pc:docMk/>
            <pc:sldMk cId="2300748945" sldId="485"/>
            <ac:spMk id="53" creationId="{31AD6569-5376-4225-9703-991CEFA60B6B}"/>
          </ac:spMkLst>
        </pc:spChg>
      </pc:sldChg>
      <pc:sldChg chg="modSp mod">
        <pc:chgData name="Mukherjee, Shouvik" userId="8a0946e8-3a6b-4d5c-947d-73f4cd578335" providerId="ADAL" clId="{D9DCDD99-33D2-4D2E-A459-EC2217C1E2CB}" dt="2025-01-21T05:46:05.370" v="20" actId="20577"/>
        <pc:sldMkLst>
          <pc:docMk/>
          <pc:sldMk cId="1681607878" sldId="511"/>
        </pc:sldMkLst>
        <pc:graphicFrameChg chg="mod modGraphic">
          <ac:chgData name="Mukherjee, Shouvik" userId="8a0946e8-3a6b-4d5c-947d-73f4cd578335" providerId="ADAL" clId="{D9DCDD99-33D2-4D2E-A459-EC2217C1E2CB}" dt="2025-01-21T05:46:05.370" v="20" actId="20577"/>
          <ac:graphicFrameMkLst>
            <pc:docMk/>
            <pc:sldMk cId="1681607878" sldId="511"/>
            <ac:graphicFrameMk id="7" creationId="{11231A5F-DC67-4FC0-A7F2-A040801652F4}"/>
          </ac:graphicFrameMkLst>
        </pc:graphicFrameChg>
      </pc:sldChg>
    </pc:docChg>
  </pc:docChgLst>
  <pc:docChgLst>
    <pc:chgData name="Mukherjee, Shouvik" userId="8a0946e8-3a6b-4d5c-947d-73f4cd578335" providerId="ADAL" clId="{D75116DC-27F0-4E16-A913-163E65D3EEAA}"/>
    <pc:docChg chg="undo redo custSel addSld delSld modSld sldOrd delMainMaster">
      <pc:chgData name="Mukherjee, Shouvik" userId="8a0946e8-3a6b-4d5c-947d-73f4cd578335" providerId="ADAL" clId="{D75116DC-27F0-4E16-A913-163E65D3EEAA}" dt="2025-02-13T10:48:25.566" v="5868" actId="1582"/>
      <pc:docMkLst>
        <pc:docMk/>
      </pc:docMkLst>
      <pc:sldChg chg="modSp add mod">
        <pc:chgData name="Mukherjee, Shouvik" userId="8a0946e8-3a6b-4d5c-947d-73f4cd578335" providerId="ADAL" clId="{D75116DC-27F0-4E16-A913-163E65D3EEAA}" dt="2025-02-11T07:50:28.404" v="87" actId="20577"/>
        <pc:sldMkLst>
          <pc:docMk/>
          <pc:sldMk cId="1922955954" sldId="453"/>
        </pc:sldMkLst>
        <pc:spChg chg="mod">
          <ac:chgData name="Mukherjee, Shouvik" userId="8a0946e8-3a6b-4d5c-947d-73f4cd578335" providerId="ADAL" clId="{D75116DC-27F0-4E16-A913-163E65D3EEAA}" dt="2025-02-11T07:50:28.404" v="87" actId="20577"/>
          <ac:spMkLst>
            <pc:docMk/>
            <pc:sldMk cId="1922955954" sldId="453"/>
            <ac:spMk id="13" creationId="{2864358F-2308-40E4-8889-6E8631B5329B}"/>
          </ac:spMkLst>
        </pc:spChg>
      </pc:sldChg>
      <pc:sldChg chg="modSp add mod">
        <pc:chgData name="Mukherjee, Shouvik" userId="8a0946e8-3a6b-4d5c-947d-73f4cd578335" providerId="ADAL" clId="{D75116DC-27F0-4E16-A913-163E65D3EEAA}" dt="2025-02-11T07:51:09.964" v="146" actId="20577"/>
        <pc:sldMkLst>
          <pc:docMk/>
          <pc:sldMk cId="114268880" sldId="457"/>
        </pc:sldMkLst>
        <pc:spChg chg="mod">
          <ac:chgData name="Mukherjee, Shouvik" userId="8a0946e8-3a6b-4d5c-947d-73f4cd578335" providerId="ADAL" clId="{D75116DC-27F0-4E16-A913-163E65D3EEAA}" dt="2025-02-11T07:51:09.964" v="146" actId="20577"/>
          <ac:spMkLst>
            <pc:docMk/>
            <pc:sldMk cId="114268880" sldId="457"/>
            <ac:spMk id="4" creationId="{C0225DB5-BBB5-4691-939A-200A39920BD4}"/>
          </ac:spMkLst>
        </pc:spChg>
      </pc:sldChg>
      <pc:sldChg chg="modSp mod">
        <pc:chgData name="Mukherjee, Shouvik" userId="8a0946e8-3a6b-4d5c-947d-73f4cd578335" providerId="ADAL" clId="{D75116DC-27F0-4E16-A913-163E65D3EEAA}" dt="2025-02-11T19:23:32.418" v="4408" actId="20577"/>
        <pc:sldMkLst>
          <pc:docMk/>
          <pc:sldMk cId="2293846618" sldId="481"/>
        </pc:sldMkLst>
        <pc:spChg chg="mod">
          <ac:chgData name="Mukherjee, Shouvik" userId="8a0946e8-3a6b-4d5c-947d-73f4cd578335" providerId="ADAL" clId="{D75116DC-27F0-4E16-A913-163E65D3EEAA}" dt="2025-02-11T19:23:32.418" v="4408" actId="20577"/>
          <ac:spMkLst>
            <pc:docMk/>
            <pc:sldMk cId="2293846618" sldId="481"/>
            <ac:spMk id="3" creationId="{00000000-0000-0000-0000-000000000000}"/>
          </ac:spMkLst>
        </pc:spChg>
      </pc:sldChg>
      <pc:sldChg chg="delSp del mod ord">
        <pc:chgData name="Mukherjee, Shouvik" userId="8a0946e8-3a6b-4d5c-947d-73f4cd578335" providerId="ADAL" clId="{D75116DC-27F0-4E16-A913-163E65D3EEAA}" dt="2025-02-11T19:22:59.312" v="4391" actId="47"/>
        <pc:sldMkLst>
          <pc:docMk/>
          <pc:sldMk cId="2300748945" sldId="485"/>
        </pc:sldMkLst>
        <pc:spChg chg="del">
          <ac:chgData name="Mukherjee, Shouvik" userId="8a0946e8-3a6b-4d5c-947d-73f4cd578335" providerId="ADAL" clId="{D75116DC-27F0-4E16-A913-163E65D3EEAA}" dt="2025-02-11T07:56:09.874" v="175" actId="21"/>
          <ac:spMkLst>
            <pc:docMk/>
            <pc:sldMk cId="2300748945" sldId="485"/>
            <ac:spMk id="22" creationId="{E1F6EAD0-3A0F-455C-86CA-6F089B5448D6}"/>
          </ac:spMkLst>
        </pc:spChg>
        <pc:spChg chg="del">
          <ac:chgData name="Mukherjee, Shouvik" userId="8a0946e8-3a6b-4d5c-947d-73f4cd578335" providerId="ADAL" clId="{D75116DC-27F0-4E16-A913-163E65D3EEAA}" dt="2025-02-11T07:56:09.874" v="175" actId="21"/>
          <ac:spMkLst>
            <pc:docMk/>
            <pc:sldMk cId="2300748945" sldId="485"/>
            <ac:spMk id="23" creationId="{FDDEA4F7-8B12-4F3E-87B0-FDF673273F23}"/>
          </ac:spMkLst>
        </pc:spChg>
        <pc:spChg chg="del">
          <ac:chgData name="Mukherjee, Shouvik" userId="8a0946e8-3a6b-4d5c-947d-73f4cd578335" providerId="ADAL" clId="{D75116DC-27F0-4E16-A913-163E65D3EEAA}" dt="2025-02-11T07:56:09.874" v="175" actId="21"/>
          <ac:spMkLst>
            <pc:docMk/>
            <pc:sldMk cId="2300748945" sldId="485"/>
            <ac:spMk id="24" creationId="{3CD42F41-A362-4D05-9F91-BC56C3FB280E}"/>
          </ac:spMkLst>
        </pc:spChg>
        <pc:spChg chg="del">
          <ac:chgData name="Mukherjee, Shouvik" userId="8a0946e8-3a6b-4d5c-947d-73f4cd578335" providerId="ADAL" clId="{D75116DC-27F0-4E16-A913-163E65D3EEAA}" dt="2025-02-11T07:56:09.874" v="175" actId="21"/>
          <ac:spMkLst>
            <pc:docMk/>
            <pc:sldMk cId="2300748945" sldId="485"/>
            <ac:spMk id="25" creationId="{5A3B9648-8ECC-4840-A9C0-3311857DCA2C}"/>
          </ac:spMkLst>
        </pc:spChg>
        <pc:spChg chg="del">
          <ac:chgData name="Mukherjee, Shouvik" userId="8a0946e8-3a6b-4d5c-947d-73f4cd578335" providerId="ADAL" clId="{D75116DC-27F0-4E16-A913-163E65D3EEAA}" dt="2025-02-11T07:56:09.874" v="175" actId="21"/>
          <ac:spMkLst>
            <pc:docMk/>
            <pc:sldMk cId="2300748945" sldId="485"/>
            <ac:spMk id="30" creationId="{1916D4AF-0E99-4767-9013-B31293DE4937}"/>
          </ac:spMkLst>
        </pc:spChg>
        <pc:spChg chg="del">
          <ac:chgData name="Mukherjee, Shouvik" userId="8a0946e8-3a6b-4d5c-947d-73f4cd578335" providerId="ADAL" clId="{D75116DC-27F0-4E16-A913-163E65D3EEAA}" dt="2025-02-11T07:56:09.874" v="175" actId="21"/>
          <ac:spMkLst>
            <pc:docMk/>
            <pc:sldMk cId="2300748945" sldId="485"/>
            <ac:spMk id="31" creationId="{BA485F6C-CB55-42CE-A102-8989B42F76E9}"/>
          </ac:spMkLst>
        </pc:spChg>
        <pc:spChg chg="del">
          <ac:chgData name="Mukherjee, Shouvik" userId="8a0946e8-3a6b-4d5c-947d-73f4cd578335" providerId="ADAL" clId="{D75116DC-27F0-4E16-A913-163E65D3EEAA}" dt="2025-02-11T07:56:09.874" v="175" actId="21"/>
          <ac:spMkLst>
            <pc:docMk/>
            <pc:sldMk cId="2300748945" sldId="485"/>
            <ac:spMk id="32" creationId="{3B26D04F-175E-4162-AEE6-6A942D9F438A}"/>
          </ac:spMkLst>
        </pc:spChg>
        <pc:spChg chg="del">
          <ac:chgData name="Mukherjee, Shouvik" userId="8a0946e8-3a6b-4d5c-947d-73f4cd578335" providerId="ADAL" clId="{D75116DC-27F0-4E16-A913-163E65D3EEAA}" dt="2025-02-11T07:56:09.874" v="175" actId="21"/>
          <ac:spMkLst>
            <pc:docMk/>
            <pc:sldMk cId="2300748945" sldId="485"/>
            <ac:spMk id="33" creationId="{993495F6-A1E6-411A-9182-7E591FA67B3D}"/>
          </ac:spMkLst>
        </pc:spChg>
        <pc:spChg chg="del">
          <ac:chgData name="Mukherjee, Shouvik" userId="8a0946e8-3a6b-4d5c-947d-73f4cd578335" providerId="ADAL" clId="{D75116DC-27F0-4E16-A913-163E65D3EEAA}" dt="2025-02-11T07:56:09.874" v="175" actId="21"/>
          <ac:spMkLst>
            <pc:docMk/>
            <pc:sldMk cId="2300748945" sldId="485"/>
            <ac:spMk id="38" creationId="{9E072543-2114-4C68-A2F0-BB0EA60D76B0}"/>
          </ac:spMkLst>
        </pc:spChg>
        <pc:spChg chg="del">
          <ac:chgData name="Mukherjee, Shouvik" userId="8a0946e8-3a6b-4d5c-947d-73f4cd578335" providerId="ADAL" clId="{D75116DC-27F0-4E16-A913-163E65D3EEAA}" dt="2025-02-11T07:56:09.874" v="175" actId="21"/>
          <ac:spMkLst>
            <pc:docMk/>
            <pc:sldMk cId="2300748945" sldId="485"/>
            <ac:spMk id="39" creationId="{06F301D6-9D84-4E7A-AB71-7AF55EEBB255}"/>
          </ac:spMkLst>
        </pc:spChg>
        <pc:spChg chg="del">
          <ac:chgData name="Mukherjee, Shouvik" userId="8a0946e8-3a6b-4d5c-947d-73f4cd578335" providerId="ADAL" clId="{D75116DC-27F0-4E16-A913-163E65D3EEAA}" dt="2025-02-11T07:56:09.874" v="175" actId="21"/>
          <ac:spMkLst>
            <pc:docMk/>
            <pc:sldMk cId="2300748945" sldId="485"/>
            <ac:spMk id="40" creationId="{39017319-7C1B-43CA-9718-43B387BCD90A}"/>
          </ac:spMkLst>
        </pc:spChg>
        <pc:spChg chg="del">
          <ac:chgData name="Mukherjee, Shouvik" userId="8a0946e8-3a6b-4d5c-947d-73f4cd578335" providerId="ADAL" clId="{D75116DC-27F0-4E16-A913-163E65D3EEAA}" dt="2025-02-11T07:56:09.874" v="175" actId="21"/>
          <ac:spMkLst>
            <pc:docMk/>
            <pc:sldMk cId="2300748945" sldId="485"/>
            <ac:spMk id="41" creationId="{956C4C27-7799-4357-A6DC-9C8A8FCC2787}"/>
          </ac:spMkLst>
        </pc:spChg>
        <pc:spChg chg="del">
          <ac:chgData name="Mukherjee, Shouvik" userId="8a0946e8-3a6b-4d5c-947d-73f4cd578335" providerId="ADAL" clId="{D75116DC-27F0-4E16-A913-163E65D3EEAA}" dt="2025-02-11T07:56:09.874" v="175" actId="21"/>
          <ac:spMkLst>
            <pc:docMk/>
            <pc:sldMk cId="2300748945" sldId="485"/>
            <ac:spMk id="47" creationId="{AECB8147-5B0B-401F-B65E-DF2F63662788}"/>
          </ac:spMkLst>
        </pc:spChg>
        <pc:spChg chg="del">
          <ac:chgData name="Mukherjee, Shouvik" userId="8a0946e8-3a6b-4d5c-947d-73f4cd578335" providerId="ADAL" clId="{D75116DC-27F0-4E16-A913-163E65D3EEAA}" dt="2025-02-11T07:56:09.874" v="175" actId="21"/>
          <ac:spMkLst>
            <pc:docMk/>
            <pc:sldMk cId="2300748945" sldId="485"/>
            <ac:spMk id="49" creationId="{442E978F-8EDC-47D3-98D8-0793913E8752}"/>
          </ac:spMkLst>
        </pc:spChg>
        <pc:spChg chg="del">
          <ac:chgData name="Mukherjee, Shouvik" userId="8a0946e8-3a6b-4d5c-947d-73f4cd578335" providerId="ADAL" clId="{D75116DC-27F0-4E16-A913-163E65D3EEAA}" dt="2025-02-11T07:56:09.874" v="175" actId="21"/>
          <ac:spMkLst>
            <pc:docMk/>
            <pc:sldMk cId="2300748945" sldId="485"/>
            <ac:spMk id="51" creationId="{87264D0E-13E7-4ABA-A184-79D3E0F113BE}"/>
          </ac:spMkLst>
        </pc:spChg>
        <pc:spChg chg="del">
          <ac:chgData name="Mukherjee, Shouvik" userId="8a0946e8-3a6b-4d5c-947d-73f4cd578335" providerId="ADAL" clId="{D75116DC-27F0-4E16-A913-163E65D3EEAA}" dt="2025-02-11T07:56:09.874" v="175" actId="21"/>
          <ac:spMkLst>
            <pc:docMk/>
            <pc:sldMk cId="2300748945" sldId="485"/>
            <ac:spMk id="53" creationId="{31AD6569-5376-4225-9703-991CEFA60B6B}"/>
          </ac:spMkLst>
        </pc:spChg>
        <pc:spChg chg="del">
          <ac:chgData name="Mukherjee, Shouvik" userId="8a0946e8-3a6b-4d5c-947d-73f4cd578335" providerId="ADAL" clId="{D75116DC-27F0-4E16-A913-163E65D3EEAA}" dt="2025-02-11T07:56:09.874" v="175" actId="21"/>
          <ac:spMkLst>
            <pc:docMk/>
            <pc:sldMk cId="2300748945" sldId="485"/>
            <ac:spMk id="55" creationId="{0568B31F-A1A6-422F-9FCC-08E290B8986B}"/>
          </ac:spMkLst>
        </pc:spChg>
        <pc:spChg chg="del">
          <ac:chgData name="Mukherjee, Shouvik" userId="8a0946e8-3a6b-4d5c-947d-73f4cd578335" providerId="ADAL" clId="{D75116DC-27F0-4E16-A913-163E65D3EEAA}" dt="2025-02-11T07:56:09.874" v="175" actId="21"/>
          <ac:spMkLst>
            <pc:docMk/>
            <pc:sldMk cId="2300748945" sldId="485"/>
            <ac:spMk id="57" creationId="{C9F7BB49-04C8-4D69-A704-1CA7AD7FFE88}"/>
          </ac:spMkLst>
        </pc:spChg>
        <pc:grpChg chg="del">
          <ac:chgData name="Mukherjee, Shouvik" userId="8a0946e8-3a6b-4d5c-947d-73f4cd578335" providerId="ADAL" clId="{D75116DC-27F0-4E16-A913-163E65D3EEAA}" dt="2025-02-11T07:56:09.874" v="175" actId="21"/>
          <ac:grpSpMkLst>
            <pc:docMk/>
            <pc:sldMk cId="2300748945" sldId="485"/>
            <ac:grpSpMk id="58" creationId="{91608A7A-7E2A-4C85-8094-98C13FF495CD}"/>
          </ac:grpSpMkLst>
        </pc:grpChg>
        <pc:grpChg chg="del">
          <ac:chgData name="Mukherjee, Shouvik" userId="8a0946e8-3a6b-4d5c-947d-73f4cd578335" providerId="ADAL" clId="{D75116DC-27F0-4E16-A913-163E65D3EEAA}" dt="2025-02-11T07:56:09.874" v="175" actId="21"/>
          <ac:grpSpMkLst>
            <pc:docMk/>
            <pc:sldMk cId="2300748945" sldId="485"/>
            <ac:grpSpMk id="61" creationId="{B1D417EB-1B2A-4755-9C4B-D74AE15818C2}"/>
          </ac:grpSpMkLst>
        </pc:grpChg>
        <pc:grpChg chg="del">
          <ac:chgData name="Mukherjee, Shouvik" userId="8a0946e8-3a6b-4d5c-947d-73f4cd578335" providerId="ADAL" clId="{D75116DC-27F0-4E16-A913-163E65D3EEAA}" dt="2025-02-11T07:56:09.874" v="175" actId="21"/>
          <ac:grpSpMkLst>
            <pc:docMk/>
            <pc:sldMk cId="2300748945" sldId="485"/>
            <ac:grpSpMk id="64" creationId="{DFEF9E61-2361-45D3-91C5-295308835B68}"/>
          </ac:grpSpMkLst>
        </pc:grpChg>
      </pc:sldChg>
      <pc:sldChg chg="del">
        <pc:chgData name="Mukherjee, Shouvik" userId="8a0946e8-3a6b-4d5c-947d-73f4cd578335" providerId="ADAL" clId="{D75116DC-27F0-4E16-A913-163E65D3EEAA}" dt="2025-02-11T19:22:58.876" v="4390" actId="47"/>
        <pc:sldMkLst>
          <pc:docMk/>
          <pc:sldMk cId="1578207050" sldId="494"/>
        </pc:sldMkLst>
      </pc:sldChg>
      <pc:sldChg chg="del">
        <pc:chgData name="Mukherjee, Shouvik" userId="8a0946e8-3a6b-4d5c-947d-73f4cd578335" providerId="ADAL" clId="{D75116DC-27F0-4E16-A913-163E65D3EEAA}" dt="2025-02-11T19:25:54.127" v="4411" actId="47"/>
        <pc:sldMkLst>
          <pc:docMk/>
          <pc:sldMk cId="1140856938" sldId="496"/>
        </pc:sldMkLst>
      </pc:sldChg>
      <pc:sldChg chg="modSp add mod">
        <pc:chgData name="Mukherjee, Shouvik" userId="8a0946e8-3a6b-4d5c-947d-73f4cd578335" providerId="ADAL" clId="{D75116DC-27F0-4E16-A913-163E65D3EEAA}" dt="2025-02-11T07:51:34.549" v="156" actId="20577"/>
        <pc:sldMkLst>
          <pc:docMk/>
          <pc:sldMk cId="396097498" sldId="501"/>
        </pc:sldMkLst>
        <pc:spChg chg="mod">
          <ac:chgData name="Mukherjee, Shouvik" userId="8a0946e8-3a6b-4d5c-947d-73f4cd578335" providerId="ADAL" clId="{D75116DC-27F0-4E16-A913-163E65D3EEAA}" dt="2025-02-11T07:51:34.549" v="156" actId="20577"/>
          <ac:spMkLst>
            <pc:docMk/>
            <pc:sldMk cId="396097498" sldId="501"/>
            <ac:spMk id="4" creationId="{D4A387F1-EA8E-4E7F-B8A9-23B600B6A2B9}"/>
          </ac:spMkLst>
        </pc:spChg>
      </pc:sldChg>
      <pc:sldChg chg="del">
        <pc:chgData name="Mukherjee, Shouvik" userId="8a0946e8-3a6b-4d5c-947d-73f4cd578335" providerId="ADAL" clId="{D75116DC-27F0-4E16-A913-163E65D3EEAA}" dt="2025-02-11T19:23:03.485" v="4398" actId="47"/>
        <pc:sldMkLst>
          <pc:docMk/>
          <pc:sldMk cId="1214733629" sldId="507"/>
        </pc:sldMkLst>
      </pc:sldChg>
      <pc:sldChg chg="del">
        <pc:chgData name="Mukherjee, Shouvik" userId="8a0946e8-3a6b-4d5c-947d-73f4cd578335" providerId="ADAL" clId="{D75116DC-27F0-4E16-A913-163E65D3EEAA}" dt="2025-02-11T19:28:26.859" v="4558" actId="47"/>
        <pc:sldMkLst>
          <pc:docMk/>
          <pc:sldMk cId="396818057" sldId="509"/>
        </pc:sldMkLst>
      </pc:sldChg>
      <pc:sldChg chg="modSp add mod">
        <pc:chgData name="Mukherjee, Shouvik" userId="8a0946e8-3a6b-4d5c-947d-73f4cd578335" providerId="ADAL" clId="{D75116DC-27F0-4E16-A913-163E65D3EEAA}" dt="2025-02-11T07:50:46.011" v="105" actId="20577"/>
        <pc:sldMkLst>
          <pc:docMk/>
          <pc:sldMk cId="109581061" sldId="510"/>
        </pc:sldMkLst>
        <pc:spChg chg="mod">
          <ac:chgData name="Mukherjee, Shouvik" userId="8a0946e8-3a6b-4d5c-947d-73f4cd578335" providerId="ADAL" clId="{D75116DC-27F0-4E16-A913-163E65D3EEAA}" dt="2025-02-11T07:50:46.011" v="105" actId="20577"/>
          <ac:spMkLst>
            <pc:docMk/>
            <pc:sldMk cId="109581061" sldId="510"/>
            <ac:spMk id="4" creationId="{D4A387F1-EA8E-4E7F-B8A9-23B600B6A2B9}"/>
          </ac:spMkLst>
        </pc:spChg>
      </pc:sldChg>
      <pc:sldChg chg="del">
        <pc:chgData name="Mukherjee, Shouvik" userId="8a0946e8-3a6b-4d5c-947d-73f4cd578335" providerId="ADAL" clId="{D75116DC-27F0-4E16-A913-163E65D3EEAA}" dt="2025-02-11T19:26:00.534" v="4413" actId="47"/>
        <pc:sldMkLst>
          <pc:docMk/>
          <pc:sldMk cId="1681607878" sldId="511"/>
        </pc:sldMkLst>
      </pc:sldChg>
      <pc:sldChg chg="del">
        <pc:chgData name="Mukherjee, Shouvik" userId="8a0946e8-3a6b-4d5c-947d-73f4cd578335" providerId="ADAL" clId="{D75116DC-27F0-4E16-A913-163E65D3EEAA}" dt="2025-02-11T19:25:56.414" v="4412" actId="47"/>
        <pc:sldMkLst>
          <pc:docMk/>
          <pc:sldMk cId="521688136" sldId="765"/>
        </pc:sldMkLst>
      </pc:sldChg>
      <pc:sldChg chg="del">
        <pc:chgData name="Mukherjee, Shouvik" userId="8a0946e8-3a6b-4d5c-947d-73f4cd578335" providerId="ADAL" clId="{D75116DC-27F0-4E16-A913-163E65D3EEAA}" dt="2025-02-11T07:40:22.765" v="3" actId="47"/>
        <pc:sldMkLst>
          <pc:docMk/>
          <pc:sldMk cId="289173355" sldId="954"/>
        </pc:sldMkLst>
      </pc:sldChg>
      <pc:sldChg chg="modSp mod">
        <pc:chgData name="Mukherjee, Shouvik" userId="8a0946e8-3a6b-4d5c-947d-73f4cd578335" providerId="ADAL" clId="{D75116DC-27F0-4E16-A913-163E65D3EEAA}" dt="2025-02-11T07:48:39.333" v="71" actId="20577"/>
        <pc:sldMkLst>
          <pc:docMk/>
          <pc:sldMk cId="124143458" sldId="955"/>
        </pc:sldMkLst>
        <pc:graphicFrameChg chg="mod modGraphic">
          <ac:chgData name="Mukherjee, Shouvik" userId="8a0946e8-3a6b-4d5c-947d-73f4cd578335" providerId="ADAL" clId="{D75116DC-27F0-4E16-A913-163E65D3EEAA}" dt="2025-02-11T07:48:39.333" v="71" actId="20577"/>
          <ac:graphicFrameMkLst>
            <pc:docMk/>
            <pc:sldMk cId="124143458" sldId="955"/>
            <ac:graphicFrameMk id="5" creationId="{EC955B6D-9E2E-44A0-A0A9-8BEF02287B3A}"/>
          </ac:graphicFrameMkLst>
        </pc:graphicFrameChg>
      </pc:sldChg>
      <pc:sldChg chg="del">
        <pc:chgData name="Mukherjee, Shouvik" userId="8a0946e8-3a6b-4d5c-947d-73f4cd578335" providerId="ADAL" clId="{D75116DC-27F0-4E16-A913-163E65D3EEAA}" dt="2025-02-11T19:23:37.419" v="4409" actId="47"/>
        <pc:sldMkLst>
          <pc:docMk/>
          <pc:sldMk cId="3162032172" sldId="956"/>
        </pc:sldMkLst>
      </pc:sldChg>
      <pc:sldChg chg="del">
        <pc:chgData name="Mukherjee, Shouvik" userId="8a0946e8-3a6b-4d5c-947d-73f4cd578335" providerId="ADAL" clId="{D75116DC-27F0-4E16-A913-163E65D3EEAA}" dt="2025-02-11T19:23:00.406" v="4392" actId="47"/>
        <pc:sldMkLst>
          <pc:docMk/>
          <pc:sldMk cId="503098661" sldId="957"/>
        </pc:sldMkLst>
      </pc:sldChg>
      <pc:sldChg chg="del">
        <pc:chgData name="Mukherjee, Shouvik" userId="8a0946e8-3a6b-4d5c-947d-73f4cd578335" providerId="ADAL" clId="{D75116DC-27F0-4E16-A913-163E65D3EEAA}" dt="2025-02-11T19:23:00.685" v="4393" actId="47"/>
        <pc:sldMkLst>
          <pc:docMk/>
          <pc:sldMk cId="3737759803" sldId="958"/>
        </pc:sldMkLst>
      </pc:sldChg>
      <pc:sldChg chg="del">
        <pc:chgData name="Mukherjee, Shouvik" userId="8a0946e8-3a6b-4d5c-947d-73f4cd578335" providerId="ADAL" clId="{D75116DC-27F0-4E16-A913-163E65D3EEAA}" dt="2025-02-11T19:23:01.251" v="4394" actId="47"/>
        <pc:sldMkLst>
          <pc:docMk/>
          <pc:sldMk cId="1500169239" sldId="959"/>
        </pc:sldMkLst>
      </pc:sldChg>
      <pc:sldChg chg="del">
        <pc:chgData name="Mukherjee, Shouvik" userId="8a0946e8-3a6b-4d5c-947d-73f4cd578335" providerId="ADAL" clId="{D75116DC-27F0-4E16-A913-163E65D3EEAA}" dt="2025-02-11T19:23:01.821" v="4395" actId="47"/>
        <pc:sldMkLst>
          <pc:docMk/>
          <pc:sldMk cId="2278504742" sldId="960"/>
        </pc:sldMkLst>
      </pc:sldChg>
      <pc:sldChg chg="del">
        <pc:chgData name="Mukherjee, Shouvik" userId="8a0946e8-3a6b-4d5c-947d-73f4cd578335" providerId="ADAL" clId="{D75116DC-27F0-4E16-A913-163E65D3EEAA}" dt="2025-02-11T19:23:02.375" v="4396" actId="47"/>
        <pc:sldMkLst>
          <pc:docMk/>
          <pc:sldMk cId="3036186723" sldId="961"/>
        </pc:sldMkLst>
      </pc:sldChg>
      <pc:sldChg chg="del">
        <pc:chgData name="Mukherjee, Shouvik" userId="8a0946e8-3a6b-4d5c-947d-73f4cd578335" providerId="ADAL" clId="{D75116DC-27F0-4E16-A913-163E65D3EEAA}" dt="2025-02-11T19:23:22.993" v="4403" actId="47"/>
        <pc:sldMkLst>
          <pc:docMk/>
          <pc:sldMk cId="924491106" sldId="962"/>
        </pc:sldMkLst>
      </pc:sldChg>
      <pc:sldChg chg="del">
        <pc:chgData name="Mukherjee, Shouvik" userId="8a0946e8-3a6b-4d5c-947d-73f4cd578335" providerId="ADAL" clId="{D75116DC-27F0-4E16-A913-163E65D3EEAA}" dt="2025-02-11T19:23:23.731" v="4404" actId="47"/>
        <pc:sldMkLst>
          <pc:docMk/>
          <pc:sldMk cId="12429188" sldId="963"/>
        </pc:sldMkLst>
      </pc:sldChg>
      <pc:sldChg chg="del">
        <pc:chgData name="Mukherjee, Shouvik" userId="8a0946e8-3a6b-4d5c-947d-73f4cd578335" providerId="ADAL" clId="{D75116DC-27F0-4E16-A913-163E65D3EEAA}" dt="2025-02-11T19:23:24.912" v="4405" actId="47"/>
        <pc:sldMkLst>
          <pc:docMk/>
          <pc:sldMk cId="3020082435" sldId="964"/>
        </pc:sldMkLst>
      </pc:sldChg>
      <pc:sldChg chg="del">
        <pc:chgData name="Mukherjee, Shouvik" userId="8a0946e8-3a6b-4d5c-947d-73f4cd578335" providerId="ADAL" clId="{D75116DC-27F0-4E16-A913-163E65D3EEAA}" dt="2025-02-11T19:23:26.537" v="4406" actId="47"/>
        <pc:sldMkLst>
          <pc:docMk/>
          <pc:sldMk cId="1832960441" sldId="965"/>
        </pc:sldMkLst>
      </pc:sldChg>
      <pc:sldChg chg="del">
        <pc:chgData name="Mukherjee, Shouvik" userId="8a0946e8-3a6b-4d5c-947d-73f4cd578335" providerId="ADAL" clId="{D75116DC-27F0-4E16-A913-163E65D3EEAA}" dt="2025-02-11T19:23:04.303" v="4399" actId="47"/>
        <pc:sldMkLst>
          <pc:docMk/>
          <pc:sldMk cId="3028637871" sldId="966"/>
        </pc:sldMkLst>
      </pc:sldChg>
      <pc:sldChg chg="del">
        <pc:chgData name="Mukherjee, Shouvik" userId="8a0946e8-3a6b-4d5c-947d-73f4cd578335" providerId="ADAL" clId="{D75116DC-27F0-4E16-A913-163E65D3EEAA}" dt="2025-02-11T19:23:02.847" v="4397" actId="47"/>
        <pc:sldMkLst>
          <pc:docMk/>
          <pc:sldMk cId="494451075" sldId="967"/>
        </pc:sldMkLst>
      </pc:sldChg>
      <pc:sldChg chg="del">
        <pc:chgData name="Mukherjee, Shouvik" userId="8a0946e8-3a6b-4d5c-947d-73f4cd578335" providerId="ADAL" clId="{D75116DC-27F0-4E16-A913-163E65D3EEAA}" dt="2025-02-11T19:23:21.165" v="4400" actId="47"/>
        <pc:sldMkLst>
          <pc:docMk/>
          <pc:sldMk cId="3722917090" sldId="968"/>
        </pc:sldMkLst>
      </pc:sldChg>
      <pc:sldChg chg="del">
        <pc:chgData name="Mukherjee, Shouvik" userId="8a0946e8-3a6b-4d5c-947d-73f4cd578335" providerId="ADAL" clId="{D75116DC-27F0-4E16-A913-163E65D3EEAA}" dt="2025-02-11T19:23:22.016" v="4401" actId="47"/>
        <pc:sldMkLst>
          <pc:docMk/>
          <pc:sldMk cId="2053754734" sldId="969"/>
        </pc:sldMkLst>
      </pc:sldChg>
      <pc:sldChg chg="del">
        <pc:chgData name="Mukherjee, Shouvik" userId="8a0946e8-3a6b-4d5c-947d-73f4cd578335" providerId="ADAL" clId="{D75116DC-27F0-4E16-A913-163E65D3EEAA}" dt="2025-02-11T19:23:22.362" v="4402" actId="47"/>
        <pc:sldMkLst>
          <pc:docMk/>
          <pc:sldMk cId="681187625" sldId="970"/>
        </pc:sldMkLst>
      </pc:sldChg>
      <pc:sldChg chg="add del setBg">
        <pc:chgData name="Mukherjee, Shouvik" userId="8a0946e8-3a6b-4d5c-947d-73f4cd578335" providerId="ADAL" clId="{D75116DC-27F0-4E16-A913-163E65D3EEAA}" dt="2025-02-11T07:40:13.103" v="1"/>
        <pc:sldMkLst>
          <pc:docMk/>
          <pc:sldMk cId="469224175" sldId="971"/>
        </pc:sldMkLst>
      </pc:sldChg>
      <pc:sldChg chg="add">
        <pc:chgData name="Mukherjee, Shouvik" userId="8a0946e8-3a6b-4d5c-947d-73f4cd578335" providerId="ADAL" clId="{D75116DC-27F0-4E16-A913-163E65D3EEAA}" dt="2025-02-11T07:40:20.009" v="2"/>
        <pc:sldMkLst>
          <pc:docMk/>
          <pc:sldMk cId="2774589502" sldId="971"/>
        </pc:sldMkLst>
      </pc:sldChg>
      <pc:sldChg chg="modSp add mod">
        <pc:chgData name="Mukherjee, Shouvik" userId="8a0946e8-3a6b-4d5c-947d-73f4cd578335" providerId="ADAL" clId="{D75116DC-27F0-4E16-A913-163E65D3EEAA}" dt="2025-02-11T07:51:53.527" v="167" actId="20577"/>
        <pc:sldMkLst>
          <pc:docMk/>
          <pc:sldMk cId="1533219544" sldId="972"/>
        </pc:sldMkLst>
        <pc:spChg chg="mod">
          <ac:chgData name="Mukherjee, Shouvik" userId="8a0946e8-3a6b-4d5c-947d-73f4cd578335" providerId="ADAL" clId="{D75116DC-27F0-4E16-A913-163E65D3EEAA}" dt="2025-02-11T07:51:53.527" v="167" actId="20577"/>
          <ac:spMkLst>
            <pc:docMk/>
            <pc:sldMk cId="1533219544" sldId="972"/>
            <ac:spMk id="4" creationId="{D4A387F1-EA8E-4E7F-B8A9-23B600B6A2B9}"/>
          </ac:spMkLst>
        </pc:spChg>
      </pc:sldChg>
      <pc:sldChg chg="addSp delSp modSp add mod">
        <pc:chgData name="Mukherjee, Shouvik" userId="8a0946e8-3a6b-4d5c-947d-73f4cd578335" providerId="ADAL" clId="{D75116DC-27F0-4E16-A913-163E65D3EEAA}" dt="2025-02-13T10:48:25.566" v="5868" actId="1582"/>
        <pc:sldMkLst>
          <pc:docMk/>
          <pc:sldMk cId="399483182" sldId="2147347689"/>
        </pc:sldMkLst>
        <pc:spChg chg="mod">
          <ac:chgData name="Mukherjee, Shouvik" userId="8a0946e8-3a6b-4d5c-947d-73f4cd578335" providerId="ADAL" clId="{D75116DC-27F0-4E16-A913-163E65D3EEAA}" dt="2025-02-11T19:00:33.760" v="2812" actId="20577"/>
          <ac:spMkLst>
            <pc:docMk/>
            <pc:sldMk cId="399483182" sldId="2147347689"/>
            <ac:spMk id="2" creationId="{00000000-0000-0000-0000-000000000000}"/>
          </ac:spMkLst>
        </pc:spChg>
        <pc:spChg chg="del">
          <ac:chgData name="Mukherjee, Shouvik" userId="8a0946e8-3a6b-4d5c-947d-73f4cd578335" providerId="ADAL" clId="{D75116DC-27F0-4E16-A913-163E65D3EEAA}" dt="2025-02-11T18:36:51.466" v="2396" actId="478"/>
          <ac:spMkLst>
            <pc:docMk/>
            <pc:sldMk cId="399483182" sldId="2147347689"/>
            <ac:spMk id="5" creationId="{32DA97C2-9046-7EBB-C4DA-1A9D51C5C516}"/>
          </ac:spMkLst>
        </pc:spChg>
        <pc:spChg chg="del">
          <ac:chgData name="Mukherjee, Shouvik" userId="8a0946e8-3a6b-4d5c-947d-73f4cd578335" providerId="ADAL" clId="{D75116DC-27F0-4E16-A913-163E65D3EEAA}" dt="2025-02-11T18:36:49.520" v="2394" actId="478"/>
          <ac:spMkLst>
            <pc:docMk/>
            <pc:sldMk cId="399483182" sldId="2147347689"/>
            <ac:spMk id="8" creationId="{B9A8A099-0D57-9736-2466-EA36476292CC}"/>
          </ac:spMkLst>
        </pc:spChg>
        <pc:spChg chg="mod">
          <ac:chgData name="Mukherjee, Shouvik" userId="8a0946e8-3a6b-4d5c-947d-73f4cd578335" providerId="ADAL" clId="{D75116DC-27F0-4E16-A913-163E65D3EEAA}" dt="2025-02-11T19:01:27.283" v="2844" actId="20577"/>
          <ac:spMkLst>
            <pc:docMk/>
            <pc:sldMk cId="399483182" sldId="2147347689"/>
            <ac:spMk id="9" creationId="{13CA96CC-79E4-6ABA-D890-025F52A22829}"/>
          </ac:spMkLst>
        </pc:spChg>
        <pc:spChg chg="mod">
          <ac:chgData name="Mukherjee, Shouvik" userId="8a0946e8-3a6b-4d5c-947d-73f4cd578335" providerId="ADAL" clId="{D75116DC-27F0-4E16-A913-163E65D3EEAA}" dt="2025-02-11T19:01:38.780" v="2858" actId="20577"/>
          <ac:spMkLst>
            <pc:docMk/>
            <pc:sldMk cId="399483182" sldId="2147347689"/>
            <ac:spMk id="12" creationId="{1A35F1BB-8BAC-6441-0AB4-431DF9E848EC}"/>
          </ac:spMkLst>
        </pc:spChg>
        <pc:spChg chg="mod topLvl">
          <ac:chgData name="Mukherjee, Shouvik" userId="8a0946e8-3a6b-4d5c-947d-73f4cd578335" providerId="ADAL" clId="{D75116DC-27F0-4E16-A913-163E65D3EEAA}" dt="2025-02-11T19:01:33.835" v="2851" actId="20577"/>
          <ac:spMkLst>
            <pc:docMk/>
            <pc:sldMk cId="399483182" sldId="2147347689"/>
            <ac:spMk id="15" creationId="{B6C238B5-0872-122D-602C-247134238BEA}"/>
          </ac:spMkLst>
        </pc:spChg>
        <pc:spChg chg="del">
          <ac:chgData name="Mukherjee, Shouvik" userId="8a0946e8-3a6b-4d5c-947d-73f4cd578335" providerId="ADAL" clId="{D75116DC-27F0-4E16-A913-163E65D3EEAA}" dt="2025-02-11T18:36:56.064" v="2399" actId="478"/>
          <ac:spMkLst>
            <pc:docMk/>
            <pc:sldMk cId="399483182" sldId="2147347689"/>
            <ac:spMk id="17" creationId="{5840E0DE-9A7D-492C-9B30-E1FE2679E14A}"/>
          </ac:spMkLst>
        </pc:spChg>
        <pc:spChg chg="mod topLvl">
          <ac:chgData name="Mukherjee, Shouvik" userId="8a0946e8-3a6b-4d5c-947d-73f4cd578335" providerId="ADAL" clId="{D75116DC-27F0-4E16-A913-163E65D3EEAA}" dt="2025-02-13T10:45:27.724" v="5847" actId="165"/>
          <ac:spMkLst>
            <pc:docMk/>
            <pc:sldMk cId="399483182" sldId="2147347689"/>
            <ac:spMk id="19" creationId="{D0F79075-893E-37FF-67A3-5A6B7894913D}"/>
          </ac:spMkLst>
        </pc:spChg>
        <pc:spChg chg="del">
          <ac:chgData name="Mukherjee, Shouvik" userId="8a0946e8-3a6b-4d5c-947d-73f4cd578335" providerId="ADAL" clId="{D75116DC-27F0-4E16-A913-163E65D3EEAA}" dt="2025-02-11T18:59:10.333" v="2736" actId="478"/>
          <ac:spMkLst>
            <pc:docMk/>
            <pc:sldMk cId="399483182" sldId="2147347689"/>
            <ac:spMk id="25" creationId="{ECA0AA33-C61C-E679-43D8-B46869962F7A}"/>
          </ac:spMkLst>
        </pc:spChg>
        <pc:spChg chg="mod topLvl">
          <ac:chgData name="Mukherjee, Shouvik" userId="8a0946e8-3a6b-4d5c-947d-73f4cd578335" providerId="ADAL" clId="{D75116DC-27F0-4E16-A913-163E65D3EEAA}" dt="2025-02-11T19:01:16.013" v="2837" actId="478"/>
          <ac:spMkLst>
            <pc:docMk/>
            <pc:sldMk cId="399483182" sldId="2147347689"/>
            <ac:spMk id="31" creationId="{C04C7245-6898-39CB-1F04-B38AE8B33F12}"/>
          </ac:spMkLst>
        </pc:spChg>
        <pc:spChg chg="add mod">
          <ac:chgData name="Mukherjee, Shouvik" userId="8a0946e8-3a6b-4d5c-947d-73f4cd578335" providerId="ADAL" clId="{D75116DC-27F0-4E16-A913-163E65D3EEAA}" dt="2025-02-11T19:06:55.009" v="3236" actId="1035"/>
          <ac:spMkLst>
            <pc:docMk/>
            <pc:sldMk cId="399483182" sldId="2147347689"/>
            <ac:spMk id="33" creationId="{599750CD-2F5D-9F29-0F70-01EBCE5D4EDC}"/>
          </ac:spMkLst>
        </pc:spChg>
        <pc:spChg chg="add mod">
          <ac:chgData name="Mukherjee, Shouvik" userId="8a0946e8-3a6b-4d5c-947d-73f4cd578335" providerId="ADAL" clId="{D75116DC-27F0-4E16-A913-163E65D3EEAA}" dt="2025-02-11T19:06:55.009" v="3236" actId="1035"/>
          <ac:spMkLst>
            <pc:docMk/>
            <pc:sldMk cId="399483182" sldId="2147347689"/>
            <ac:spMk id="34" creationId="{89D68D21-4433-20F2-6BCE-4C9DF9F7E3A0}"/>
          </ac:spMkLst>
        </pc:spChg>
        <pc:spChg chg="add mod ord">
          <ac:chgData name="Mukherjee, Shouvik" userId="8a0946e8-3a6b-4d5c-947d-73f4cd578335" providerId="ADAL" clId="{D75116DC-27F0-4E16-A913-163E65D3EEAA}" dt="2025-02-13T10:34:51.077" v="5763" actId="20577"/>
          <ac:spMkLst>
            <pc:docMk/>
            <pc:sldMk cId="399483182" sldId="2147347689"/>
            <ac:spMk id="35" creationId="{40C0F129-B33E-9A35-52ED-BB97BDC67E6C}"/>
          </ac:spMkLst>
        </pc:spChg>
        <pc:spChg chg="add mod">
          <ac:chgData name="Mukherjee, Shouvik" userId="8a0946e8-3a6b-4d5c-947d-73f4cd578335" providerId="ADAL" clId="{D75116DC-27F0-4E16-A913-163E65D3EEAA}" dt="2025-02-11T19:06:55.009" v="3236" actId="1035"/>
          <ac:spMkLst>
            <pc:docMk/>
            <pc:sldMk cId="399483182" sldId="2147347689"/>
            <ac:spMk id="36" creationId="{C5ECE085-E677-3DC8-FD05-0A4A87C51E58}"/>
          </ac:spMkLst>
        </pc:spChg>
        <pc:spChg chg="add mod">
          <ac:chgData name="Mukherjee, Shouvik" userId="8a0946e8-3a6b-4d5c-947d-73f4cd578335" providerId="ADAL" clId="{D75116DC-27F0-4E16-A913-163E65D3EEAA}" dt="2025-02-11T19:06:55.009" v="3236" actId="1035"/>
          <ac:spMkLst>
            <pc:docMk/>
            <pc:sldMk cId="399483182" sldId="2147347689"/>
            <ac:spMk id="37" creationId="{BF0EB579-90B8-B7E1-3D24-C9B40AAB0E0D}"/>
          </ac:spMkLst>
        </pc:spChg>
        <pc:spChg chg="add del mod">
          <ac:chgData name="Mukherjee, Shouvik" userId="8a0946e8-3a6b-4d5c-947d-73f4cd578335" providerId="ADAL" clId="{D75116DC-27F0-4E16-A913-163E65D3EEAA}" dt="2025-02-11T19:06:08.644" v="3190" actId="478"/>
          <ac:spMkLst>
            <pc:docMk/>
            <pc:sldMk cId="399483182" sldId="2147347689"/>
            <ac:spMk id="38" creationId="{D1FDCA1B-A6CC-8122-847B-E9DE84D17112}"/>
          </ac:spMkLst>
        </pc:spChg>
        <pc:spChg chg="add mod">
          <ac:chgData name="Mukherjee, Shouvik" userId="8a0946e8-3a6b-4d5c-947d-73f4cd578335" providerId="ADAL" clId="{D75116DC-27F0-4E16-A913-163E65D3EEAA}" dt="2025-02-11T19:06:32.952" v="3197" actId="14100"/>
          <ac:spMkLst>
            <pc:docMk/>
            <pc:sldMk cId="399483182" sldId="2147347689"/>
            <ac:spMk id="39" creationId="{14B757CE-EF45-3014-B1D2-6208DA8DCB43}"/>
          </ac:spMkLst>
        </pc:spChg>
        <pc:spChg chg="add del mod">
          <ac:chgData name="Mukherjee, Shouvik" userId="8a0946e8-3a6b-4d5c-947d-73f4cd578335" providerId="ADAL" clId="{D75116DC-27F0-4E16-A913-163E65D3EEAA}" dt="2025-02-11T19:06:10.754" v="3191" actId="478"/>
          <ac:spMkLst>
            <pc:docMk/>
            <pc:sldMk cId="399483182" sldId="2147347689"/>
            <ac:spMk id="40" creationId="{9B75762B-B5BA-03B0-E717-0B5CA10B539A}"/>
          </ac:spMkLst>
        </pc:spChg>
        <pc:spChg chg="add mod">
          <ac:chgData name="Mukherjee, Shouvik" userId="8a0946e8-3a6b-4d5c-947d-73f4cd578335" providerId="ADAL" clId="{D75116DC-27F0-4E16-A913-163E65D3EEAA}" dt="2025-02-11T19:06:55.009" v="3236" actId="1035"/>
          <ac:spMkLst>
            <pc:docMk/>
            <pc:sldMk cId="399483182" sldId="2147347689"/>
            <ac:spMk id="41" creationId="{A72EC62D-48B3-3C44-66BB-7DA937C78AE0}"/>
          </ac:spMkLst>
        </pc:spChg>
        <pc:spChg chg="add mod">
          <ac:chgData name="Mukherjee, Shouvik" userId="8a0946e8-3a6b-4d5c-947d-73f4cd578335" providerId="ADAL" clId="{D75116DC-27F0-4E16-A913-163E65D3EEAA}" dt="2025-02-11T19:06:44.184" v="3200" actId="1076"/>
          <ac:spMkLst>
            <pc:docMk/>
            <pc:sldMk cId="399483182" sldId="2147347689"/>
            <ac:spMk id="45" creationId="{A7485BC9-1AA9-F56F-E861-9FE0A5065DE3}"/>
          </ac:spMkLst>
        </pc:spChg>
        <pc:spChg chg="add mod">
          <ac:chgData name="Mukherjee, Shouvik" userId="8a0946e8-3a6b-4d5c-947d-73f4cd578335" providerId="ADAL" clId="{D75116DC-27F0-4E16-A913-163E65D3EEAA}" dt="2025-02-11T19:06:55.009" v="3236" actId="1035"/>
          <ac:spMkLst>
            <pc:docMk/>
            <pc:sldMk cId="399483182" sldId="2147347689"/>
            <ac:spMk id="47" creationId="{ABB0ABEB-638A-BFA3-03D0-AA5B7A6EF14A}"/>
          </ac:spMkLst>
        </pc:spChg>
        <pc:spChg chg="add mod">
          <ac:chgData name="Mukherjee, Shouvik" userId="8a0946e8-3a6b-4d5c-947d-73f4cd578335" providerId="ADAL" clId="{D75116DC-27F0-4E16-A913-163E65D3EEAA}" dt="2025-02-13T10:34:29.617" v="5762" actId="20577"/>
          <ac:spMkLst>
            <pc:docMk/>
            <pc:sldMk cId="399483182" sldId="2147347689"/>
            <ac:spMk id="48" creationId="{521A07A9-1871-6507-98B9-A88093D99D98}"/>
          </ac:spMkLst>
        </pc:spChg>
        <pc:spChg chg="add mod">
          <ac:chgData name="Mukherjee, Shouvik" userId="8a0946e8-3a6b-4d5c-947d-73f4cd578335" providerId="ADAL" clId="{D75116DC-27F0-4E16-A913-163E65D3EEAA}" dt="2025-02-11T19:04:31.911" v="3165"/>
          <ac:spMkLst>
            <pc:docMk/>
            <pc:sldMk cId="399483182" sldId="2147347689"/>
            <ac:spMk id="50" creationId="{F0354117-9065-56FD-D872-C44DADC98D2A}"/>
          </ac:spMkLst>
        </pc:spChg>
        <pc:spChg chg="add mod">
          <ac:chgData name="Mukherjee, Shouvik" userId="8a0946e8-3a6b-4d5c-947d-73f4cd578335" providerId="ADAL" clId="{D75116DC-27F0-4E16-A913-163E65D3EEAA}" dt="2025-02-11T19:04:31.911" v="3165"/>
          <ac:spMkLst>
            <pc:docMk/>
            <pc:sldMk cId="399483182" sldId="2147347689"/>
            <ac:spMk id="51" creationId="{ADBACCA9-6954-FB03-F3A6-859C1289C557}"/>
          </ac:spMkLst>
        </pc:spChg>
        <pc:spChg chg="add mod">
          <ac:chgData name="Mukherjee, Shouvik" userId="8a0946e8-3a6b-4d5c-947d-73f4cd578335" providerId="ADAL" clId="{D75116DC-27F0-4E16-A913-163E65D3EEAA}" dt="2025-02-11T19:04:31.911" v="3165"/>
          <ac:spMkLst>
            <pc:docMk/>
            <pc:sldMk cId="399483182" sldId="2147347689"/>
            <ac:spMk id="52" creationId="{0C27F266-514B-E256-AEEB-415E970951EA}"/>
          </ac:spMkLst>
        </pc:spChg>
        <pc:spChg chg="add mod">
          <ac:chgData name="Mukherjee, Shouvik" userId="8a0946e8-3a6b-4d5c-947d-73f4cd578335" providerId="ADAL" clId="{D75116DC-27F0-4E16-A913-163E65D3EEAA}" dt="2025-02-11T19:04:31.911" v="3165"/>
          <ac:spMkLst>
            <pc:docMk/>
            <pc:sldMk cId="399483182" sldId="2147347689"/>
            <ac:spMk id="53" creationId="{931F7561-BC5D-C308-30C8-62864C21BEB1}"/>
          </ac:spMkLst>
        </pc:spChg>
        <pc:spChg chg="add mod">
          <ac:chgData name="Mukherjee, Shouvik" userId="8a0946e8-3a6b-4d5c-947d-73f4cd578335" providerId="ADAL" clId="{D75116DC-27F0-4E16-A913-163E65D3EEAA}" dt="2025-02-11T19:04:31.911" v="3165"/>
          <ac:spMkLst>
            <pc:docMk/>
            <pc:sldMk cId="399483182" sldId="2147347689"/>
            <ac:spMk id="54" creationId="{A8AEE842-80D2-2F56-3986-FE2A2BD3DB13}"/>
          </ac:spMkLst>
        </pc:spChg>
        <pc:spChg chg="add mod">
          <ac:chgData name="Mukherjee, Shouvik" userId="8a0946e8-3a6b-4d5c-947d-73f4cd578335" providerId="ADAL" clId="{D75116DC-27F0-4E16-A913-163E65D3EEAA}" dt="2025-02-11T19:04:31.911" v="3165"/>
          <ac:spMkLst>
            <pc:docMk/>
            <pc:sldMk cId="399483182" sldId="2147347689"/>
            <ac:spMk id="55" creationId="{F7528FF1-6099-F917-7EC2-569888CC2D0F}"/>
          </ac:spMkLst>
        </pc:spChg>
        <pc:spChg chg="add mod">
          <ac:chgData name="Mukherjee, Shouvik" userId="8a0946e8-3a6b-4d5c-947d-73f4cd578335" providerId="ADAL" clId="{D75116DC-27F0-4E16-A913-163E65D3EEAA}" dt="2025-02-11T19:04:31.911" v="3165"/>
          <ac:spMkLst>
            <pc:docMk/>
            <pc:sldMk cId="399483182" sldId="2147347689"/>
            <ac:spMk id="56" creationId="{2BB4D9C3-4C0E-3BF4-C24D-C6ACAA4B85E9}"/>
          </ac:spMkLst>
        </pc:spChg>
        <pc:spChg chg="add del mod">
          <ac:chgData name="Mukherjee, Shouvik" userId="8a0946e8-3a6b-4d5c-947d-73f4cd578335" providerId="ADAL" clId="{D75116DC-27F0-4E16-A913-163E65D3EEAA}" dt="2025-02-11T19:05:30.175" v="3169" actId="478"/>
          <ac:spMkLst>
            <pc:docMk/>
            <pc:sldMk cId="399483182" sldId="2147347689"/>
            <ac:spMk id="57" creationId="{9116D284-CA2F-D1DC-5ED0-1A98BEEAF082}"/>
          </ac:spMkLst>
        </pc:spChg>
        <pc:spChg chg="add del mod">
          <ac:chgData name="Mukherjee, Shouvik" userId="8a0946e8-3a6b-4d5c-947d-73f4cd578335" providerId="ADAL" clId="{D75116DC-27F0-4E16-A913-163E65D3EEAA}" dt="2025-02-11T19:05:30.175" v="3169" actId="478"/>
          <ac:spMkLst>
            <pc:docMk/>
            <pc:sldMk cId="399483182" sldId="2147347689"/>
            <ac:spMk id="58" creationId="{479044F8-DE0F-B791-47AF-19EE080564CE}"/>
          </ac:spMkLst>
        </pc:spChg>
        <pc:spChg chg="add del mod">
          <ac:chgData name="Mukherjee, Shouvik" userId="8a0946e8-3a6b-4d5c-947d-73f4cd578335" providerId="ADAL" clId="{D75116DC-27F0-4E16-A913-163E65D3EEAA}" dt="2025-02-11T19:05:30.175" v="3169" actId="478"/>
          <ac:spMkLst>
            <pc:docMk/>
            <pc:sldMk cId="399483182" sldId="2147347689"/>
            <ac:spMk id="59" creationId="{7B74F330-6059-0746-DDD6-F487C59328B8}"/>
          </ac:spMkLst>
        </pc:spChg>
        <pc:spChg chg="add mod">
          <ac:chgData name="Mukherjee, Shouvik" userId="8a0946e8-3a6b-4d5c-947d-73f4cd578335" providerId="ADAL" clId="{D75116DC-27F0-4E16-A913-163E65D3EEAA}" dt="2025-02-11T19:06:22.879" v="3193" actId="1076"/>
          <ac:spMkLst>
            <pc:docMk/>
            <pc:sldMk cId="399483182" sldId="2147347689"/>
            <ac:spMk id="60" creationId="{E4DFB8C5-3923-F394-B91C-7D407E6CD620}"/>
          </ac:spMkLst>
        </pc:spChg>
        <pc:spChg chg="del">
          <ac:chgData name="Mukherjee, Shouvik" userId="8a0946e8-3a6b-4d5c-947d-73f4cd578335" providerId="ADAL" clId="{D75116DC-27F0-4E16-A913-163E65D3EEAA}" dt="2025-02-11T18:59:10.333" v="2736" actId="478"/>
          <ac:spMkLst>
            <pc:docMk/>
            <pc:sldMk cId="399483182" sldId="2147347689"/>
            <ac:spMk id="146" creationId="{01B1450C-032A-FEAB-19D7-AE40197936B1}"/>
          </ac:spMkLst>
        </pc:spChg>
        <pc:spChg chg="mod">
          <ac:chgData name="Mukherjee, Shouvik" userId="8a0946e8-3a6b-4d5c-947d-73f4cd578335" providerId="ADAL" clId="{D75116DC-27F0-4E16-A913-163E65D3EEAA}" dt="2025-02-11T19:00:55.413" v="2817" actId="1076"/>
          <ac:spMkLst>
            <pc:docMk/>
            <pc:sldMk cId="399483182" sldId="2147347689"/>
            <ac:spMk id="147" creationId="{B825ABCE-2CA3-09E8-A751-E575F50B25A8}"/>
          </ac:spMkLst>
        </pc:spChg>
        <pc:spChg chg="del">
          <ac:chgData name="Mukherjee, Shouvik" userId="8a0946e8-3a6b-4d5c-947d-73f4cd578335" providerId="ADAL" clId="{D75116DC-27F0-4E16-A913-163E65D3EEAA}" dt="2025-02-11T18:36:47.921" v="2392" actId="478"/>
          <ac:spMkLst>
            <pc:docMk/>
            <pc:sldMk cId="399483182" sldId="2147347689"/>
            <ac:spMk id="150" creationId="{E41585EE-481F-C42E-FF60-9AA6221D0519}"/>
          </ac:spMkLst>
        </pc:spChg>
        <pc:spChg chg="del">
          <ac:chgData name="Mukherjee, Shouvik" userId="8a0946e8-3a6b-4d5c-947d-73f4cd578335" providerId="ADAL" clId="{D75116DC-27F0-4E16-A913-163E65D3EEAA}" dt="2025-02-11T18:36:45.194" v="2389" actId="478"/>
          <ac:spMkLst>
            <pc:docMk/>
            <pc:sldMk cId="399483182" sldId="2147347689"/>
            <ac:spMk id="158" creationId="{7AD3097F-4BEE-EE16-E657-5356B6C84017}"/>
          </ac:spMkLst>
        </pc:spChg>
        <pc:spChg chg="mod">
          <ac:chgData name="Mukherjee, Shouvik" userId="8a0946e8-3a6b-4d5c-947d-73f4cd578335" providerId="ADAL" clId="{D75116DC-27F0-4E16-A913-163E65D3EEAA}" dt="2025-02-11T19:00:49.248" v="2814" actId="1076"/>
          <ac:spMkLst>
            <pc:docMk/>
            <pc:sldMk cId="399483182" sldId="2147347689"/>
            <ac:spMk id="166" creationId="{6418ECC0-575C-1412-F593-A421D37F7B4E}"/>
          </ac:spMkLst>
        </pc:spChg>
        <pc:spChg chg="mod topLvl">
          <ac:chgData name="Mukherjee, Shouvik" userId="8a0946e8-3a6b-4d5c-947d-73f4cd578335" providerId="ADAL" clId="{D75116DC-27F0-4E16-A913-163E65D3EEAA}" dt="2025-02-13T10:37:47.145" v="5783" actId="1076"/>
          <ac:spMkLst>
            <pc:docMk/>
            <pc:sldMk cId="399483182" sldId="2147347689"/>
            <ac:spMk id="174" creationId="{9439881F-8D3F-A143-7400-E19E524AF17E}"/>
          </ac:spMkLst>
        </pc:spChg>
        <pc:spChg chg="del">
          <ac:chgData name="Mukherjee, Shouvik" userId="8a0946e8-3a6b-4d5c-947d-73f4cd578335" providerId="ADAL" clId="{D75116DC-27F0-4E16-A913-163E65D3EEAA}" dt="2025-02-11T18:59:10.333" v="2736" actId="478"/>
          <ac:spMkLst>
            <pc:docMk/>
            <pc:sldMk cId="399483182" sldId="2147347689"/>
            <ac:spMk id="180" creationId="{934BF141-8CBA-422D-A514-FFF1D24FE115}"/>
          </ac:spMkLst>
        </pc:spChg>
        <pc:spChg chg="del">
          <ac:chgData name="Mukherjee, Shouvik" userId="8a0946e8-3a6b-4d5c-947d-73f4cd578335" providerId="ADAL" clId="{D75116DC-27F0-4E16-A913-163E65D3EEAA}" dt="2025-02-11T18:59:10.333" v="2736" actId="478"/>
          <ac:spMkLst>
            <pc:docMk/>
            <pc:sldMk cId="399483182" sldId="2147347689"/>
            <ac:spMk id="192" creationId="{5D59401A-A1C2-9632-91F6-5121D06E7305}"/>
          </ac:spMkLst>
        </pc:spChg>
        <pc:spChg chg="del">
          <ac:chgData name="Mukherjee, Shouvik" userId="8a0946e8-3a6b-4d5c-947d-73f4cd578335" providerId="ADAL" clId="{D75116DC-27F0-4E16-A913-163E65D3EEAA}" dt="2025-02-11T18:59:10.333" v="2736" actId="478"/>
          <ac:spMkLst>
            <pc:docMk/>
            <pc:sldMk cId="399483182" sldId="2147347689"/>
            <ac:spMk id="193" creationId="{1F0C7543-45DD-F9E4-012D-CCA2CF7C8446}"/>
          </ac:spMkLst>
        </pc:spChg>
        <pc:spChg chg="del">
          <ac:chgData name="Mukherjee, Shouvik" userId="8a0946e8-3a6b-4d5c-947d-73f4cd578335" providerId="ADAL" clId="{D75116DC-27F0-4E16-A913-163E65D3EEAA}" dt="2025-02-11T18:59:10.333" v="2736" actId="478"/>
          <ac:spMkLst>
            <pc:docMk/>
            <pc:sldMk cId="399483182" sldId="2147347689"/>
            <ac:spMk id="194" creationId="{F549E104-453D-2E8A-8B70-FE89BC98F650}"/>
          </ac:spMkLst>
        </pc:spChg>
        <pc:spChg chg="mod">
          <ac:chgData name="Mukherjee, Shouvik" userId="8a0946e8-3a6b-4d5c-947d-73f4cd578335" providerId="ADAL" clId="{D75116DC-27F0-4E16-A913-163E65D3EEAA}" dt="2025-02-11T18:59:02.761" v="2735" actId="1037"/>
          <ac:spMkLst>
            <pc:docMk/>
            <pc:sldMk cId="399483182" sldId="2147347689"/>
            <ac:spMk id="195" creationId="{5AAFB5BE-79E4-A8C6-1153-60DF9D0A2D45}"/>
          </ac:spMkLst>
        </pc:spChg>
        <pc:spChg chg="del">
          <ac:chgData name="Mukherjee, Shouvik" userId="8a0946e8-3a6b-4d5c-947d-73f4cd578335" providerId="ADAL" clId="{D75116DC-27F0-4E16-A913-163E65D3EEAA}" dt="2025-02-11T18:59:10.333" v="2736" actId="478"/>
          <ac:spMkLst>
            <pc:docMk/>
            <pc:sldMk cId="399483182" sldId="2147347689"/>
            <ac:spMk id="196" creationId="{01BF27D3-985A-E81B-BD75-1F9E043DA72A}"/>
          </ac:spMkLst>
        </pc:spChg>
        <pc:spChg chg="del">
          <ac:chgData name="Mukherjee, Shouvik" userId="8a0946e8-3a6b-4d5c-947d-73f4cd578335" providerId="ADAL" clId="{D75116DC-27F0-4E16-A913-163E65D3EEAA}" dt="2025-02-11T18:59:10.333" v="2736" actId="478"/>
          <ac:spMkLst>
            <pc:docMk/>
            <pc:sldMk cId="399483182" sldId="2147347689"/>
            <ac:spMk id="198" creationId="{CE862740-3513-1104-315A-E31BB338C0EC}"/>
          </ac:spMkLst>
        </pc:spChg>
        <pc:spChg chg="del">
          <ac:chgData name="Mukherjee, Shouvik" userId="8a0946e8-3a6b-4d5c-947d-73f4cd578335" providerId="ADAL" clId="{D75116DC-27F0-4E16-A913-163E65D3EEAA}" dt="2025-02-11T18:36:55.244" v="2398" actId="478"/>
          <ac:spMkLst>
            <pc:docMk/>
            <pc:sldMk cId="399483182" sldId="2147347689"/>
            <ac:spMk id="201" creationId="{46DA6D81-F25D-6CBB-2933-995997B8F4B9}"/>
          </ac:spMkLst>
        </pc:spChg>
        <pc:spChg chg="del">
          <ac:chgData name="Mukherjee, Shouvik" userId="8a0946e8-3a6b-4d5c-947d-73f4cd578335" providerId="ADAL" clId="{D75116DC-27F0-4E16-A913-163E65D3EEAA}" dt="2025-02-11T18:59:10.333" v="2736" actId="478"/>
          <ac:spMkLst>
            <pc:docMk/>
            <pc:sldMk cId="399483182" sldId="2147347689"/>
            <ac:spMk id="203" creationId="{DB96D7BC-3750-EF55-BD86-482D1D09FA0F}"/>
          </ac:spMkLst>
        </pc:spChg>
        <pc:spChg chg="del">
          <ac:chgData name="Mukherjee, Shouvik" userId="8a0946e8-3a6b-4d5c-947d-73f4cd578335" providerId="ADAL" clId="{D75116DC-27F0-4E16-A913-163E65D3EEAA}" dt="2025-02-11T18:59:10.333" v="2736" actId="478"/>
          <ac:spMkLst>
            <pc:docMk/>
            <pc:sldMk cId="399483182" sldId="2147347689"/>
            <ac:spMk id="204" creationId="{6407DACE-C57D-7576-BECD-A01F6DE83299}"/>
          </ac:spMkLst>
        </pc:spChg>
        <pc:spChg chg="del">
          <ac:chgData name="Mukherjee, Shouvik" userId="8a0946e8-3a6b-4d5c-947d-73f4cd578335" providerId="ADAL" clId="{D75116DC-27F0-4E16-A913-163E65D3EEAA}" dt="2025-02-11T18:59:10.333" v="2736" actId="478"/>
          <ac:spMkLst>
            <pc:docMk/>
            <pc:sldMk cId="399483182" sldId="2147347689"/>
            <ac:spMk id="205" creationId="{8C69FA08-6788-0223-40A8-819DF14A7673}"/>
          </ac:spMkLst>
        </pc:spChg>
        <pc:spChg chg="del">
          <ac:chgData name="Mukherjee, Shouvik" userId="8a0946e8-3a6b-4d5c-947d-73f4cd578335" providerId="ADAL" clId="{D75116DC-27F0-4E16-A913-163E65D3EEAA}" dt="2025-02-11T18:59:10.333" v="2736" actId="478"/>
          <ac:spMkLst>
            <pc:docMk/>
            <pc:sldMk cId="399483182" sldId="2147347689"/>
            <ac:spMk id="206" creationId="{F99F7E69-9487-4F34-A544-15EB692697A5}"/>
          </ac:spMkLst>
        </pc:spChg>
        <pc:grpChg chg="add del mod">
          <ac:chgData name="Mukherjee, Shouvik" userId="8a0946e8-3a6b-4d5c-947d-73f4cd578335" providerId="ADAL" clId="{D75116DC-27F0-4E16-A913-163E65D3EEAA}" dt="2025-02-13T10:45:27.724" v="5847" actId="165"/>
          <ac:grpSpMkLst>
            <pc:docMk/>
            <pc:sldMk cId="399483182" sldId="2147347689"/>
            <ac:grpSpMk id="14" creationId="{0EB31158-9FC9-39C8-0A13-BB5251CCAFBE}"/>
          </ac:grpSpMkLst>
        </pc:grpChg>
        <pc:grpChg chg="del">
          <ac:chgData name="Mukherjee, Shouvik" userId="8a0946e8-3a6b-4d5c-947d-73f4cd578335" providerId="ADAL" clId="{D75116DC-27F0-4E16-A913-163E65D3EEAA}" dt="2025-02-11T18:36:53.312" v="2397" actId="478"/>
          <ac:grpSpMkLst>
            <pc:docMk/>
            <pc:sldMk cId="399483182" sldId="2147347689"/>
            <ac:grpSpMk id="22" creationId="{9754F44F-AD40-757C-5FE1-626689428511}"/>
          </ac:grpSpMkLst>
        </pc:grpChg>
        <pc:grpChg chg="add del mod">
          <ac:chgData name="Mukherjee, Shouvik" userId="8a0946e8-3a6b-4d5c-947d-73f4cd578335" providerId="ADAL" clId="{D75116DC-27F0-4E16-A913-163E65D3EEAA}" dt="2025-02-11T18:47:04.379" v="2561" actId="478"/>
          <ac:grpSpMkLst>
            <pc:docMk/>
            <pc:sldMk cId="399483182" sldId="2147347689"/>
            <ac:grpSpMk id="23" creationId="{88D0CC96-DC3D-AF4A-C9B4-9CAAF2C082EF}"/>
          </ac:grpSpMkLst>
        </pc:grpChg>
        <pc:grpChg chg="add del mod">
          <ac:chgData name="Mukherjee, Shouvik" userId="8a0946e8-3a6b-4d5c-947d-73f4cd578335" providerId="ADAL" clId="{D75116DC-27F0-4E16-A913-163E65D3EEAA}" dt="2025-02-11T18:47:01.698" v="2560" actId="478"/>
          <ac:grpSpMkLst>
            <pc:docMk/>
            <pc:sldMk cId="399483182" sldId="2147347689"/>
            <ac:grpSpMk id="24" creationId="{930A6363-373F-A1F6-F79D-A233FAECA603}"/>
          </ac:grpSpMkLst>
        </pc:grpChg>
        <pc:grpChg chg="add del mod">
          <ac:chgData name="Mukherjee, Shouvik" userId="8a0946e8-3a6b-4d5c-947d-73f4cd578335" providerId="ADAL" clId="{D75116DC-27F0-4E16-A913-163E65D3EEAA}" dt="2025-02-11T18:46:55.973" v="2559" actId="478"/>
          <ac:grpSpMkLst>
            <pc:docMk/>
            <pc:sldMk cId="399483182" sldId="2147347689"/>
            <ac:grpSpMk id="26" creationId="{49182D6B-AA0B-5FD1-D69E-5CD009545EED}"/>
          </ac:grpSpMkLst>
        </pc:grpChg>
        <pc:grpChg chg="add del mod">
          <ac:chgData name="Mukherjee, Shouvik" userId="8a0946e8-3a6b-4d5c-947d-73f4cd578335" providerId="ADAL" clId="{D75116DC-27F0-4E16-A913-163E65D3EEAA}" dt="2025-02-11T19:01:16.013" v="2837" actId="478"/>
          <ac:grpSpMkLst>
            <pc:docMk/>
            <pc:sldMk cId="399483182" sldId="2147347689"/>
            <ac:grpSpMk id="30" creationId="{9F6E5DCE-9F7F-B0EF-EDDB-238CB593E619}"/>
          </ac:grpSpMkLst>
        </pc:grpChg>
        <pc:picChg chg="del">
          <ac:chgData name="Mukherjee, Shouvik" userId="8a0946e8-3a6b-4d5c-947d-73f4cd578335" providerId="ADAL" clId="{D75116DC-27F0-4E16-A913-163E65D3EEAA}" dt="2025-02-11T18:36:48.752" v="2393" actId="478"/>
          <ac:picMkLst>
            <pc:docMk/>
            <pc:sldMk cId="399483182" sldId="2147347689"/>
            <ac:picMk id="3" creationId="{012BA852-71BB-F007-76F3-14E37E2626F8}"/>
          </ac:picMkLst>
        </pc:picChg>
        <pc:picChg chg="add del mod modCrop">
          <ac:chgData name="Mukherjee, Shouvik" userId="8a0946e8-3a6b-4d5c-947d-73f4cd578335" providerId="ADAL" clId="{D75116DC-27F0-4E16-A913-163E65D3EEAA}" dt="2025-02-13T10:30:59.745" v="5657" actId="478"/>
          <ac:picMkLst>
            <pc:docMk/>
            <pc:sldMk cId="399483182" sldId="2147347689"/>
            <ac:picMk id="4" creationId="{01956C1C-40CB-35BA-0A60-F342EC9CB0F6}"/>
          </ac:picMkLst>
        </pc:picChg>
        <pc:picChg chg="del">
          <ac:chgData name="Mukherjee, Shouvik" userId="8a0946e8-3a6b-4d5c-947d-73f4cd578335" providerId="ADAL" clId="{D75116DC-27F0-4E16-A913-163E65D3EEAA}" dt="2025-02-11T18:36:46.917" v="2391" actId="478"/>
          <ac:picMkLst>
            <pc:docMk/>
            <pc:sldMk cId="399483182" sldId="2147347689"/>
            <ac:picMk id="4" creationId="{84F5A04D-A393-90D2-B21F-8E68324C7F31}"/>
          </ac:picMkLst>
        </pc:picChg>
        <pc:picChg chg="add mod">
          <ac:chgData name="Mukherjee, Shouvik" userId="8a0946e8-3a6b-4d5c-947d-73f4cd578335" providerId="ADAL" clId="{D75116DC-27F0-4E16-A913-163E65D3EEAA}" dt="2025-02-13T10:48:25.566" v="5868" actId="1582"/>
          <ac:picMkLst>
            <pc:docMk/>
            <pc:sldMk cId="399483182" sldId="2147347689"/>
            <ac:picMk id="5" creationId="{5E12D763-DB5E-1E14-0D0F-1A9D65455DBF}"/>
          </ac:picMkLst>
        </pc:picChg>
        <pc:picChg chg="mod">
          <ac:chgData name="Mukherjee, Shouvik" userId="8a0946e8-3a6b-4d5c-947d-73f4cd578335" providerId="ADAL" clId="{D75116DC-27F0-4E16-A913-163E65D3EEAA}" dt="2025-02-13T10:48:25.566" v="5868" actId="1582"/>
          <ac:picMkLst>
            <pc:docMk/>
            <pc:sldMk cId="399483182" sldId="2147347689"/>
            <ac:picMk id="7" creationId="{6908EAF3-BA35-8F4D-278D-2218256D09A8}"/>
          </ac:picMkLst>
        </pc:picChg>
        <pc:picChg chg="add mod">
          <ac:chgData name="Mukherjee, Shouvik" userId="8a0946e8-3a6b-4d5c-947d-73f4cd578335" providerId="ADAL" clId="{D75116DC-27F0-4E16-A913-163E65D3EEAA}" dt="2025-02-13T10:48:12.161" v="5865" actId="1582"/>
          <ac:picMkLst>
            <pc:docMk/>
            <pc:sldMk cId="399483182" sldId="2147347689"/>
            <ac:picMk id="8" creationId="{DEEBB943-572A-419F-3676-0360AD2817BB}"/>
          </ac:picMkLst>
        </pc:picChg>
        <pc:picChg chg="add mod">
          <ac:chgData name="Mukherjee, Shouvik" userId="8a0946e8-3a6b-4d5c-947d-73f4cd578335" providerId="ADAL" clId="{D75116DC-27F0-4E16-A913-163E65D3EEAA}" dt="2025-02-13T10:48:12.161" v="5865" actId="1582"/>
          <ac:picMkLst>
            <pc:docMk/>
            <pc:sldMk cId="399483182" sldId="2147347689"/>
            <ac:picMk id="11" creationId="{0BDBDA6E-893D-EB92-EA35-21FEC4A65B0D}"/>
          </ac:picMkLst>
        </pc:picChg>
        <pc:picChg chg="del mod">
          <ac:chgData name="Mukherjee, Shouvik" userId="8a0946e8-3a6b-4d5c-947d-73f4cd578335" providerId="ADAL" clId="{D75116DC-27F0-4E16-A913-163E65D3EEAA}" dt="2025-02-11T18:47:07.094" v="2562" actId="478"/>
          <ac:picMkLst>
            <pc:docMk/>
            <pc:sldMk cId="399483182" sldId="2147347689"/>
            <ac:picMk id="11" creationId="{E6E5EFAD-E8C0-84E1-3BED-DDFC410E8FF2}"/>
          </ac:picMkLst>
        </pc:picChg>
        <pc:picChg chg="del">
          <ac:chgData name="Mukherjee, Shouvik" userId="8a0946e8-3a6b-4d5c-947d-73f4cd578335" providerId="ADAL" clId="{D75116DC-27F0-4E16-A913-163E65D3EEAA}" dt="2025-02-11T18:36:50.637" v="2395" actId="478"/>
          <ac:picMkLst>
            <pc:docMk/>
            <pc:sldMk cId="399483182" sldId="2147347689"/>
            <ac:picMk id="13" creationId="{7B5D2024-7CC5-3B75-BC6B-A4C5BF6BF2ED}"/>
          </ac:picMkLst>
        </pc:picChg>
        <pc:picChg chg="add mod">
          <ac:chgData name="Mukherjee, Shouvik" userId="8a0946e8-3a6b-4d5c-947d-73f4cd578335" providerId="ADAL" clId="{D75116DC-27F0-4E16-A913-163E65D3EEAA}" dt="2025-02-13T10:48:25.566" v="5868" actId="1582"/>
          <ac:picMkLst>
            <pc:docMk/>
            <pc:sldMk cId="399483182" sldId="2147347689"/>
            <ac:picMk id="13" creationId="{8C4B2885-DC13-1A84-7A26-1E20C9621ABC}"/>
          </ac:picMkLst>
        </pc:picChg>
        <pc:picChg chg="add mod">
          <ac:chgData name="Mukherjee, Shouvik" userId="8a0946e8-3a6b-4d5c-947d-73f4cd578335" providerId="ADAL" clId="{D75116DC-27F0-4E16-A913-163E65D3EEAA}" dt="2025-02-13T10:48:25.566" v="5868" actId="1582"/>
          <ac:picMkLst>
            <pc:docMk/>
            <pc:sldMk cId="399483182" sldId="2147347689"/>
            <ac:picMk id="16" creationId="{A146EE6A-AFBE-BF54-5ACA-8838B4D779C4}"/>
          </ac:picMkLst>
        </pc:picChg>
        <pc:picChg chg="add mod">
          <ac:chgData name="Mukherjee, Shouvik" userId="8a0946e8-3a6b-4d5c-947d-73f4cd578335" providerId="ADAL" clId="{D75116DC-27F0-4E16-A913-163E65D3EEAA}" dt="2025-02-13T10:48:25.566" v="5868" actId="1582"/>
          <ac:picMkLst>
            <pc:docMk/>
            <pc:sldMk cId="399483182" sldId="2147347689"/>
            <ac:picMk id="17" creationId="{A7278112-5230-D3E7-3D28-BD4E6DF64BEB}"/>
          </ac:picMkLst>
        </pc:picChg>
        <pc:picChg chg="mod topLvl">
          <ac:chgData name="Mukherjee, Shouvik" userId="8a0946e8-3a6b-4d5c-947d-73f4cd578335" providerId="ADAL" clId="{D75116DC-27F0-4E16-A913-163E65D3EEAA}" dt="2025-02-13T10:48:25.566" v="5868" actId="1582"/>
          <ac:picMkLst>
            <pc:docMk/>
            <pc:sldMk cId="399483182" sldId="2147347689"/>
            <ac:picMk id="20" creationId="{C4230776-74C6-7AC9-C089-BEB0B05A300C}"/>
          </ac:picMkLst>
        </pc:picChg>
        <pc:picChg chg="del mod topLvl">
          <ac:chgData name="Mukherjee, Shouvik" userId="8a0946e8-3a6b-4d5c-947d-73f4cd578335" providerId="ADAL" clId="{D75116DC-27F0-4E16-A913-163E65D3EEAA}" dt="2025-02-11T18:47:01.698" v="2560" actId="478"/>
          <ac:picMkLst>
            <pc:docMk/>
            <pc:sldMk cId="399483182" sldId="2147347689"/>
            <ac:picMk id="21" creationId="{73295744-D00E-1EB0-F925-6B8C1DD06B0F}"/>
          </ac:picMkLst>
        </pc:picChg>
        <pc:picChg chg="del">
          <ac:chgData name="Mukherjee, Shouvik" userId="8a0946e8-3a6b-4d5c-947d-73f4cd578335" providerId="ADAL" clId="{D75116DC-27F0-4E16-A913-163E65D3EEAA}" dt="2025-02-11T18:59:10.333" v="2736" actId="478"/>
          <ac:picMkLst>
            <pc:docMk/>
            <pc:sldMk cId="399483182" sldId="2147347689"/>
            <ac:picMk id="27" creationId="{3A1AA149-D1B1-603F-0567-C72DC2BD2C3D}"/>
          </ac:picMkLst>
        </pc:picChg>
        <pc:picChg chg="add del">
          <ac:chgData name="Mukherjee, Shouvik" userId="8a0946e8-3a6b-4d5c-947d-73f4cd578335" providerId="ADAL" clId="{D75116DC-27F0-4E16-A913-163E65D3EEAA}" dt="2025-02-11T18:55:08.180" v="2566" actId="478"/>
          <ac:picMkLst>
            <pc:docMk/>
            <pc:sldMk cId="399483182" sldId="2147347689"/>
            <ac:picMk id="29" creationId="{D4E8872B-673F-78EA-EB33-376BD5662D5A}"/>
          </ac:picMkLst>
        </pc:picChg>
        <pc:picChg chg="del mod topLvl">
          <ac:chgData name="Mukherjee, Shouvik" userId="8a0946e8-3a6b-4d5c-947d-73f4cd578335" providerId="ADAL" clId="{D75116DC-27F0-4E16-A913-163E65D3EEAA}" dt="2025-02-11T19:01:16.013" v="2837" actId="478"/>
          <ac:picMkLst>
            <pc:docMk/>
            <pc:sldMk cId="399483182" sldId="2147347689"/>
            <ac:picMk id="32" creationId="{0728ACFB-49E8-BB49-035E-591E11D1A6DC}"/>
          </ac:picMkLst>
        </pc:picChg>
        <pc:picChg chg="del">
          <ac:chgData name="Mukherjee, Shouvik" userId="8a0946e8-3a6b-4d5c-947d-73f4cd578335" providerId="ADAL" clId="{D75116DC-27F0-4E16-A913-163E65D3EEAA}" dt="2025-02-11T18:36:46.154" v="2390" actId="478"/>
          <ac:picMkLst>
            <pc:docMk/>
            <pc:sldMk cId="399483182" sldId="2147347689"/>
            <ac:picMk id="149" creationId="{5B605B44-0EDE-E502-782A-882213302883}"/>
          </ac:picMkLst>
        </pc:picChg>
        <pc:picChg chg="del mod">
          <ac:chgData name="Mukherjee, Shouvik" userId="8a0946e8-3a6b-4d5c-947d-73f4cd578335" providerId="ADAL" clId="{D75116DC-27F0-4E16-A913-163E65D3EEAA}" dt="2025-02-11T18:47:04.379" v="2561" actId="478"/>
          <ac:picMkLst>
            <pc:docMk/>
            <pc:sldMk cId="399483182" sldId="2147347689"/>
            <ac:picMk id="157" creationId="{7EC0EDFB-4072-6AAB-6D18-90E996B914B7}"/>
          </ac:picMkLst>
        </pc:picChg>
        <pc:picChg chg="add del mod topLvl">
          <ac:chgData name="Mukherjee, Shouvik" userId="8a0946e8-3a6b-4d5c-947d-73f4cd578335" providerId="ADAL" clId="{D75116DC-27F0-4E16-A913-163E65D3EEAA}" dt="2025-02-11T18:46:55.973" v="2559" actId="478"/>
          <ac:picMkLst>
            <pc:docMk/>
            <pc:sldMk cId="399483182" sldId="2147347689"/>
            <ac:picMk id="197" creationId="{737B2049-F26E-FDB5-19A4-D2EC3666E2F0}"/>
          </ac:picMkLst>
        </pc:picChg>
        <pc:cxnChg chg="add mod">
          <ac:chgData name="Mukherjee, Shouvik" userId="8a0946e8-3a6b-4d5c-947d-73f4cd578335" providerId="ADAL" clId="{D75116DC-27F0-4E16-A913-163E65D3EEAA}" dt="2025-02-11T19:06:55.009" v="3236" actId="1035"/>
          <ac:cxnSpMkLst>
            <pc:docMk/>
            <pc:sldMk cId="399483182" sldId="2147347689"/>
            <ac:cxnSpMk id="43" creationId="{31984D2E-68A1-BC4F-B131-03A27F8284CA}"/>
          </ac:cxnSpMkLst>
        </pc:cxnChg>
        <pc:cxnChg chg="add mod">
          <ac:chgData name="Mukherjee, Shouvik" userId="8a0946e8-3a6b-4d5c-947d-73f4cd578335" providerId="ADAL" clId="{D75116DC-27F0-4E16-A913-163E65D3EEAA}" dt="2025-02-11T19:06:55.009" v="3236" actId="1035"/>
          <ac:cxnSpMkLst>
            <pc:docMk/>
            <pc:sldMk cId="399483182" sldId="2147347689"/>
            <ac:cxnSpMk id="44" creationId="{98368525-2D3F-FF36-C75E-C6B4878A2961}"/>
          </ac:cxnSpMkLst>
        </pc:cxnChg>
        <pc:cxnChg chg="add mod">
          <ac:chgData name="Mukherjee, Shouvik" userId="8a0946e8-3a6b-4d5c-947d-73f4cd578335" providerId="ADAL" clId="{D75116DC-27F0-4E16-A913-163E65D3EEAA}" dt="2025-02-11T19:06:55.009" v="3236" actId="1035"/>
          <ac:cxnSpMkLst>
            <pc:docMk/>
            <pc:sldMk cId="399483182" sldId="2147347689"/>
            <ac:cxnSpMk id="49" creationId="{83D517CA-A2FB-4120-7347-CAFF1216DFF6}"/>
          </ac:cxnSpMkLst>
        </pc:cxnChg>
      </pc:sldChg>
      <pc:sldChg chg="modSp add mod">
        <pc:chgData name="Mukherjee, Shouvik" userId="8a0946e8-3a6b-4d5c-947d-73f4cd578335" providerId="ADAL" clId="{D75116DC-27F0-4E16-A913-163E65D3EEAA}" dt="2025-02-11T19:20:49.389" v="4326" actId="20577"/>
        <pc:sldMkLst>
          <pc:docMk/>
          <pc:sldMk cId="3259243359" sldId="2147347697"/>
        </pc:sldMkLst>
        <pc:spChg chg="mod">
          <ac:chgData name="Mukherjee, Shouvik" userId="8a0946e8-3a6b-4d5c-947d-73f4cd578335" providerId="ADAL" clId="{D75116DC-27F0-4E16-A913-163E65D3EEAA}" dt="2025-02-11T19:15:19.899" v="3831" actId="1076"/>
          <ac:spMkLst>
            <pc:docMk/>
            <pc:sldMk cId="3259243359" sldId="2147347697"/>
            <ac:spMk id="87" creationId="{12691236-0423-AFC9-21AE-7FF1ED5DC2F5}"/>
          </ac:spMkLst>
        </pc:spChg>
        <pc:spChg chg="mod">
          <ac:chgData name="Mukherjee, Shouvik" userId="8a0946e8-3a6b-4d5c-947d-73f4cd578335" providerId="ADAL" clId="{D75116DC-27F0-4E16-A913-163E65D3EEAA}" dt="2025-02-11T19:11:18.438" v="3464" actId="20577"/>
          <ac:spMkLst>
            <pc:docMk/>
            <pc:sldMk cId="3259243359" sldId="2147347697"/>
            <ac:spMk id="89" creationId="{5E61D678-343A-615D-7F08-CE09283B1CA5}"/>
          </ac:spMkLst>
        </pc:spChg>
        <pc:spChg chg="mod">
          <ac:chgData name="Mukherjee, Shouvik" userId="8a0946e8-3a6b-4d5c-947d-73f4cd578335" providerId="ADAL" clId="{D75116DC-27F0-4E16-A913-163E65D3EEAA}" dt="2025-02-11T19:08:03.716" v="3238" actId="20577"/>
          <ac:spMkLst>
            <pc:docMk/>
            <pc:sldMk cId="3259243359" sldId="2147347697"/>
            <ac:spMk id="91" creationId="{C20CCB8E-0963-83A8-FB83-FFC0160B230A}"/>
          </ac:spMkLst>
        </pc:spChg>
        <pc:spChg chg="mod">
          <ac:chgData name="Mukherjee, Shouvik" userId="8a0946e8-3a6b-4d5c-947d-73f4cd578335" providerId="ADAL" clId="{D75116DC-27F0-4E16-A913-163E65D3EEAA}" dt="2025-02-11T19:10:21.719" v="3401" actId="20577"/>
          <ac:spMkLst>
            <pc:docMk/>
            <pc:sldMk cId="3259243359" sldId="2147347697"/>
            <ac:spMk id="94" creationId="{C92440B0-1F21-E164-35BE-89EE597761C3}"/>
          </ac:spMkLst>
        </pc:spChg>
        <pc:spChg chg="mod">
          <ac:chgData name="Mukherjee, Shouvik" userId="8a0946e8-3a6b-4d5c-947d-73f4cd578335" providerId="ADAL" clId="{D75116DC-27F0-4E16-A913-163E65D3EEAA}" dt="2025-02-11T19:20:49.389" v="4326" actId="20577"/>
          <ac:spMkLst>
            <pc:docMk/>
            <pc:sldMk cId="3259243359" sldId="2147347697"/>
            <ac:spMk id="148" creationId="{607A4649-FDFC-85AF-3E1A-86FEE2499BCF}"/>
          </ac:spMkLst>
        </pc:spChg>
        <pc:spChg chg="mod">
          <ac:chgData name="Mukherjee, Shouvik" userId="8a0946e8-3a6b-4d5c-947d-73f4cd578335" providerId="ADAL" clId="{D75116DC-27F0-4E16-A913-163E65D3EEAA}" dt="2025-02-11T19:19:56.166" v="4264" actId="20577"/>
          <ac:spMkLst>
            <pc:docMk/>
            <pc:sldMk cId="3259243359" sldId="2147347697"/>
            <ac:spMk id="149" creationId="{CCA6FFF4-14F9-27A5-6AF5-198ADE93C71F}"/>
          </ac:spMkLst>
        </pc:spChg>
        <pc:spChg chg="mod">
          <ac:chgData name="Mukherjee, Shouvik" userId="8a0946e8-3a6b-4d5c-947d-73f4cd578335" providerId="ADAL" clId="{D75116DC-27F0-4E16-A913-163E65D3EEAA}" dt="2025-02-11T19:14:45.881" v="3825" actId="1037"/>
          <ac:spMkLst>
            <pc:docMk/>
            <pc:sldMk cId="3259243359" sldId="2147347697"/>
            <ac:spMk id="150" creationId="{82D7F715-EBBA-E8F6-F586-D149C7E80A5B}"/>
          </ac:spMkLst>
        </pc:spChg>
        <pc:spChg chg="mod">
          <ac:chgData name="Mukherjee, Shouvik" userId="8a0946e8-3a6b-4d5c-947d-73f4cd578335" providerId="ADAL" clId="{D75116DC-27F0-4E16-A913-163E65D3EEAA}" dt="2025-02-11T19:13:35.563" v="3760" actId="20577"/>
          <ac:spMkLst>
            <pc:docMk/>
            <pc:sldMk cId="3259243359" sldId="2147347697"/>
            <ac:spMk id="151" creationId="{506093BB-E6F2-6D0F-3CDC-A58BD395F2F5}"/>
          </ac:spMkLst>
        </pc:spChg>
        <pc:grpChg chg="mod">
          <ac:chgData name="Mukherjee, Shouvik" userId="8a0946e8-3a6b-4d5c-947d-73f4cd578335" providerId="ADAL" clId="{D75116DC-27F0-4E16-A913-163E65D3EEAA}" dt="2025-02-11T19:14:45.881" v="3825" actId="1037"/>
          <ac:grpSpMkLst>
            <pc:docMk/>
            <pc:sldMk cId="3259243359" sldId="2147347697"/>
            <ac:grpSpMk id="107" creationId="{4001C68E-1592-6D9B-9EB4-AF02D8490648}"/>
          </ac:grpSpMkLst>
        </pc:grpChg>
        <pc:cxnChg chg="mod">
          <ac:chgData name="Mukherjee, Shouvik" userId="8a0946e8-3a6b-4d5c-947d-73f4cd578335" providerId="ADAL" clId="{D75116DC-27F0-4E16-A913-163E65D3EEAA}" dt="2025-02-11T19:15:26.001" v="3832" actId="14100"/>
          <ac:cxnSpMkLst>
            <pc:docMk/>
            <pc:sldMk cId="3259243359" sldId="2147347697"/>
            <ac:cxnSpMk id="88" creationId="{5F3C793F-89EF-E275-4CF4-E0C3D8D2E21C}"/>
          </ac:cxnSpMkLst>
        </pc:cxnChg>
      </pc:sldChg>
      <pc:sldChg chg="modSp add del mod">
        <pc:chgData name="Mukherjee, Shouvik" userId="8a0946e8-3a6b-4d5c-947d-73f4cd578335" providerId="ADAL" clId="{D75116DC-27F0-4E16-A913-163E65D3EEAA}" dt="2025-02-11T19:07:13.371" v="3237" actId="47"/>
        <pc:sldMkLst>
          <pc:docMk/>
          <pc:sldMk cId="3115566666" sldId="2147347709"/>
        </pc:sldMkLst>
        <pc:spChg chg="mod">
          <ac:chgData name="Mukherjee, Shouvik" userId="8a0946e8-3a6b-4d5c-947d-73f4cd578335" providerId="ADAL" clId="{D75116DC-27F0-4E16-A913-163E65D3EEAA}" dt="2025-02-11T18:57:49.785" v="2683" actId="20577"/>
          <ac:spMkLst>
            <pc:docMk/>
            <pc:sldMk cId="3115566666" sldId="2147347709"/>
            <ac:spMk id="16" creationId="{AF336965-4A8B-3970-3852-DFD05AEEFADE}"/>
          </ac:spMkLst>
        </pc:spChg>
        <pc:spChg chg="mod">
          <ac:chgData name="Mukherjee, Shouvik" userId="8a0946e8-3a6b-4d5c-947d-73f4cd578335" providerId="ADAL" clId="{D75116DC-27F0-4E16-A913-163E65D3EEAA}" dt="2025-02-11T18:57:04.403" v="2635" actId="20577"/>
          <ac:spMkLst>
            <pc:docMk/>
            <pc:sldMk cId="3115566666" sldId="2147347709"/>
            <ac:spMk id="38" creationId="{55E75FD4-365F-83A2-098A-E33764B9F55E}"/>
          </ac:spMkLst>
        </pc:spChg>
        <pc:spChg chg="mod">
          <ac:chgData name="Mukherjee, Shouvik" userId="8a0946e8-3a6b-4d5c-947d-73f4cd578335" providerId="ADAL" clId="{D75116DC-27F0-4E16-A913-163E65D3EEAA}" dt="2025-02-11T18:56:50.854" v="2616" actId="14100"/>
          <ac:spMkLst>
            <pc:docMk/>
            <pc:sldMk cId="3115566666" sldId="2147347709"/>
            <ac:spMk id="89" creationId="{B4D233EA-D624-2CC0-71D4-935777825E40}"/>
          </ac:spMkLst>
        </pc:spChg>
      </pc:sldChg>
      <pc:sldChg chg="addSp delSp modSp add del mod setBg">
        <pc:chgData name="Mukherjee, Shouvik" userId="8a0946e8-3a6b-4d5c-947d-73f4cd578335" providerId="ADAL" clId="{D75116DC-27F0-4E16-A913-163E65D3EEAA}" dt="2025-02-13T10:16:16.166" v="5253" actId="1076"/>
        <pc:sldMkLst>
          <pc:docMk/>
          <pc:sldMk cId="3523782250" sldId="2147347726"/>
        </pc:sldMkLst>
        <pc:spChg chg="mod">
          <ac:chgData name="Mukherjee, Shouvik" userId="8a0946e8-3a6b-4d5c-947d-73f4cd578335" providerId="ADAL" clId="{D75116DC-27F0-4E16-A913-163E65D3EEAA}" dt="2025-02-13T07:18:28.379" v="4738" actId="20577"/>
          <ac:spMkLst>
            <pc:docMk/>
            <pc:sldMk cId="3523782250" sldId="2147347726"/>
            <ac:spMk id="2" creationId="{00000000-0000-0000-0000-000000000000}"/>
          </ac:spMkLst>
        </pc:spChg>
        <pc:spChg chg="add mod">
          <ac:chgData name="Mukherjee, Shouvik" userId="8a0946e8-3a6b-4d5c-947d-73f4cd578335" providerId="ADAL" clId="{D75116DC-27F0-4E16-A913-163E65D3EEAA}" dt="2025-02-13T10:16:16.166" v="5253" actId="1076"/>
          <ac:spMkLst>
            <pc:docMk/>
            <pc:sldMk cId="3523782250" sldId="2147347726"/>
            <ac:spMk id="3" creationId="{2F6591A4-166D-D006-A6AA-191A37B3A947}"/>
          </ac:spMkLst>
        </pc:spChg>
        <pc:spChg chg="add del mod">
          <ac:chgData name="Mukherjee, Shouvik" userId="8a0946e8-3a6b-4d5c-947d-73f4cd578335" providerId="ADAL" clId="{D75116DC-27F0-4E16-A913-163E65D3EEAA}" dt="2025-02-11T09:32:57.549" v="241" actId="478"/>
          <ac:spMkLst>
            <pc:docMk/>
            <pc:sldMk cId="3523782250" sldId="2147347726"/>
            <ac:spMk id="3" creationId="{5A3B9648-8ECC-4840-A9C0-3311857DCA2C}"/>
          </ac:spMkLst>
        </pc:spChg>
        <pc:spChg chg="add del mod">
          <ac:chgData name="Mukherjee, Shouvik" userId="8a0946e8-3a6b-4d5c-947d-73f4cd578335" providerId="ADAL" clId="{D75116DC-27F0-4E16-A913-163E65D3EEAA}" dt="2025-02-11T09:32:57.549" v="241" actId="478"/>
          <ac:spMkLst>
            <pc:docMk/>
            <pc:sldMk cId="3523782250" sldId="2147347726"/>
            <ac:spMk id="4" creationId="{3B26D04F-175E-4162-AEE6-6A942D9F438A}"/>
          </ac:spMkLst>
        </pc:spChg>
        <pc:spChg chg="add del mod">
          <ac:chgData name="Mukherjee, Shouvik" userId="8a0946e8-3a6b-4d5c-947d-73f4cd578335" providerId="ADAL" clId="{D75116DC-27F0-4E16-A913-163E65D3EEAA}" dt="2025-02-11T09:32:57.549" v="241" actId="478"/>
          <ac:spMkLst>
            <pc:docMk/>
            <pc:sldMk cId="3523782250" sldId="2147347726"/>
            <ac:spMk id="5" creationId="{9E072543-2114-4C68-A2F0-BB0EA60D76B0}"/>
          </ac:spMkLst>
        </pc:spChg>
        <pc:spChg chg="mod">
          <ac:chgData name="Mukherjee, Shouvik" userId="8a0946e8-3a6b-4d5c-947d-73f4cd578335" providerId="ADAL" clId="{D75116DC-27F0-4E16-A913-163E65D3EEAA}" dt="2025-02-11T07:56:39.160" v="229" actId="20577"/>
          <ac:spMkLst>
            <pc:docMk/>
            <pc:sldMk cId="3523782250" sldId="2147347726"/>
            <ac:spMk id="6" creationId="{00000000-0000-0000-0000-000000000000}"/>
          </ac:spMkLst>
        </pc:spChg>
        <pc:spChg chg="del">
          <ac:chgData name="Mukherjee, Shouvik" userId="8a0946e8-3a6b-4d5c-947d-73f4cd578335" providerId="ADAL" clId="{D75116DC-27F0-4E16-A913-163E65D3EEAA}" dt="2025-02-11T07:55:50.502" v="174" actId="478"/>
          <ac:spMkLst>
            <pc:docMk/>
            <pc:sldMk cId="3523782250" sldId="2147347726"/>
            <ac:spMk id="7" creationId="{78739314-286B-1503-7666-466B50A4B33E}"/>
          </ac:spMkLst>
        </pc:spChg>
        <pc:spChg chg="add del mod">
          <ac:chgData name="Mukherjee, Shouvik" userId="8a0946e8-3a6b-4d5c-947d-73f4cd578335" providerId="ADAL" clId="{D75116DC-27F0-4E16-A913-163E65D3EEAA}" dt="2025-02-11T09:32:57.549" v="241" actId="478"/>
          <ac:spMkLst>
            <pc:docMk/>
            <pc:sldMk cId="3523782250" sldId="2147347726"/>
            <ac:spMk id="12" creationId="{06F301D6-9D84-4E7A-AB71-7AF55EEBB255}"/>
          </ac:spMkLst>
        </pc:spChg>
        <pc:spChg chg="add del mod">
          <ac:chgData name="Mukherjee, Shouvik" userId="8a0946e8-3a6b-4d5c-947d-73f4cd578335" providerId="ADAL" clId="{D75116DC-27F0-4E16-A913-163E65D3EEAA}" dt="2025-02-11T09:32:57.549" v="241" actId="478"/>
          <ac:spMkLst>
            <pc:docMk/>
            <pc:sldMk cId="3523782250" sldId="2147347726"/>
            <ac:spMk id="13" creationId="{39017319-7C1B-43CA-9718-43B387BCD90A}"/>
          </ac:spMkLst>
        </pc:spChg>
        <pc:spChg chg="add del mod">
          <ac:chgData name="Mukherjee, Shouvik" userId="8a0946e8-3a6b-4d5c-947d-73f4cd578335" providerId="ADAL" clId="{D75116DC-27F0-4E16-A913-163E65D3EEAA}" dt="2025-02-11T09:32:57.549" v="241" actId="478"/>
          <ac:spMkLst>
            <pc:docMk/>
            <pc:sldMk cId="3523782250" sldId="2147347726"/>
            <ac:spMk id="14" creationId="{AECB8147-5B0B-401F-B65E-DF2F63662788}"/>
          </ac:spMkLst>
        </pc:spChg>
        <pc:spChg chg="add del mod">
          <ac:chgData name="Mukherjee, Shouvik" userId="8a0946e8-3a6b-4d5c-947d-73f4cd578335" providerId="ADAL" clId="{D75116DC-27F0-4E16-A913-163E65D3EEAA}" dt="2025-02-11T09:32:57.549" v="241" actId="478"/>
          <ac:spMkLst>
            <pc:docMk/>
            <pc:sldMk cId="3523782250" sldId="2147347726"/>
            <ac:spMk id="15" creationId="{87264D0E-13E7-4ABA-A184-79D3E0F113BE}"/>
          </ac:spMkLst>
        </pc:spChg>
        <pc:spChg chg="add del mod">
          <ac:chgData name="Mukherjee, Shouvik" userId="8a0946e8-3a6b-4d5c-947d-73f4cd578335" providerId="ADAL" clId="{D75116DC-27F0-4E16-A913-163E65D3EEAA}" dt="2025-02-11T09:32:57.549" v="241" actId="478"/>
          <ac:spMkLst>
            <pc:docMk/>
            <pc:sldMk cId="3523782250" sldId="2147347726"/>
            <ac:spMk id="16" creationId="{31AD6569-5376-4225-9703-991CEFA60B6B}"/>
          </ac:spMkLst>
        </pc:spChg>
        <pc:spChg chg="add del mod">
          <ac:chgData name="Mukherjee, Shouvik" userId="8a0946e8-3a6b-4d5c-947d-73f4cd578335" providerId="ADAL" clId="{D75116DC-27F0-4E16-A913-163E65D3EEAA}" dt="2025-02-11T09:32:57.549" v="241" actId="478"/>
          <ac:spMkLst>
            <pc:docMk/>
            <pc:sldMk cId="3523782250" sldId="2147347726"/>
            <ac:spMk id="17" creationId="{C9F7BB49-04C8-4D69-A704-1CA7AD7FFE88}"/>
          </ac:spMkLst>
        </pc:spChg>
        <pc:spChg chg="mod">
          <ac:chgData name="Mukherjee, Shouvik" userId="8a0946e8-3a6b-4d5c-947d-73f4cd578335" providerId="ADAL" clId="{D75116DC-27F0-4E16-A913-163E65D3EEAA}" dt="2025-02-11T07:56:13.800" v="176"/>
          <ac:spMkLst>
            <pc:docMk/>
            <pc:sldMk cId="3523782250" sldId="2147347726"/>
            <ac:spMk id="18" creationId="{46B8986F-A5F2-46D6-AD9C-C02ED3DED298}"/>
          </ac:spMkLst>
        </pc:spChg>
        <pc:spChg chg="mod">
          <ac:chgData name="Mukherjee, Shouvik" userId="8a0946e8-3a6b-4d5c-947d-73f4cd578335" providerId="ADAL" clId="{D75116DC-27F0-4E16-A913-163E65D3EEAA}" dt="2025-02-11T07:56:13.800" v="176"/>
          <ac:spMkLst>
            <pc:docMk/>
            <pc:sldMk cId="3523782250" sldId="2147347726"/>
            <ac:spMk id="19" creationId="{4CA2125D-560F-4794-A6CF-425002C54EC8}"/>
          </ac:spMkLst>
        </pc:spChg>
        <pc:spChg chg="add del mod">
          <ac:chgData name="Mukherjee, Shouvik" userId="8a0946e8-3a6b-4d5c-947d-73f4cd578335" providerId="ADAL" clId="{D75116DC-27F0-4E16-A913-163E65D3EEAA}" dt="2025-02-11T09:32:57.549" v="241" actId="478"/>
          <ac:spMkLst>
            <pc:docMk/>
            <pc:sldMk cId="3523782250" sldId="2147347726"/>
            <ac:spMk id="22" creationId="{E1F6EAD0-3A0F-455C-86CA-6F089B5448D6}"/>
          </ac:spMkLst>
        </pc:spChg>
        <pc:spChg chg="add del mod">
          <ac:chgData name="Mukherjee, Shouvik" userId="8a0946e8-3a6b-4d5c-947d-73f4cd578335" providerId="ADAL" clId="{D75116DC-27F0-4E16-A913-163E65D3EEAA}" dt="2025-02-11T09:32:57.549" v="241" actId="478"/>
          <ac:spMkLst>
            <pc:docMk/>
            <pc:sldMk cId="3523782250" sldId="2147347726"/>
            <ac:spMk id="23" creationId="{FDDEA4F7-8B12-4F3E-87B0-FDF673273F23}"/>
          </ac:spMkLst>
        </pc:spChg>
        <pc:spChg chg="add del mod">
          <ac:chgData name="Mukherjee, Shouvik" userId="8a0946e8-3a6b-4d5c-947d-73f4cd578335" providerId="ADAL" clId="{D75116DC-27F0-4E16-A913-163E65D3EEAA}" dt="2025-02-11T09:32:57.549" v="241" actId="478"/>
          <ac:spMkLst>
            <pc:docMk/>
            <pc:sldMk cId="3523782250" sldId="2147347726"/>
            <ac:spMk id="24" creationId="{3CD42F41-A362-4D05-9F91-BC56C3FB280E}"/>
          </ac:spMkLst>
        </pc:spChg>
        <pc:spChg chg="del">
          <ac:chgData name="Mukherjee, Shouvik" userId="8a0946e8-3a6b-4d5c-947d-73f4cd578335" providerId="ADAL" clId="{D75116DC-27F0-4E16-A913-163E65D3EEAA}" dt="2025-02-11T07:55:50.502" v="174" actId="478"/>
          <ac:spMkLst>
            <pc:docMk/>
            <pc:sldMk cId="3523782250" sldId="2147347726"/>
            <ac:spMk id="25" creationId="{06F4B463-1202-7C03-0463-7809D2A641F6}"/>
          </ac:spMkLst>
        </pc:spChg>
        <pc:spChg chg="del">
          <ac:chgData name="Mukherjee, Shouvik" userId="8a0946e8-3a6b-4d5c-947d-73f4cd578335" providerId="ADAL" clId="{D75116DC-27F0-4E16-A913-163E65D3EEAA}" dt="2025-02-11T07:55:50.502" v="174" actId="478"/>
          <ac:spMkLst>
            <pc:docMk/>
            <pc:sldMk cId="3523782250" sldId="2147347726"/>
            <ac:spMk id="27" creationId="{C56413D3-D841-B8B4-C898-F61046DCFCBC}"/>
          </ac:spMkLst>
        </pc:spChg>
        <pc:spChg chg="del">
          <ac:chgData name="Mukherjee, Shouvik" userId="8a0946e8-3a6b-4d5c-947d-73f4cd578335" providerId="ADAL" clId="{D75116DC-27F0-4E16-A913-163E65D3EEAA}" dt="2025-02-11T07:55:50.502" v="174" actId="478"/>
          <ac:spMkLst>
            <pc:docMk/>
            <pc:sldMk cId="3523782250" sldId="2147347726"/>
            <ac:spMk id="28" creationId="{F72F9CCA-EDB4-58D1-D260-CC52950F4F4C}"/>
          </ac:spMkLst>
        </pc:spChg>
        <pc:spChg chg="add mod">
          <ac:chgData name="Mukherjee, Shouvik" userId="8a0946e8-3a6b-4d5c-947d-73f4cd578335" providerId="ADAL" clId="{D75116DC-27F0-4E16-A913-163E65D3EEAA}" dt="2025-02-11T09:40:08.285" v="286"/>
          <ac:spMkLst>
            <pc:docMk/>
            <pc:sldMk cId="3523782250" sldId="2147347726"/>
            <ac:spMk id="29" creationId="{69E242FB-6121-6375-0011-92817AAC6646}"/>
          </ac:spMkLst>
        </pc:spChg>
        <pc:spChg chg="add del mod">
          <ac:chgData name="Mukherjee, Shouvik" userId="8a0946e8-3a6b-4d5c-947d-73f4cd578335" providerId="ADAL" clId="{D75116DC-27F0-4E16-A913-163E65D3EEAA}" dt="2025-02-11T09:32:57.549" v="241" actId="478"/>
          <ac:spMkLst>
            <pc:docMk/>
            <pc:sldMk cId="3523782250" sldId="2147347726"/>
            <ac:spMk id="30" creationId="{1916D4AF-0E99-4767-9013-B31293DE4937}"/>
          </ac:spMkLst>
        </pc:spChg>
        <pc:spChg chg="add del mod">
          <ac:chgData name="Mukherjee, Shouvik" userId="8a0946e8-3a6b-4d5c-947d-73f4cd578335" providerId="ADAL" clId="{D75116DC-27F0-4E16-A913-163E65D3EEAA}" dt="2025-02-11T09:32:57.549" v="241" actId="478"/>
          <ac:spMkLst>
            <pc:docMk/>
            <pc:sldMk cId="3523782250" sldId="2147347726"/>
            <ac:spMk id="31" creationId="{BA485F6C-CB55-42CE-A102-8989B42F76E9}"/>
          </ac:spMkLst>
        </pc:spChg>
        <pc:spChg chg="add del mod">
          <ac:chgData name="Mukherjee, Shouvik" userId="8a0946e8-3a6b-4d5c-947d-73f4cd578335" providerId="ADAL" clId="{D75116DC-27F0-4E16-A913-163E65D3EEAA}" dt="2025-02-11T09:32:57.549" v="241" actId="478"/>
          <ac:spMkLst>
            <pc:docMk/>
            <pc:sldMk cId="3523782250" sldId="2147347726"/>
            <ac:spMk id="33" creationId="{993495F6-A1E6-411A-9182-7E591FA67B3D}"/>
          </ac:spMkLst>
        </pc:spChg>
        <pc:spChg chg="del">
          <ac:chgData name="Mukherjee, Shouvik" userId="8a0946e8-3a6b-4d5c-947d-73f4cd578335" providerId="ADAL" clId="{D75116DC-27F0-4E16-A913-163E65D3EEAA}" dt="2025-02-11T07:55:50.502" v="174" actId="478"/>
          <ac:spMkLst>
            <pc:docMk/>
            <pc:sldMk cId="3523782250" sldId="2147347726"/>
            <ac:spMk id="35" creationId="{127C522C-3156-A4B8-8A04-8C139A5A773A}"/>
          </ac:spMkLst>
        </pc:spChg>
        <pc:spChg chg="del">
          <ac:chgData name="Mukherjee, Shouvik" userId="8a0946e8-3a6b-4d5c-947d-73f4cd578335" providerId="ADAL" clId="{D75116DC-27F0-4E16-A913-163E65D3EEAA}" dt="2025-02-11T07:55:50.502" v="174" actId="478"/>
          <ac:spMkLst>
            <pc:docMk/>
            <pc:sldMk cId="3523782250" sldId="2147347726"/>
            <ac:spMk id="36" creationId="{3A59914E-8B3A-506D-2CD3-4500AB2E50AB}"/>
          </ac:spMkLst>
        </pc:spChg>
        <pc:spChg chg="del">
          <ac:chgData name="Mukherjee, Shouvik" userId="8a0946e8-3a6b-4d5c-947d-73f4cd578335" providerId="ADAL" clId="{D75116DC-27F0-4E16-A913-163E65D3EEAA}" dt="2025-02-11T07:55:50.502" v="174" actId="478"/>
          <ac:spMkLst>
            <pc:docMk/>
            <pc:sldMk cId="3523782250" sldId="2147347726"/>
            <ac:spMk id="39" creationId="{44A9A4B3-2FE1-D596-235F-19DF0279663C}"/>
          </ac:spMkLst>
        </pc:spChg>
        <pc:spChg chg="add del mod">
          <ac:chgData name="Mukherjee, Shouvik" userId="8a0946e8-3a6b-4d5c-947d-73f4cd578335" providerId="ADAL" clId="{D75116DC-27F0-4E16-A913-163E65D3EEAA}" dt="2025-02-11T09:32:57.549" v="241" actId="478"/>
          <ac:spMkLst>
            <pc:docMk/>
            <pc:sldMk cId="3523782250" sldId="2147347726"/>
            <ac:spMk id="41" creationId="{956C4C27-7799-4357-A6DC-9C8A8FCC2787}"/>
          </ac:spMkLst>
        </pc:spChg>
        <pc:spChg chg="del">
          <ac:chgData name="Mukherjee, Shouvik" userId="8a0946e8-3a6b-4d5c-947d-73f4cd578335" providerId="ADAL" clId="{D75116DC-27F0-4E16-A913-163E65D3EEAA}" dt="2025-02-11T07:55:50.502" v="174" actId="478"/>
          <ac:spMkLst>
            <pc:docMk/>
            <pc:sldMk cId="3523782250" sldId="2147347726"/>
            <ac:spMk id="43" creationId="{B6E9DF3B-A54A-53DD-2B28-42AF0A89AE41}"/>
          </ac:spMkLst>
        </pc:spChg>
        <pc:spChg chg="add mod">
          <ac:chgData name="Mukherjee, Shouvik" userId="8a0946e8-3a6b-4d5c-947d-73f4cd578335" providerId="ADAL" clId="{D75116DC-27F0-4E16-A913-163E65D3EEAA}" dt="2025-02-11T10:17:49.516" v="856" actId="20577"/>
          <ac:spMkLst>
            <pc:docMk/>
            <pc:sldMk cId="3523782250" sldId="2147347726"/>
            <ac:spMk id="44" creationId="{0FEDBD58-ABFC-5FCF-884B-0EE8D4AE0803}"/>
          </ac:spMkLst>
        </pc:spChg>
        <pc:spChg chg="del">
          <ac:chgData name="Mukherjee, Shouvik" userId="8a0946e8-3a6b-4d5c-947d-73f4cd578335" providerId="ADAL" clId="{D75116DC-27F0-4E16-A913-163E65D3EEAA}" dt="2025-02-11T07:55:50.502" v="174" actId="478"/>
          <ac:spMkLst>
            <pc:docMk/>
            <pc:sldMk cId="3523782250" sldId="2147347726"/>
            <ac:spMk id="45" creationId="{07DFE3CA-41C5-19FC-2084-D9BCAB9B15C4}"/>
          </ac:spMkLst>
        </pc:spChg>
        <pc:spChg chg="del">
          <ac:chgData name="Mukherjee, Shouvik" userId="8a0946e8-3a6b-4d5c-947d-73f4cd578335" providerId="ADAL" clId="{D75116DC-27F0-4E16-A913-163E65D3EEAA}" dt="2025-02-11T07:55:50.502" v="174" actId="478"/>
          <ac:spMkLst>
            <pc:docMk/>
            <pc:sldMk cId="3523782250" sldId="2147347726"/>
            <ac:spMk id="46" creationId="{1F59464A-3210-361F-A26C-DC9BF33EF024}"/>
          </ac:spMkLst>
        </pc:spChg>
        <pc:spChg chg="del">
          <ac:chgData name="Mukherjee, Shouvik" userId="8a0946e8-3a6b-4d5c-947d-73f4cd578335" providerId="ADAL" clId="{D75116DC-27F0-4E16-A913-163E65D3EEAA}" dt="2025-02-11T07:55:50.502" v="174" actId="478"/>
          <ac:spMkLst>
            <pc:docMk/>
            <pc:sldMk cId="3523782250" sldId="2147347726"/>
            <ac:spMk id="47" creationId="{C19FF164-23D0-59D9-BCA7-8B8FAB0E1290}"/>
          </ac:spMkLst>
        </pc:spChg>
        <pc:spChg chg="del">
          <ac:chgData name="Mukherjee, Shouvik" userId="8a0946e8-3a6b-4d5c-947d-73f4cd578335" providerId="ADAL" clId="{D75116DC-27F0-4E16-A913-163E65D3EEAA}" dt="2025-02-11T07:55:50.502" v="174" actId="478"/>
          <ac:spMkLst>
            <pc:docMk/>
            <pc:sldMk cId="3523782250" sldId="2147347726"/>
            <ac:spMk id="48" creationId="{036A1228-482C-9F25-421B-BAB3D20704EF}"/>
          </ac:spMkLst>
        </pc:spChg>
        <pc:spChg chg="add del mod">
          <ac:chgData name="Mukherjee, Shouvik" userId="8a0946e8-3a6b-4d5c-947d-73f4cd578335" providerId="ADAL" clId="{D75116DC-27F0-4E16-A913-163E65D3EEAA}" dt="2025-02-11T09:32:57.549" v="241" actId="478"/>
          <ac:spMkLst>
            <pc:docMk/>
            <pc:sldMk cId="3523782250" sldId="2147347726"/>
            <ac:spMk id="49" creationId="{442E978F-8EDC-47D3-98D8-0793913E8752}"/>
          </ac:spMkLst>
        </pc:spChg>
        <pc:spChg chg="del">
          <ac:chgData name="Mukherjee, Shouvik" userId="8a0946e8-3a6b-4d5c-947d-73f4cd578335" providerId="ADAL" clId="{D75116DC-27F0-4E16-A913-163E65D3EEAA}" dt="2025-02-11T07:55:50.502" v="174" actId="478"/>
          <ac:spMkLst>
            <pc:docMk/>
            <pc:sldMk cId="3523782250" sldId="2147347726"/>
            <ac:spMk id="50" creationId="{A23D7EFD-FB0C-9774-D7FA-2774BBDDA4C5}"/>
          </ac:spMkLst>
        </pc:spChg>
        <pc:spChg chg="del">
          <ac:chgData name="Mukherjee, Shouvik" userId="8a0946e8-3a6b-4d5c-947d-73f4cd578335" providerId="ADAL" clId="{D75116DC-27F0-4E16-A913-163E65D3EEAA}" dt="2025-02-11T07:55:50.502" v="174" actId="478"/>
          <ac:spMkLst>
            <pc:docMk/>
            <pc:sldMk cId="3523782250" sldId="2147347726"/>
            <ac:spMk id="51" creationId="{92ECDC78-E0B0-CABB-3367-EDE997FF306B}"/>
          </ac:spMkLst>
        </pc:spChg>
        <pc:spChg chg="del">
          <ac:chgData name="Mukherjee, Shouvik" userId="8a0946e8-3a6b-4d5c-947d-73f4cd578335" providerId="ADAL" clId="{D75116DC-27F0-4E16-A913-163E65D3EEAA}" dt="2025-02-11T07:55:50.502" v="174" actId="478"/>
          <ac:spMkLst>
            <pc:docMk/>
            <pc:sldMk cId="3523782250" sldId="2147347726"/>
            <ac:spMk id="52" creationId="{4CA03854-ED58-ABCC-4022-F29A8F1B863F}"/>
          </ac:spMkLst>
        </pc:spChg>
        <pc:spChg chg="del">
          <ac:chgData name="Mukherjee, Shouvik" userId="8a0946e8-3a6b-4d5c-947d-73f4cd578335" providerId="ADAL" clId="{D75116DC-27F0-4E16-A913-163E65D3EEAA}" dt="2025-02-11T07:55:50.502" v="174" actId="478"/>
          <ac:spMkLst>
            <pc:docMk/>
            <pc:sldMk cId="3523782250" sldId="2147347726"/>
            <ac:spMk id="53" creationId="{C561B972-45D8-EDCC-6F6A-5FAEC443CBD8}"/>
          </ac:spMkLst>
        </pc:spChg>
        <pc:spChg chg="del">
          <ac:chgData name="Mukherjee, Shouvik" userId="8a0946e8-3a6b-4d5c-947d-73f4cd578335" providerId="ADAL" clId="{D75116DC-27F0-4E16-A913-163E65D3EEAA}" dt="2025-02-11T07:55:50.502" v="174" actId="478"/>
          <ac:spMkLst>
            <pc:docMk/>
            <pc:sldMk cId="3523782250" sldId="2147347726"/>
            <ac:spMk id="54" creationId="{FA2E1D21-2721-095B-F2C1-8B84F9410AD5}"/>
          </ac:spMkLst>
        </pc:spChg>
        <pc:spChg chg="add del mod">
          <ac:chgData name="Mukherjee, Shouvik" userId="8a0946e8-3a6b-4d5c-947d-73f4cd578335" providerId="ADAL" clId="{D75116DC-27F0-4E16-A913-163E65D3EEAA}" dt="2025-02-11T09:32:57.549" v="241" actId="478"/>
          <ac:spMkLst>
            <pc:docMk/>
            <pc:sldMk cId="3523782250" sldId="2147347726"/>
            <ac:spMk id="55" creationId="{0568B31F-A1A6-422F-9FCC-08E290B8986B}"/>
          </ac:spMkLst>
        </pc:spChg>
        <pc:spChg chg="del">
          <ac:chgData name="Mukherjee, Shouvik" userId="8a0946e8-3a6b-4d5c-947d-73f4cd578335" providerId="ADAL" clId="{D75116DC-27F0-4E16-A913-163E65D3EEAA}" dt="2025-02-11T07:55:50.502" v="174" actId="478"/>
          <ac:spMkLst>
            <pc:docMk/>
            <pc:sldMk cId="3523782250" sldId="2147347726"/>
            <ac:spMk id="57" creationId="{DBE63DB3-2398-403E-190B-57A9ABCBBE6F}"/>
          </ac:spMkLst>
        </pc:spChg>
        <pc:spChg chg="mod">
          <ac:chgData name="Mukherjee, Shouvik" userId="8a0946e8-3a6b-4d5c-947d-73f4cd578335" providerId="ADAL" clId="{D75116DC-27F0-4E16-A913-163E65D3EEAA}" dt="2025-02-11T07:56:13.800" v="176"/>
          <ac:spMkLst>
            <pc:docMk/>
            <pc:sldMk cId="3523782250" sldId="2147347726"/>
            <ac:spMk id="59" creationId="{C7AFE77B-0999-4131-B6A3-146156B63422}"/>
          </ac:spMkLst>
        </pc:spChg>
        <pc:spChg chg="mod">
          <ac:chgData name="Mukherjee, Shouvik" userId="8a0946e8-3a6b-4d5c-947d-73f4cd578335" providerId="ADAL" clId="{D75116DC-27F0-4E16-A913-163E65D3EEAA}" dt="2025-02-11T07:56:13.800" v="176"/>
          <ac:spMkLst>
            <pc:docMk/>
            <pc:sldMk cId="3523782250" sldId="2147347726"/>
            <ac:spMk id="60" creationId="{18C86BA8-C442-437E-9984-27F27C45C62E}"/>
          </ac:spMkLst>
        </pc:spChg>
        <pc:spChg chg="mod">
          <ac:chgData name="Mukherjee, Shouvik" userId="8a0946e8-3a6b-4d5c-947d-73f4cd578335" providerId="ADAL" clId="{D75116DC-27F0-4E16-A913-163E65D3EEAA}" dt="2025-02-11T07:56:13.800" v="176"/>
          <ac:spMkLst>
            <pc:docMk/>
            <pc:sldMk cId="3523782250" sldId="2147347726"/>
            <ac:spMk id="62" creationId="{C1A99D2F-C6C0-47CC-AB8F-14D040DE071D}"/>
          </ac:spMkLst>
        </pc:spChg>
        <pc:spChg chg="mod">
          <ac:chgData name="Mukherjee, Shouvik" userId="8a0946e8-3a6b-4d5c-947d-73f4cd578335" providerId="ADAL" clId="{D75116DC-27F0-4E16-A913-163E65D3EEAA}" dt="2025-02-11T07:56:13.800" v="176"/>
          <ac:spMkLst>
            <pc:docMk/>
            <pc:sldMk cId="3523782250" sldId="2147347726"/>
            <ac:spMk id="63" creationId="{EA025A22-01FA-4486-AD68-EB70F757E0A9}"/>
          </ac:spMkLst>
        </pc:spChg>
        <pc:spChg chg="del">
          <ac:chgData name="Mukherjee, Shouvik" userId="8a0946e8-3a6b-4d5c-947d-73f4cd578335" providerId="ADAL" clId="{D75116DC-27F0-4E16-A913-163E65D3EEAA}" dt="2025-02-11T07:55:50.502" v="174" actId="478"/>
          <ac:spMkLst>
            <pc:docMk/>
            <pc:sldMk cId="3523782250" sldId="2147347726"/>
            <ac:spMk id="65" creationId="{F73ADEC2-E361-2D09-487F-5AFF1D6CA4F6}"/>
          </ac:spMkLst>
        </pc:spChg>
        <pc:spChg chg="del">
          <ac:chgData name="Mukherjee, Shouvik" userId="8a0946e8-3a6b-4d5c-947d-73f4cd578335" providerId="ADAL" clId="{D75116DC-27F0-4E16-A913-163E65D3EEAA}" dt="2025-02-11T07:55:50.502" v="174" actId="478"/>
          <ac:spMkLst>
            <pc:docMk/>
            <pc:sldMk cId="3523782250" sldId="2147347726"/>
            <ac:spMk id="72" creationId="{9035D13B-E8BF-9404-73F5-231D2B850196}"/>
          </ac:spMkLst>
        </pc:spChg>
        <pc:spChg chg="del">
          <ac:chgData name="Mukherjee, Shouvik" userId="8a0946e8-3a6b-4d5c-947d-73f4cd578335" providerId="ADAL" clId="{D75116DC-27F0-4E16-A913-163E65D3EEAA}" dt="2025-02-11T07:55:50.502" v="174" actId="478"/>
          <ac:spMkLst>
            <pc:docMk/>
            <pc:sldMk cId="3523782250" sldId="2147347726"/>
            <ac:spMk id="73" creationId="{6B6E1D19-1CA4-9FF7-6890-6C677FACA9D2}"/>
          </ac:spMkLst>
        </pc:spChg>
        <pc:spChg chg="del">
          <ac:chgData name="Mukherjee, Shouvik" userId="8a0946e8-3a6b-4d5c-947d-73f4cd578335" providerId="ADAL" clId="{D75116DC-27F0-4E16-A913-163E65D3EEAA}" dt="2025-02-11T07:55:50.502" v="174" actId="478"/>
          <ac:spMkLst>
            <pc:docMk/>
            <pc:sldMk cId="3523782250" sldId="2147347726"/>
            <ac:spMk id="75" creationId="{77872F14-6EC3-5A4B-674E-633D5571C60D}"/>
          </ac:spMkLst>
        </pc:spChg>
        <pc:spChg chg="del">
          <ac:chgData name="Mukherjee, Shouvik" userId="8a0946e8-3a6b-4d5c-947d-73f4cd578335" providerId="ADAL" clId="{D75116DC-27F0-4E16-A913-163E65D3EEAA}" dt="2025-02-11T07:55:50.502" v="174" actId="478"/>
          <ac:spMkLst>
            <pc:docMk/>
            <pc:sldMk cId="3523782250" sldId="2147347726"/>
            <ac:spMk id="76" creationId="{72FE5CE6-8DFE-7244-A8B4-B7D90A560062}"/>
          </ac:spMkLst>
        </pc:spChg>
        <pc:spChg chg="del">
          <ac:chgData name="Mukherjee, Shouvik" userId="8a0946e8-3a6b-4d5c-947d-73f4cd578335" providerId="ADAL" clId="{D75116DC-27F0-4E16-A913-163E65D3EEAA}" dt="2025-02-11T07:55:50.502" v="174" actId="478"/>
          <ac:spMkLst>
            <pc:docMk/>
            <pc:sldMk cId="3523782250" sldId="2147347726"/>
            <ac:spMk id="85" creationId="{47F7B5B6-ABEB-2485-31D7-8F6F5048A0C3}"/>
          </ac:spMkLst>
        </pc:spChg>
        <pc:spChg chg="del">
          <ac:chgData name="Mukherjee, Shouvik" userId="8a0946e8-3a6b-4d5c-947d-73f4cd578335" providerId="ADAL" clId="{D75116DC-27F0-4E16-A913-163E65D3EEAA}" dt="2025-02-11T07:55:50.502" v="174" actId="478"/>
          <ac:spMkLst>
            <pc:docMk/>
            <pc:sldMk cId="3523782250" sldId="2147347726"/>
            <ac:spMk id="86" creationId="{0FF9CB75-F7A0-F62F-76D3-09CBD2F9948F}"/>
          </ac:spMkLst>
        </pc:spChg>
        <pc:spChg chg="del">
          <ac:chgData name="Mukherjee, Shouvik" userId="8a0946e8-3a6b-4d5c-947d-73f4cd578335" providerId="ADAL" clId="{D75116DC-27F0-4E16-A913-163E65D3EEAA}" dt="2025-02-11T07:55:50.502" v="174" actId="478"/>
          <ac:spMkLst>
            <pc:docMk/>
            <pc:sldMk cId="3523782250" sldId="2147347726"/>
            <ac:spMk id="99" creationId="{3498E8F8-9F51-8136-65A2-78F99261EBA4}"/>
          </ac:spMkLst>
        </pc:spChg>
        <pc:spChg chg="del">
          <ac:chgData name="Mukherjee, Shouvik" userId="8a0946e8-3a6b-4d5c-947d-73f4cd578335" providerId="ADAL" clId="{D75116DC-27F0-4E16-A913-163E65D3EEAA}" dt="2025-02-11T07:55:50.502" v="174" actId="478"/>
          <ac:spMkLst>
            <pc:docMk/>
            <pc:sldMk cId="3523782250" sldId="2147347726"/>
            <ac:spMk id="254" creationId="{CDBAAC90-8506-3140-E2AE-63E191095F0D}"/>
          </ac:spMkLst>
        </pc:spChg>
        <pc:spChg chg="del">
          <ac:chgData name="Mukherjee, Shouvik" userId="8a0946e8-3a6b-4d5c-947d-73f4cd578335" providerId="ADAL" clId="{D75116DC-27F0-4E16-A913-163E65D3EEAA}" dt="2025-02-11T07:55:50.502" v="174" actId="478"/>
          <ac:spMkLst>
            <pc:docMk/>
            <pc:sldMk cId="3523782250" sldId="2147347726"/>
            <ac:spMk id="256" creationId="{B923A162-B70A-D644-CB23-12BFBF21EEF6}"/>
          </ac:spMkLst>
        </pc:spChg>
        <pc:spChg chg="del">
          <ac:chgData name="Mukherjee, Shouvik" userId="8a0946e8-3a6b-4d5c-947d-73f4cd578335" providerId="ADAL" clId="{D75116DC-27F0-4E16-A913-163E65D3EEAA}" dt="2025-02-11T07:55:50.502" v="174" actId="478"/>
          <ac:spMkLst>
            <pc:docMk/>
            <pc:sldMk cId="3523782250" sldId="2147347726"/>
            <ac:spMk id="268" creationId="{8ECA175E-51E1-6D68-ABE3-B0A5F405A3B6}"/>
          </ac:spMkLst>
        </pc:spChg>
        <pc:spChg chg="del">
          <ac:chgData name="Mukherjee, Shouvik" userId="8a0946e8-3a6b-4d5c-947d-73f4cd578335" providerId="ADAL" clId="{D75116DC-27F0-4E16-A913-163E65D3EEAA}" dt="2025-02-11T07:55:50.502" v="174" actId="478"/>
          <ac:spMkLst>
            <pc:docMk/>
            <pc:sldMk cId="3523782250" sldId="2147347726"/>
            <ac:spMk id="270" creationId="{F978E173-F08D-AAAA-6563-2225BDC8CAB5}"/>
          </ac:spMkLst>
        </pc:spChg>
        <pc:spChg chg="del">
          <ac:chgData name="Mukherjee, Shouvik" userId="8a0946e8-3a6b-4d5c-947d-73f4cd578335" providerId="ADAL" clId="{D75116DC-27F0-4E16-A913-163E65D3EEAA}" dt="2025-02-11T07:55:50.502" v="174" actId="478"/>
          <ac:spMkLst>
            <pc:docMk/>
            <pc:sldMk cId="3523782250" sldId="2147347726"/>
            <ac:spMk id="296" creationId="{90F9D96F-AF25-C3B8-C52E-C1E967CBE894}"/>
          </ac:spMkLst>
        </pc:spChg>
        <pc:spChg chg="del">
          <ac:chgData name="Mukherjee, Shouvik" userId="8a0946e8-3a6b-4d5c-947d-73f4cd578335" providerId="ADAL" clId="{D75116DC-27F0-4E16-A913-163E65D3EEAA}" dt="2025-02-11T07:55:50.502" v="174" actId="478"/>
          <ac:spMkLst>
            <pc:docMk/>
            <pc:sldMk cId="3523782250" sldId="2147347726"/>
            <ac:spMk id="299" creationId="{771FD8EE-1400-25B9-D9B1-F516056E4ED2}"/>
          </ac:spMkLst>
        </pc:spChg>
        <pc:spChg chg="del">
          <ac:chgData name="Mukherjee, Shouvik" userId="8a0946e8-3a6b-4d5c-947d-73f4cd578335" providerId="ADAL" clId="{D75116DC-27F0-4E16-A913-163E65D3EEAA}" dt="2025-02-11T07:55:50.502" v="174" actId="478"/>
          <ac:spMkLst>
            <pc:docMk/>
            <pc:sldMk cId="3523782250" sldId="2147347726"/>
            <ac:spMk id="303" creationId="{E92A6A3F-568B-750E-B982-B9EA21287872}"/>
          </ac:spMkLst>
        </pc:spChg>
        <pc:spChg chg="del">
          <ac:chgData name="Mukherjee, Shouvik" userId="8a0946e8-3a6b-4d5c-947d-73f4cd578335" providerId="ADAL" clId="{D75116DC-27F0-4E16-A913-163E65D3EEAA}" dt="2025-02-11T07:55:50.502" v="174" actId="478"/>
          <ac:spMkLst>
            <pc:docMk/>
            <pc:sldMk cId="3523782250" sldId="2147347726"/>
            <ac:spMk id="331" creationId="{224833E8-0774-11C1-FC09-5C82C81A1231}"/>
          </ac:spMkLst>
        </pc:spChg>
        <pc:spChg chg="del">
          <ac:chgData name="Mukherjee, Shouvik" userId="8a0946e8-3a6b-4d5c-947d-73f4cd578335" providerId="ADAL" clId="{D75116DC-27F0-4E16-A913-163E65D3EEAA}" dt="2025-02-11T07:55:50.502" v="174" actId="478"/>
          <ac:spMkLst>
            <pc:docMk/>
            <pc:sldMk cId="3523782250" sldId="2147347726"/>
            <ac:spMk id="334" creationId="{3F7216BC-D3A8-E0FE-4608-522D4E9C49E1}"/>
          </ac:spMkLst>
        </pc:spChg>
        <pc:spChg chg="del">
          <ac:chgData name="Mukherjee, Shouvik" userId="8a0946e8-3a6b-4d5c-947d-73f4cd578335" providerId="ADAL" clId="{D75116DC-27F0-4E16-A913-163E65D3EEAA}" dt="2025-02-11T07:55:50.502" v="174" actId="478"/>
          <ac:spMkLst>
            <pc:docMk/>
            <pc:sldMk cId="3523782250" sldId="2147347726"/>
            <ac:spMk id="366" creationId="{362FF576-52DC-5F9B-65DF-EFDA80A09FA7}"/>
          </ac:spMkLst>
        </pc:spChg>
        <pc:spChg chg="del">
          <ac:chgData name="Mukherjee, Shouvik" userId="8a0946e8-3a6b-4d5c-947d-73f4cd578335" providerId="ADAL" clId="{D75116DC-27F0-4E16-A913-163E65D3EEAA}" dt="2025-02-11T07:55:50.502" v="174" actId="478"/>
          <ac:spMkLst>
            <pc:docMk/>
            <pc:sldMk cId="3523782250" sldId="2147347726"/>
            <ac:spMk id="372" creationId="{23252C1C-0DA0-593F-EE00-AB5E6D6979A9}"/>
          </ac:spMkLst>
        </pc:spChg>
        <pc:spChg chg="del">
          <ac:chgData name="Mukherjee, Shouvik" userId="8a0946e8-3a6b-4d5c-947d-73f4cd578335" providerId="ADAL" clId="{D75116DC-27F0-4E16-A913-163E65D3EEAA}" dt="2025-02-11T07:55:50.502" v="174" actId="478"/>
          <ac:spMkLst>
            <pc:docMk/>
            <pc:sldMk cId="3523782250" sldId="2147347726"/>
            <ac:spMk id="382" creationId="{554E2091-CEBE-1365-E90D-8B0A37475252}"/>
          </ac:spMkLst>
        </pc:spChg>
        <pc:spChg chg="del">
          <ac:chgData name="Mukherjee, Shouvik" userId="8a0946e8-3a6b-4d5c-947d-73f4cd578335" providerId="ADAL" clId="{D75116DC-27F0-4E16-A913-163E65D3EEAA}" dt="2025-02-11T07:55:50.502" v="174" actId="478"/>
          <ac:spMkLst>
            <pc:docMk/>
            <pc:sldMk cId="3523782250" sldId="2147347726"/>
            <ac:spMk id="407" creationId="{793FD5D6-8B20-619B-BE23-7B7D50F0D20A}"/>
          </ac:spMkLst>
        </pc:spChg>
        <pc:spChg chg="del">
          <ac:chgData name="Mukherjee, Shouvik" userId="8a0946e8-3a6b-4d5c-947d-73f4cd578335" providerId="ADAL" clId="{D75116DC-27F0-4E16-A913-163E65D3EEAA}" dt="2025-02-11T07:55:50.502" v="174" actId="478"/>
          <ac:spMkLst>
            <pc:docMk/>
            <pc:sldMk cId="3523782250" sldId="2147347726"/>
            <ac:spMk id="408" creationId="{F21EE25A-1C2F-F2EF-627C-13C72A990234}"/>
          </ac:spMkLst>
        </pc:spChg>
        <pc:spChg chg="del">
          <ac:chgData name="Mukherjee, Shouvik" userId="8a0946e8-3a6b-4d5c-947d-73f4cd578335" providerId="ADAL" clId="{D75116DC-27F0-4E16-A913-163E65D3EEAA}" dt="2025-02-11T07:55:50.502" v="174" actId="478"/>
          <ac:spMkLst>
            <pc:docMk/>
            <pc:sldMk cId="3523782250" sldId="2147347726"/>
            <ac:spMk id="424" creationId="{9A239A3C-D7CD-2646-CA86-668F1A72A1E6}"/>
          </ac:spMkLst>
        </pc:spChg>
        <pc:spChg chg="mod">
          <ac:chgData name="Mukherjee, Shouvik" userId="8a0946e8-3a6b-4d5c-947d-73f4cd578335" providerId="ADAL" clId="{D75116DC-27F0-4E16-A913-163E65D3EEAA}" dt="2025-02-11T09:40:19.186" v="287"/>
          <ac:spMkLst>
            <pc:docMk/>
            <pc:sldMk cId="3523782250" sldId="2147347726"/>
            <ac:spMk id="448" creationId="{8482E058-4ED7-2E5F-99FF-1B8171E0D6BB}"/>
          </ac:spMkLst>
        </pc:spChg>
        <pc:spChg chg="mod">
          <ac:chgData name="Mukherjee, Shouvik" userId="8a0946e8-3a6b-4d5c-947d-73f4cd578335" providerId="ADAL" clId="{D75116DC-27F0-4E16-A913-163E65D3EEAA}" dt="2025-02-11T09:40:19.186" v="287"/>
          <ac:spMkLst>
            <pc:docMk/>
            <pc:sldMk cId="3523782250" sldId="2147347726"/>
            <ac:spMk id="449" creationId="{6DAD050F-971F-D70F-D597-9243169C3F6A}"/>
          </ac:spMkLst>
        </pc:spChg>
        <pc:spChg chg="add mod">
          <ac:chgData name="Mukherjee, Shouvik" userId="8a0946e8-3a6b-4d5c-947d-73f4cd578335" providerId="ADAL" clId="{D75116DC-27F0-4E16-A913-163E65D3EEAA}" dt="2025-02-11T09:40:58.848" v="305" actId="20577"/>
          <ac:spMkLst>
            <pc:docMk/>
            <pc:sldMk cId="3523782250" sldId="2147347726"/>
            <ac:spMk id="450" creationId="{1B6750FD-EFC7-8C95-A5FF-F016704247DC}"/>
          </ac:spMkLst>
        </pc:spChg>
        <pc:spChg chg="add mod">
          <ac:chgData name="Mukherjee, Shouvik" userId="8a0946e8-3a6b-4d5c-947d-73f4cd578335" providerId="ADAL" clId="{D75116DC-27F0-4E16-A913-163E65D3EEAA}" dt="2025-02-11T09:57:47.540" v="567" actId="1037"/>
          <ac:spMkLst>
            <pc:docMk/>
            <pc:sldMk cId="3523782250" sldId="2147347726"/>
            <ac:spMk id="455" creationId="{81A2135E-A4B1-F51A-F76D-EB3D35CB225B}"/>
          </ac:spMkLst>
        </pc:spChg>
        <pc:spChg chg="add mod">
          <ac:chgData name="Mukherjee, Shouvik" userId="8a0946e8-3a6b-4d5c-947d-73f4cd578335" providerId="ADAL" clId="{D75116DC-27F0-4E16-A913-163E65D3EEAA}" dt="2025-02-11T09:57:47.540" v="567" actId="1037"/>
          <ac:spMkLst>
            <pc:docMk/>
            <pc:sldMk cId="3523782250" sldId="2147347726"/>
            <ac:spMk id="456" creationId="{6E5B7B9B-EA09-8670-5A19-C5AA5BF4D307}"/>
          </ac:spMkLst>
        </pc:spChg>
        <pc:spChg chg="add mod">
          <ac:chgData name="Mukherjee, Shouvik" userId="8a0946e8-3a6b-4d5c-947d-73f4cd578335" providerId="ADAL" clId="{D75116DC-27F0-4E16-A913-163E65D3EEAA}" dt="2025-02-11T09:57:47.540" v="567" actId="1037"/>
          <ac:spMkLst>
            <pc:docMk/>
            <pc:sldMk cId="3523782250" sldId="2147347726"/>
            <ac:spMk id="457" creationId="{58BE16FC-11C0-8A70-A410-4B8A193CC5E4}"/>
          </ac:spMkLst>
        </pc:spChg>
        <pc:spChg chg="del">
          <ac:chgData name="Mukherjee, Shouvik" userId="8a0946e8-3a6b-4d5c-947d-73f4cd578335" providerId="ADAL" clId="{D75116DC-27F0-4E16-A913-163E65D3EEAA}" dt="2025-02-11T07:55:50.502" v="174" actId="478"/>
          <ac:spMkLst>
            <pc:docMk/>
            <pc:sldMk cId="3523782250" sldId="2147347726"/>
            <ac:spMk id="458" creationId="{340C618D-C70B-D95E-6389-D7E9C590F399}"/>
          </ac:spMkLst>
        </pc:spChg>
        <pc:spChg chg="del">
          <ac:chgData name="Mukherjee, Shouvik" userId="8a0946e8-3a6b-4d5c-947d-73f4cd578335" providerId="ADAL" clId="{D75116DC-27F0-4E16-A913-163E65D3EEAA}" dt="2025-02-11T07:55:50.502" v="174" actId="478"/>
          <ac:spMkLst>
            <pc:docMk/>
            <pc:sldMk cId="3523782250" sldId="2147347726"/>
            <ac:spMk id="459" creationId="{E7081E15-3C52-4D0F-7B2F-C8799BC431EF}"/>
          </ac:spMkLst>
        </pc:spChg>
        <pc:spChg chg="del">
          <ac:chgData name="Mukherjee, Shouvik" userId="8a0946e8-3a6b-4d5c-947d-73f4cd578335" providerId="ADAL" clId="{D75116DC-27F0-4E16-A913-163E65D3EEAA}" dt="2025-02-11T07:55:50.502" v="174" actId="478"/>
          <ac:spMkLst>
            <pc:docMk/>
            <pc:sldMk cId="3523782250" sldId="2147347726"/>
            <ac:spMk id="460" creationId="{6E265631-86F5-03F7-CF78-82C6E6E2EF6B}"/>
          </ac:spMkLst>
        </pc:spChg>
        <pc:spChg chg="add mod">
          <ac:chgData name="Mukherjee, Shouvik" userId="8a0946e8-3a6b-4d5c-947d-73f4cd578335" providerId="ADAL" clId="{D75116DC-27F0-4E16-A913-163E65D3EEAA}" dt="2025-02-11T09:57:47.540" v="567" actId="1037"/>
          <ac:spMkLst>
            <pc:docMk/>
            <pc:sldMk cId="3523782250" sldId="2147347726"/>
            <ac:spMk id="461" creationId="{B77DB600-3F87-6E69-9A8E-9ACA6086E36C}"/>
          </ac:spMkLst>
        </pc:spChg>
        <pc:spChg chg="add mod">
          <ac:chgData name="Mukherjee, Shouvik" userId="8a0946e8-3a6b-4d5c-947d-73f4cd578335" providerId="ADAL" clId="{D75116DC-27F0-4E16-A913-163E65D3EEAA}" dt="2025-02-11T10:36:18.707" v="1372" actId="113"/>
          <ac:spMkLst>
            <pc:docMk/>
            <pc:sldMk cId="3523782250" sldId="2147347726"/>
            <ac:spMk id="463" creationId="{3ED0CD0C-7487-2C60-9ABD-31BBF4B1A9DB}"/>
          </ac:spMkLst>
        </pc:spChg>
        <pc:spChg chg="add del mod">
          <ac:chgData name="Mukherjee, Shouvik" userId="8a0946e8-3a6b-4d5c-947d-73f4cd578335" providerId="ADAL" clId="{D75116DC-27F0-4E16-A913-163E65D3EEAA}" dt="2025-02-11T10:27:14.103" v="1077" actId="478"/>
          <ac:spMkLst>
            <pc:docMk/>
            <pc:sldMk cId="3523782250" sldId="2147347726"/>
            <ac:spMk id="464" creationId="{D35A0424-B4F2-88ED-9BD8-AE30B2151695}"/>
          </ac:spMkLst>
        </pc:spChg>
        <pc:spChg chg="mod">
          <ac:chgData name="Mukherjee, Shouvik" userId="8a0946e8-3a6b-4d5c-947d-73f4cd578335" providerId="ADAL" clId="{D75116DC-27F0-4E16-A913-163E65D3EEAA}" dt="2025-02-11T10:37:04.553" v="1373"/>
          <ac:spMkLst>
            <pc:docMk/>
            <pc:sldMk cId="3523782250" sldId="2147347726"/>
            <ac:spMk id="466" creationId="{01AED650-DC7C-E66A-124E-CD3B26149347}"/>
          </ac:spMkLst>
        </pc:spChg>
        <pc:spChg chg="mod">
          <ac:chgData name="Mukherjee, Shouvik" userId="8a0946e8-3a6b-4d5c-947d-73f4cd578335" providerId="ADAL" clId="{D75116DC-27F0-4E16-A913-163E65D3EEAA}" dt="2025-02-11T10:37:04.553" v="1373"/>
          <ac:spMkLst>
            <pc:docMk/>
            <pc:sldMk cId="3523782250" sldId="2147347726"/>
            <ac:spMk id="467" creationId="{09663667-5143-038D-49CD-FB6FA93F3F8A}"/>
          </ac:spMkLst>
        </pc:spChg>
        <pc:spChg chg="add mod">
          <ac:chgData name="Mukherjee, Shouvik" userId="8a0946e8-3a6b-4d5c-947d-73f4cd578335" providerId="ADAL" clId="{D75116DC-27F0-4E16-A913-163E65D3EEAA}" dt="2025-02-11T10:41:20.951" v="1497" actId="20577"/>
          <ac:spMkLst>
            <pc:docMk/>
            <pc:sldMk cId="3523782250" sldId="2147347726"/>
            <ac:spMk id="468" creationId="{A64CF929-896B-D5E6-8561-8302C0F874E2}"/>
          </ac:spMkLst>
        </pc:spChg>
        <pc:grpChg chg="del">
          <ac:chgData name="Mukherjee, Shouvik" userId="8a0946e8-3a6b-4d5c-947d-73f4cd578335" providerId="ADAL" clId="{D75116DC-27F0-4E16-A913-163E65D3EEAA}" dt="2025-02-11T07:55:50.502" v="174" actId="478"/>
          <ac:grpSpMkLst>
            <pc:docMk/>
            <pc:sldMk cId="3523782250" sldId="2147347726"/>
            <ac:grpSpMk id="8" creationId="{BC052E0F-8B2F-C4C8-5EFD-9D86BF0D4046}"/>
          </ac:grpSpMkLst>
        </pc:grpChg>
        <pc:grpChg chg="del">
          <ac:chgData name="Mukherjee, Shouvik" userId="8a0946e8-3a6b-4d5c-947d-73f4cd578335" providerId="ADAL" clId="{D75116DC-27F0-4E16-A913-163E65D3EEAA}" dt="2025-02-11T07:55:50.502" v="174" actId="478"/>
          <ac:grpSpMkLst>
            <pc:docMk/>
            <pc:sldMk cId="3523782250" sldId="2147347726"/>
            <ac:grpSpMk id="37" creationId="{785CC141-B081-C936-7A91-62A545DEBABD}"/>
          </ac:grpSpMkLst>
        </pc:grpChg>
        <pc:grpChg chg="add mod">
          <ac:chgData name="Mukherjee, Shouvik" userId="8a0946e8-3a6b-4d5c-947d-73f4cd578335" providerId="ADAL" clId="{D75116DC-27F0-4E16-A913-163E65D3EEAA}" dt="2025-02-11T09:40:19.186" v="287"/>
          <ac:grpSpMkLst>
            <pc:docMk/>
            <pc:sldMk cId="3523782250" sldId="2147347726"/>
            <ac:grpSpMk id="56" creationId="{334AFA84-9E34-2AB5-950A-B0D71537806C}"/>
          </ac:grpSpMkLst>
        </pc:grpChg>
        <pc:grpChg chg="add del mod">
          <ac:chgData name="Mukherjee, Shouvik" userId="8a0946e8-3a6b-4d5c-947d-73f4cd578335" providerId="ADAL" clId="{D75116DC-27F0-4E16-A913-163E65D3EEAA}" dt="2025-02-11T09:32:57.549" v="241" actId="478"/>
          <ac:grpSpMkLst>
            <pc:docMk/>
            <pc:sldMk cId="3523782250" sldId="2147347726"/>
            <ac:grpSpMk id="58" creationId="{91608A7A-7E2A-4C85-8094-98C13FF495CD}"/>
          </ac:grpSpMkLst>
        </pc:grpChg>
        <pc:grpChg chg="add del mod">
          <ac:chgData name="Mukherjee, Shouvik" userId="8a0946e8-3a6b-4d5c-947d-73f4cd578335" providerId="ADAL" clId="{D75116DC-27F0-4E16-A913-163E65D3EEAA}" dt="2025-02-11T09:32:57.549" v="241" actId="478"/>
          <ac:grpSpMkLst>
            <pc:docMk/>
            <pc:sldMk cId="3523782250" sldId="2147347726"/>
            <ac:grpSpMk id="61" creationId="{B1D417EB-1B2A-4755-9C4B-D74AE15818C2}"/>
          </ac:grpSpMkLst>
        </pc:grpChg>
        <pc:grpChg chg="add del mod">
          <ac:chgData name="Mukherjee, Shouvik" userId="8a0946e8-3a6b-4d5c-947d-73f4cd578335" providerId="ADAL" clId="{D75116DC-27F0-4E16-A913-163E65D3EEAA}" dt="2025-02-11T09:32:57.549" v="241" actId="478"/>
          <ac:grpSpMkLst>
            <pc:docMk/>
            <pc:sldMk cId="3523782250" sldId="2147347726"/>
            <ac:grpSpMk id="64" creationId="{DFEF9E61-2361-45D3-91C5-295308835B68}"/>
          </ac:grpSpMkLst>
        </pc:grpChg>
        <pc:grpChg chg="add mod">
          <ac:chgData name="Mukherjee, Shouvik" userId="8a0946e8-3a6b-4d5c-947d-73f4cd578335" providerId="ADAL" clId="{D75116DC-27F0-4E16-A913-163E65D3EEAA}" dt="2025-02-11T10:37:12.324" v="1374" actId="1076"/>
          <ac:grpSpMkLst>
            <pc:docMk/>
            <pc:sldMk cId="3523782250" sldId="2147347726"/>
            <ac:grpSpMk id="465" creationId="{59095C89-8E6A-FF52-8881-3D5446E196F9}"/>
          </ac:grpSpMkLst>
        </pc:grpChg>
        <pc:graphicFrameChg chg="add mod">
          <ac:chgData name="Mukherjee, Shouvik" userId="8a0946e8-3a6b-4d5c-947d-73f4cd578335" providerId="ADAL" clId="{D75116DC-27F0-4E16-A913-163E65D3EEAA}" dt="2025-02-11T18:21:18.549" v="2122" actId="113"/>
          <ac:graphicFrameMkLst>
            <pc:docMk/>
            <pc:sldMk cId="3523782250" sldId="2147347726"/>
            <ac:graphicFrameMk id="26" creationId="{E33E5B11-444B-5E99-29E6-104FF7ABE72C}"/>
          </ac:graphicFrameMkLst>
        </pc:graphicFrameChg>
        <pc:graphicFrameChg chg="del">
          <ac:chgData name="Mukherjee, Shouvik" userId="8a0946e8-3a6b-4d5c-947d-73f4cd578335" providerId="ADAL" clId="{D75116DC-27F0-4E16-A913-163E65D3EEAA}" dt="2025-02-11T07:55:50.502" v="174" actId="478"/>
          <ac:graphicFrameMkLst>
            <pc:docMk/>
            <pc:sldMk cId="3523782250" sldId="2147347726"/>
            <ac:graphicFrameMk id="32" creationId="{00FE923C-23F3-108A-878D-35F99F3AD253}"/>
          </ac:graphicFrameMkLst>
        </pc:graphicFrameChg>
        <pc:graphicFrameChg chg="del">
          <ac:chgData name="Mukherjee, Shouvik" userId="8a0946e8-3a6b-4d5c-947d-73f4cd578335" providerId="ADAL" clId="{D75116DC-27F0-4E16-A913-163E65D3EEAA}" dt="2025-02-11T07:55:50.502" v="174" actId="478"/>
          <ac:graphicFrameMkLst>
            <pc:docMk/>
            <pc:sldMk cId="3523782250" sldId="2147347726"/>
            <ac:graphicFrameMk id="34" creationId="{A1B30567-45CE-91E5-ADBB-0664A4A605C4}"/>
          </ac:graphicFrameMkLst>
        </pc:graphicFrameChg>
        <pc:graphicFrameChg chg="del">
          <ac:chgData name="Mukherjee, Shouvik" userId="8a0946e8-3a6b-4d5c-947d-73f4cd578335" providerId="ADAL" clId="{D75116DC-27F0-4E16-A913-163E65D3EEAA}" dt="2025-02-11T07:55:50.502" v="174" actId="478"/>
          <ac:graphicFrameMkLst>
            <pc:docMk/>
            <pc:sldMk cId="3523782250" sldId="2147347726"/>
            <ac:graphicFrameMk id="380" creationId="{DF3E0DCB-F6B8-1E46-862E-35A0F457A9CC}"/>
          </ac:graphicFrameMkLst>
        </pc:graphicFrameChg>
        <pc:graphicFrameChg chg="add mod">
          <ac:chgData name="Mukherjee, Shouvik" userId="8a0946e8-3a6b-4d5c-947d-73f4cd578335" providerId="ADAL" clId="{D75116DC-27F0-4E16-A913-163E65D3EEAA}" dt="2025-02-11T18:21:28.157" v="2124" actId="113"/>
          <ac:graphicFrameMkLst>
            <pc:docMk/>
            <pc:sldMk cId="3523782250" sldId="2147347726"/>
            <ac:graphicFrameMk id="452" creationId="{B912E424-305C-C163-B2CD-DBAABDFB957A}"/>
          </ac:graphicFrameMkLst>
        </pc:graphicFrameChg>
        <pc:graphicFrameChg chg="add mod">
          <ac:chgData name="Mukherjee, Shouvik" userId="8a0946e8-3a6b-4d5c-947d-73f4cd578335" providerId="ADAL" clId="{D75116DC-27F0-4E16-A913-163E65D3EEAA}" dt="2025-02-11T18:21:38.921" v="2126" actId="113"/>
          <ac:graphicFrameMkLst>
            <pc:docMk/>
            <pc:sldMk cId="3523782250" sldId="2147347726"/>
            <ac:graphicFrameMk id="453" creationId="{8D75814E-8024-3A29-EC8C-FB3C0C3F5191}"/>
          </ac:graphicFrameMkLst>
        </pc:graphicFrameChg>
        <pc:graphicFrameChg chg="add mod">
          <ac:chgData name="Mukherjee, Shouvik" userId="8a0946e8-3a6b-4d5c-947d-73f4cd578335" providerId="ADAL" clId="{D75116DC-27F0-4E16-A913-163E65D3EEAA}" dt="2025-02-11T18:21:48.891" v="2128" actId="113"/>
          <ac:graphicFrameMkLst>
            <pc:docMk/>
            <pc:sldMk cId="3523782250" sldId="2147347726"/>
            <ac:graphicFrameMk id="454" creationId="{8D5C0F58-BA3F-F982-EAC5-C4F94BD7164F}"/>
          </ac:graphicFrameMkLst>
        </pc:graphicFrameChg>
        <pc:cxnChg chg="del">
          <ac:chgData name="Mukherjee, Shouvik" userId="8a0946e8-3a6b-4d5c-947d-73f4cd578335" providerId="ADAL" clId="{D75116DC-27F0-4E16-A913-163E65D3EEAA}" dt="2025-02-11T07:55:50.502" v="174" actId="478"/>
          <ac:cxnSpMkLst>
            <pc:docMk/>
            <pc:sldMk cId="3523782250" sldId="2147347726"/>
            <ac:cxnSpMk id="66" creationId="{2456F238-6CB3-D91B-9041-CD789A6DF881}"/>
          </ac:cxnSpMkLst>
        </pc:cxnChg>
        <pc:cxnChg chg="del">
          <ac:chgData name="Mukherjee, Shouvik" userId="8a0946e8-3a6b-4d5c-947d-73f4cd578335" providerId="ADAL" clId="{D75116DC-27F0-4E16-A913-163E65D3EEAA}" dt="2025-02-11T07:55:50.502" v="174" actId="478"/>
          <ac:cxnSpMkLst>
            <pc:docMk/>
            <pc:sldMk cId="3523782250" sldId="2147347726"/>
            <ac:cxnSpMk id="81" creationId="{F4E326AB-FE14-F28B-4FD1-990A59ED4DA4}"/>
          </ac:cxnSpMkLst>
        </pc:cxnChg>
        <pc:cxnChg chg="del">
          <ac:chgData name="Mukherjee, Shouvik" userId="8a0946e8-3a6b-4d5c-947d-73f4cd578335" providerId="ADAL" clId="{D75116DC-27F0-4E16-A913-163E65D3EEAA}" dt="2025-02-11T07:55:50.502" v="174" actId="478"/>
          <ac:cxnSpMkLst>
            <pc:docMk/>
            <pc:sldMk cId="3523782250" sldId="2147347726"/>
            <ac:cxnSpMk id="82" creationId="{6E362924-8AED-0641-7FC1-DDFD77517347}"/>
          </ac:cxnSpMkLst>
        </pc:cxnChg>
        <pc:cxnChg chg="del">
          <ac:chgData name="Mukherjee, Shouvik" userId="8a0946e8-3a6b-4d5c-947d-73f4cd578335" providerId="ADAL" clId="{D75116DC-27F0-4E16-A913-163E65D3EEAA}" dt="2025-02-11T07:55:50.502" v="174" actId="478"/>
          <ac:cxnSpMkLst>
            <pc:docMk/>
            <pc:sldMk cId="3523782250" sldId="2147347726"/>
            <ac:cxnSpMk id="367" creationId="{82B8D05A-92C2-B7D9-A34C-D718F22C8DC5}"/>
          </ac:cxnSpMkLst>
        </pc:cxnChg>
        <pc:cxnChg chg="del">
          <ac:chgData name="Mukherjee, Shouvik" userId="8a0946e8-3a6b-4d5c-947d-73f4cd578335" providerId="ADAL" clId="{D75116DC-27F0-4E16-A913-163E65D3EEAA}" dt="2025-02-11T07:55:50.502" v="174" actId="478"/>
          <ac:cxnSpMkLst>
            <pc:docMk/>
            <pc:sldMk cId="3523782250" sldId="2147347726"/>
            <ac:cxnSpMk id="381" creationId="{CC97BFD9-1134-DD1B-DE22-06F2663F3192}"/>
          </ac:cxnSpMkLst>
        </pc:cxnChg>
        <pc:cxnChg chg="add mod">
          <ac:chgData name="Mukherjee, Shouvik" userId="8a0946e8-3a6b-4d5c-947d-73f4cd578335" providerId="ADAL" clId="{D75116DC-27F0-4E16-A913-163E65D3EEAA}" dt="2025-02-11T09:40:50.225" v="288"/>
          <ac:cxnSpMkLst>
            <pc:docMk/>
            <pc:sldMk cId="3523782250" sldId="2147347726"/>
            <ac:cxnSpMk id="451" creationId="{84EE3877-424A-C980-8351-F1B3DB382E1A}"/>
          </ac:cxnSpMkLst>
        </pc:cxnChg>
        <pc:cxnChg chg="add mod">
          <ac:chgData name="Mukherjee, Shouvik" userId="8a0946e8-3a6b-4d5c-947d-73f4cd578335" providerId="ADAL" clId="{D75116DC-27F0-4E16-A913-163E65D3EEAA}" dt="2025-02-11T09:57:47.540" v="567" actId="1037"/>
          <ac:cxnSpMkLst>
            <pc:docMk/>
            <pc:sldMk cId="3523782250" sldId="2147347726"/>
            <ac:cxnSpMk id="462" creationId="{0503256E-8573-50C6-1DB3-A45E600FFDAF}"/>
          </ac:cxnSpMkLst>
        </pc:cxnChg>
      </pc:sldChg>
      <pc:sldChg chg="add del">
        <pc:chgData name="Mukherjee, Shouvik" userId="8a0946e8-3a6b-4d5c-947d-73f4cd578335" providerId="ADAL" clId="{D75116DC-27F0-4E16-A913-163E65D3EEAA}" dt="2025-02-11T10:41:41.848" v="1498" actId="47"/>
        <pc:sldMkLst>
          <pc:docMk/>
          <pc:sldMk cId="1612357092" sldId="2147347727"/>
        </pc:sldMkLst>
      </pc:sldChg>
      <pc:sldChg chg="add del">
        <pc:chgData name="Mukherjee, Shouvik" userId="8a0946e8-3a6b-4d5c-947d-73f4cd578335" providerId="ADAL" clId="{D75116DC-27F0-4E16-A913-163E65D3EEAA}" dt="2025-02-11T19:22:50.075" v="4389" actId="47"/>
        <pc:sldMkLst>
          <pc:docMk/>
          <pc:sldMk cId="485721296" sldId="2147347728"/>
        </pc:sldMkLst>
      </pc:sldChg>
      <pc:sldChg chg="add del">
        <pc:chgData name="Mukherjee, Shouvik" userId="8a0946e8-3a6b-4d5c-947d-73f4cd578335" providerId="ADAL" clId="{D75116DC-27F0-4E16-A913-163E65D3EEAA}" dt="2025-02-11T09:05:59.764" v="237"/>
        <pc:sldMkLst>
          <pc:docMk/>
          <pc:sldMk cId="2789319449" sldId="2147347728"/>
        </pc:sldMkLst>
      </pc:sldChg>
      <pc:sldChg chg="add del">
        <pc:chgData name="Mukherjee, Shouvik" userId="8a0946e8-3a6b-4d5c-947d-73f4cd578335" providerId="ADAL" clId="{D75116DC-27F0-4E16-A913-163E65D3EEAA}" dt="2025-02-11T18:36:06.739" v="2388" actId="47"/>
        <pc:sldMkLst>
          <pc:docMk/>
          <pc:sldMk cId="392302490" sldId="2147347729"/>
        </pc:sldMkLst>
      </pc:sldChg>
      <pc:sldChg chg="addSp delSp modSp add mod">
        <pc:chgData name="Mukherjee, Shouvik" userId="8a0946e8-3a6b-4d5c-947d-73f4cd578335" providerId="ADAL" clId="{D75116DC-27F0-4E16-A913-163E65D3EEAA}" dt="2025-02-11T18:33:00.080" v="2337" actId="20577"/>
        <pc:sldMkLst>
          <pc:docMk/>
          <pc:sldMk cId="4254946250" sldId="2147347730"/>
        </pc:sldMkLst>
        <pc:spChg chg="add mod">
          <ac:chgData name="Mukherjee, Shouvik" userId="8a0946e8-3a6b-4d5c-947d-73f4cd578335" providerId="ADAL" clId="{D75116DC-27F0-4E16-A913-163E65D3EEAA}" dt="2025-02-11T18:22:05.570" v="2129" actId="2711"/>
          <ac:spMkLst>
            <pc:docMk/>
            <pc:sldMk cId="4254946250" sldId="2147347730"/>
            <ac:spMk id="3" creationId="{D57A1876-75C0-65D9-8F98-AC8A8477A879}"/>
          </ac:spMkLst>
        </pc:spChg>
        <pc:spChg chg="add mod">
          <ac:chgData name="Mukherjee, Shouvik" userId="8a0946e8-3a6b-4d5c-947d-73f4cd578335" providerId="ADAL" clId="{D75116DC-27F0-4E16-A913-163E65D3EEAA}" dt="2025-02-11T18:22:34.454" v="2130" actId="14100"/>
          <ac:spMkLst>
            <pc:docMk/>
            <pc:sldMk cId="4254946250" sldId="2147347730"/>
            <ac:spMk id="4" creationId="{12E61D83-B61C-530C-61B7-94F677C78664}"/>
          </ac:spMkLst>
        </pc:spChg>
        <pc:spChg chg="add mod">
          <ac:chgData name="Mukherjee, Shouvik" userId="8a0946e8-3a6b-4d5c-947d-73f4cd578335" providerId="ADAL" clId="{D75116DC-27F0-4E16-A913-163E65D3EEAA}" dt="2025-02-11T18:22:05.570" v="2129" actId="2711"/>
          <ac:spMkLst>
            <pc:docMk/>
            <pc:sldMk cId="4254946250" sldId="2147347730"/>
            <ac:spMk id="5" creationId="{393C50EB-DA5E-947B-2B84-CA0F40BE4E69}"/>
          </ac:spMkLst>
        </pc:spChg>
        <pc:spChg chg="add mod">
          <ac:chgData name="Mukherjee, Shouvik" userId="8a0946e8-3a6b-4d5c-947d-73f4cd578335" providerId="ADAL" clId="{D75116DC-27F0-4E16-A913-163E65D3EEAA}" dt="2025-02-11T18:22:44.566" v="2132" actId="122"/>
          <ac:spMkLst>
            <pc:docMk/>
            <pc:sldMk cId="4254946250" sldId="2147347730"/>
            <ac:spMk id="7" creationId="{E5289BA4-AAF5-3B68-AFAD-89652D10A5B1}"/>
          </ac:spMkLst>
        </pc:spChg>
        <pc:spChg chg="add del mod">
          <ac:chgData name="Mukherjee, Shouvik" userId="8a0946e8-3a6b-4d5c-947d-73f4cd578335" providerId="ADAL" clId="{D75116DC-27F0-4E16-A913-163E65D3EEAA}" dt="2025-02-11T18:30:15.669" v="2194" actId="14100"/>
          <ac:spMkLst>
            <pc:docMk/>
            <pc:sldMk cId="4254946250" sldId="2147347730"/>
            <ac:spMk id="8" creationId="{889D1962-C48B-3B1B-A494-7CD7D6A540E7}"/>
          </ac:spMkLst>
        </pc:spChg>
        <pc:spChg chg="add mod">
          <ac:chgData name="Mukherjee, Shouvik" userId="8a0946e8-3a6b-4d5c-947d-73f4cd578335" providerId="ADAL" clId="{D75116DC-27F0-4E16-A913-163E65D3EEAA}" dt="2025-02-11T18:22:05.570" v="2129" actId="2711"/>
          <ac:spMkLst>
            <pc:docMk/>
            <pc:sldMk cId="4254946250" sldId="2147347730"/>
            <ac:spMk id="9" creationId="{BF70B96D-625C-DA9D-6BBF-56019CC9585D}"/>
          </ac:spMkLst>
        </pc:spChg>
        <pc:spChg chg="add mod">
          <ac:chgData name="Mukherjee, Shouvik" userId="8a0946e8-3a6b-4d5c-947d-73f4cd578335" providerId="ADAL" clId="{D75116DC-27F0-4E16-A913-163E65D3EEAA}" dt="2025-02-11T18:22:05.570" v="2129" actId="2711"/>
          <ac:spMkLst>
            <pc:docMk/>
            <pc:sldMk cId="4254946250" sldId="2147347730"/>
            <ac:spMk id="11" creationId="{39D1D09C-7BE8-3760-D006-B8C144057796}"/>
          </ac:spMkLst>
        </pc:spChg>
        <pc:spChg chg="add mod">
          <ac:chgData name="Mukherjee, Shouvik" userId="8a0946e8-3a6b-4d5c-947d-73f4cd578335" providerId="ADAL" clId="{D75116DC-27F0-4E16-A913-163E65D3EEAA}" dt="2025-02-11T18:23:18.147" v="2135" actId="122"/>
          <ac:spMkLst>
            <pc:docMk/>
            <pc:sldMk cId="4254946250" sldId="2147347730"/>
            <ac:spMk id="12" creationId="{54315E9B-870C-E94B-78BD-162659D14DBD}"/>
          </ac:spMkLst>
        </pc:spChg>
        <pc:spChg chg="add mod">
          <ac:chgData name="Mukherjee, Shouvik" userId="8a0946e8-3a6b-4d5c-947d-73f4cd578335" providerId="ADAL" clId="{D75116DC-27F0-4E16-A913-163E65D3EEAA}" dt="2025-02-11T18:30:45.599" v="2200" actId="123"/>
          <ac:spMkLst>
            <pc:docMk/>
            <pc:sldMk cId="4254946250" sldId="2147347730"/>
            <ac:spMk id="13" creationId="{DF04548D-3F3B-8900-DE0F-B736D4AC44A5}"/>
          </ac:spMkLst>
        </pc:spChg>
        <pc:spChg chg="add mod">
          <ac:chgData name="Mukherjee, Shouvik" userId="8a0946e8-3a6b-4d5c-947d-73f4cd578335" providerId="ADAL" clId="{D75116DC-27F0-4E16-A913-163E65D3EEAA}" dt="2025-02-11T18:22:05.570" v="2129" actId="2711"/>
          <ac:spMkLst>
            <pc:docMk/>
            <pc:sldMk cId="4254946250" sldId="2147347730"/>
            <ac:spMk id="14" creationId="{18B95DFC-6315-8BC9-09F0-A30FD7E4808E}"/>
          </ac:spMkLst>
        </pc:spChg>
        <pc:spChg chg="add mod">
          <ac:chgData name="Mukherjee, Shouvik" userId="8a0946e8-3a6b-4d5c-947d-73f4cd578335" providerId="ADAL" clId="{D75116DC-27F0-4E16-A913-163E65D3EEAA}" dt="2025-02-11T18:22:05.570" v="2129" actId="2711"/>
          <ac:spMkLst>
            <pc:docMk/>
            <pc:sldMk cId="4254946250" sldId="2147347730"/>
            <ac:spMk id="15" creationId="{8F2EB4BD-ED78-2542-8980-FF3C1A20E0F7}"/>
          </ac:spMkLst>
        </pc:spChg>
        <pc:spChg chg="add mod">
          <ac:chgData name="Mukherjee, Shouvik" userId="8a0946e8-3a6b-4d5c-947d-73f4cd578335" providerId="ADAL" clId="{D75116DC-27F0-4E16-A913-163E65D3EEAA}" dt="2025-02-11T18:22:05.570" v="2129" actId="2711"/>
          <ac:spMkLst>
            <pc:docMk/>
            <pc:sldMk cId="4254946250" sldId="2147347730"/>
            <ac:spMk id="16" creationId="{E186BE27-CA49-AD98-18E4-AB0E1E7C23CF}"/>
          </ac:spMkLst>
        </pc:spChg>
        <pc:spChg chg="add mod">
          <ac:chgData name="Mukherjee, Shouvik" userId="8a0946e8-3a6b-4d5c-947d-73f4cd578335" providerId="ADAL" clId="{D75116DC-27F0-4E16-A913-163E65D3EEAA}" dt="2025-02-11T18:33:00.080" v="2337" actId="20577"/>
          <ac:spMkLst>
            <pc:docMk/>
            <pc:sldMk cId="4254946250" sldId="2147347730"/>
            <ac:spMk id="17" creationId="{9D8EBACF-4CF6-6DEB-FBBB-F54A7E9D1F03}"/>
          </ac:spMkLst>
        </pc:spChg>
        <pc:spChg chg="add mod">
          <ac:chgData name="Mukherjee, Shouvik" userId="8a0946e8-3a6b-4d5c-947d-73f4cd578335" providerId="ADAL" clId="{D75116DC-27F0-4E16-A913-163E65D3EEAA}" dt="2025-02-11T18:22:05.570" v="2129" actId="2711"/>
          <ac:spMkLst>
            <pc:docMk/>
            <pc:sldMk cId="4254946250" sldId="2147347730"/>
            <ac:spMk id="18" creationId="{0D2C9E68-E429-9B9D-D57F-8A953F39ECD7}"/>
          </ac:spMkLst>
        </pc:spChg>
        <pc:spChg chg="add mod">
          <ac:chgData name="Mukherjee, Shouvik" userId="8a0946e8-3a6b-4d5c-947d-73f4cd578335" providerId="ADAL" clId="{D75116DC-27F0-4E16-A913-163E65D3EEAA}" dt="2025-02-11T18:29:25.475" v="2189" actId="122"/>
          <ac:spMkLst>
            <pc:docMk/>
            <pc:sldMk cId="4254946250" sldId="2147347730"/>
            <ac:spMk id="19" creationId="{D1CEE353-8067-3844-0577-D47668E5CA64}"/>
          </ac:spMkLst>
        </pc:spChg>
        <pc:spChg chg="add mod">
          <ac:chgData name="Mukherjee, Shouvik" userId="8a0946e8-3a6b-4d5c-947d-73f4cd578335" providerId="ADAL" clId="{D75116DC-27F0-4E16-A913-163E65D3EEAA}" dt="2025-02-11T18:27:00.558" v="2168" actId="21"/>
          <ac:spMkLst>
            <pc:docMk/>
            <pc:sldMk cId="4254946250" sldId="2147347730"/>
            <ac:spMk id="20" creationId="{A5F0719D-4E66-4176-23FF-DE52659F9377}"/>
          </ac:spMkLst>
        </pc:spChg>
        <pc:spChg chg="add del mod">
          <ac:chgData name="Mukherjee, Shouvik" userId="8a0946e8-3a6b-4d5c-947d-73f4cd578335" providerId="ADAL" clId="{D75116DC-27F0-4E16-A913-163E65D3EEAA}" dt="2025-02-11T18:29:51.806" v="2191" actId="478"/>
          <ac:spMkLst>
            <pc:docMk/>
            <pc:sldMk cId="4254946250" sldId="2147347730"/>
            <ac:spMk id="21" creationId="{819C98A5-21AF-A7A7-E132-388B2546B4E5}"/>
          </ac:spMkLst>
        </pc:spChg>
        <pc:spChg chg="mod">
          <ac:chgData name="Mukherjee, Shouvik" userId="8a0946e8-3a6b-4d5c-947d-73f4cd578335" providerId="ADAL" clId="{D75116DC-27F0-4E16-A913-163E65D3EEAA}" dt="2025-02-11T18:22:05.570" v="2129" actId="2711"/>
          <ac:spMkLst>
            <pc:docMk/>
            <pc:sldMk cId="4254946250" sldId="2147347730"/>
            <ac:spMk id="23" creationId="{E71CD361-169F-261D-D737-C9B6459099A8}"/>
          </ac:spMkLst>
        </pc:spChg>
        <pc:spChg chg="mod">
          <ac:chgData name="Mukherjee, Shouvik" userId="8a0946e8-3a6b-4d5c-947d-73f4cd578335" providerId="ADAL" clId="{D75116DC-27F0-4E16-A913-163E65D3EEAA}" dt="2025-02-11T18:22:05.570" v="2129" actId="2711"/>
          <ac:spMkLst>
            <pc:docMk/>
            <pc:sldMk cId="4254946250" sldId="2147347730"/>
            <ac:spMk id="24" creationId="{753F9765-FD26-ECE7-9C7A-1892FC955AC2}"/>
          </ac:spMkLst>
        </pc:spChg>
        <pc:spChg chg="mod">
          <ac:chgData name="Mukherjee, Shouvik" userId="8a0946e8-3a6b-4d5c-947d-73f4cd578335" providerId="ADAL" clId="{D75116DC-27F0-4E16-A913-163E65D3EEAA}" dt="2025-02-11T18:22:05.570" v="2129" actId="2711"/>
          <ac:spMkLst>
            <pc:docMk/>
            <pc:sldMk cId="4254946250" sldId="2147347730"/>
            <ac:spMk id="25" creationId="{87C97161-7A16-321E-29FC-3B7830F9206A}"/>
          </ac:spMkLst>
        </pc:spChg>
        <pc:spChg chg="mod">
          <ac:chgData name="Mukherjee, Shouvik" userId="8a0946e8-3a6b-4d5c-947d-73f4cd578335" providerId="ADAL" clId="{D75116DC-27F0-4E16-A913-163E65D3EEAA}" dt="2025-02-11T18:22:05.570" v="2129" actId="2711"/>
          <ac:spMkLst>
            <pc:docMk/>
            <pc:sldMk cId="4254946250" sldId="2147347730"/>
            <ac:spMk id="27" creationId="{32B35D95-6459-4107-732A-5BB325902A5E}"/>
          </ac:spMkLst>
        </pc:spChg>
        <pc:spChg chg="mod">
          <ac:chgData name="Mukherjee, Shouvik" userId="8a0946e8-3a6b-4d5c-947d-73f4cd578335" providerId="ADAL" clId="{D75116DC-27F0-4E16-A913-163E65D3EEAA}" dt="2025-02-11T18:22:05.570" v="2129" actId="2711"/>
          <ac:spMkLst>
            <pc:docMk/>
            <pc:sldMk cId="4254946250" sldId="2147347730"/>
            <ac:spMk id="28" creationId="{E2991114-B260-31E5-D558-8E0CB337A5B7}"/>
          </ac:spMkLst>
        </pc:spChg>
        <pc:spChg chg="mod">
          <ac:chgData name="Mukherjee, Shouvik" userId="8a0946e8-3a6b-4d5c-947d-73f4cd578335" providerId="ADAL" clId="{D75116DC-27F0-4E16-A913-163E65D3EEAA}" dt="2025-02-11T18:22:05.570" v="2129" actId="2711"/>
          <ac:spMkLst>
            <pc:docMk/>
            <pc:sldMk cId="4254946250" sldId="2147347730"/>
            <ac:spMk id="29" creationId="{370E1C17-7FDB-C0EE-230B-A912BF87B250}"/>
          </ac:spMkLst>
        </pc:spChg>
        <pc:spChg chg="mod">
          <ac:chgData name="Mukherjee, Shouvik" userId="8a0946e8-3a6b-4d5c-947d-73f4cd578335" providerId="ADAL" clId="{D75116DC-27F0-4E16-A913-163E65D3EEAA}" dt="2025-02-11T18:22:05.570" v="2129" actId="2711"/>
          <ac:spMkLst>
            <pc:docMk/>
            <pc:sldMk cId="4254946250" sldId="2147347730"/>
            <ac:spMk id="30" creationId="{CA7D734D-7389-8664-6FCF-6D1E677BE3DE}"/>
          </ac:spMkLst>
        </pc:spChg>
        <pc:spChg chg="mod">
          <ac:chgData name="Mukherjee, Shouvik" userId="8a0946e8-3a6b-4d5c-947d-73f4cd578335" providerId="ADAL" clId="{D75116DC-27F0-4E16-A913-163E65D3EEAA}" dt="2025-02-11T18:22:05.570" v="2129" actId="2711"/>
          <ac:spMkLst>
            <pc:docMk/>
            <pc:sldMk cId="4254946250" sldId="2147347730"/>
            <ac:spMk id="31" creationId="{87F7067E-7802-B9D9-0985-8B41B96EE903}"/>
          </ac:spMkLst>
        </pc:spChg>
        <pc:spChg chg="mod">
          <ac:chgData name="Mukherjee, Shouvik" userId="8a0946e8-3a6b-4d5c-947d-73f4cd578335" providerId="ADAL" clId="{D75116DC-27F0-4E16-A913-163E65D3EEAA}" dt="2025-02-11T18:22:05.570" v="2129" actId="2711"/>
          <ac:spMkLst>
            <pc:docMk/>
            <pc:sldMk cId="4254946250" sldId="2147347730"/>
            <ac:spMk id="32" creationId="{419A5A35-4340-E15A-595F-3833028BC013}"/>
          </ac:spMkLst>
        </pc:spChg>
        <pc:spChg chg="mod">
          <ac:chgData name="Mukherjee, Shouvik" userId="8a0946e8-3a6b-4d5c-947d-73f4cd578335" providerId="ADAL" clId="{D75116DC-27F0-4E16-A913-163E65D3EEAA}" dt="2025-02-11T18:22:05.570" v="2129" actId="2711"/>
          <ac:spMkLst>
            <pc:docMk/>
            <pc:sldMk cId="4254946250" sldId="2147347730"/>
            <ac:spMk id="33" creationId="{F9FD6415-2BBC-CE03-10E3-820BEE3D48E8}"/>
          </ac:spMkLst>
        </pc:spChg>
        <pc:spChg chg="mod">
          <ac:chgData name="Mukherjee, Shouvik" userId="8a0946e8-3a6b-4d5c-947d-73f4cd578335" providerId="ADAL" clId="{D75116DC-27F0-4E16-A913-163E65D3EEAA}" dt="2025-02-11T18:22:05.570" v="2129" actId="2711"/>
          <ac:spMkLst>
            <pc:docMk/>
            <pc:sldMk cId="4254946250" sldId="2147347730"/>
            <ac:spMk id="34" creationId="{5397A996-1A6B-AE8D-63DF-10B24120A28C}"/>
          </ac:spMkLst>
        </pc:spChg>
        <pc:spChg chg="mod">
          <ac:chgData name="Mukherjee, Shouvik" userId="8a0946e8-3a6b-4d5c-947d-73f4cd578335" providerId="ADAL" clId="{D75116DC-27F0-4E16-A913-163E65D3EEAA}" dt="2025-02-11T18:22:05.570" v="2129" actId="2711"/>
          <ac:spMkLst>
            <pc:docMk/>
            <pc:sldMk cId="4254946250" sldId="2147347730"/>
            <ac:spMk id="35" creationId="{4592010C-A3EB-2748-1A0E-A5C9813E01DF}"/>
          </ac:spMkLst>
        </pc:spChg>
        <pc:spChg chg="mod">
          <ac:chgData name="Mukherjee, Shouvik" userId="8a0946e8-3a6b-4d5c-947d-73f4cd578335" providerId="ADAL" clId="{D75116DC-27F0-4E16-A913-163E65D3EEAA}" dt="2025-02-11T18:22:05.570" v="2129" actId="2711"/>
          <ac:spMkLst>
            <pc:docMk/>
            <pc:sldMk cId="4254946250" sldId="2147347730"/>
            <ac:spMk id="36" creationId="{6FF441A7-0135-1FE6-252E-130ABAB63867}"/>
          </ac:spMkLst>
        </pc:spChg>
        <pc:spChg chg="mod">
          <ac:chgData name="Mukherjee, Shouvik" userId="8a0946e8-3a6b-4d5c-947d-73f4cd578335" providerId="ADAL" clId="{D75116DC-27F0-4E16-A913-163E65D3EEAA}" dt="2025-02-11T18:22:05.570" v="2129" actId="2711"/>
          <ac:spMkLst>
            <pc:docMk/>
            <pc:sldMk cId="4254946250" sldId="2147347730"/>
            <ac:spMk id="37" creationId="{50FE2AE0-851A-96A4-39A1-FA664E0F4502}"/>
          </ac:spMkLst>
        </pc:spChg>
        <pc:spChg chg="mod">
          <ac:chgData name="Mukherjee, Shouvik" userId="8a0946e8-3a6b-4d5c-947d-73f4cd578335" providerId="ADAL" clId="{D75116DC-27F0-4E16-A913-163E65D3EEAA}" dt="2025-02-11T18:22:05.570" v="2129" actId="2711"/>
          <ac:spMkLst>
            <pc:docMk/>
            <pc:sldMk cId="4254946250" sldId="2147347730"/>
            <ac:spMk id="38" creationId="{63F9F2AC-E31B-B849-C272-9474A5BFCB79}"/>
          </ac:spMkLst>
        </pc:spChg>
        <pc:spChg chg="mod">
          <ac:chgData name="Mukherjee, Shouvik" userId="8a0946e8-3a6b-4d5c-947d-73f4cd578335" providerId="ADAL" clId="{D75116DC-27F0-4E16-A913-163E65D3EEAA}" dt="2025-02-11T18:22:05.570" v="2129" actId="2711"/>
          <ac:spMkLst>
            <pc:docMk/>
            <pc:sldMk cId="4254946250" sldId="2147347730"/>
            <ac:spMk id="39" creationId="{569284B6-9208-6FA4-662F-F02FC26FDB4F}"/>
          </ac:spMkLst>
        </pc:spChg>
        <pc:spChg chg="mod">
          <ac:chgData name="Mukherjee, Shouvik" userId="8a0946e8-3a6b-4d5c-947d-73f4cd578335" providerId="ADAL" clId="{D75116DC-27F0-4E16-A913-163E65D3EEAA}" dt="2025-02-11T18:22:05.570" v="2129" actId="2711"/>
          <ac:spMkLst>
            <pc:docMk/>
            <pc:sldMk cId="4254946250" sldId="2147347730"/>
            <ac:spMk id="40" creationId="{AE1F4DDF-6A12-EF75-7D5F-C526B6FAEC24}"/>
          </ac:spMkLst>
        </pc:spChg>
        <pc:spChg chg="mod">
          <ac:chgData name="Mukherjee, Shouvik" userId="8a0946e8-3a6b-4d5c-947d-73f4cd578335" providerId="ADAL" clId="{D75116DC-27F0-4E16-A913-163E65D3EEAA}" dt="2025-02-11T18:22:05.570" v="2129" actId="2711"/>
          <ac:spMkLst>
            <pc:docMk/>
            <pc:sldMk cId="4254946250" sldId="2147347730"/>
            <ac:spMk id="41" creationId="{DA8D7376-70CE-745C-47D7-C1C1509870E6}"/>
          </ac:spMkLst>
        </pc:spChg>
        <pc:spChg chg="mod">
          <ac:chgData name="Mukherjee, Shouvik" userId="8a0946e8-3a6b-4d5c-947d-73f4cd578335" providerId="ADAL" clId="{D75116DC-27F0-4E16-A913-163E65D3EEAA}" dt="2025-02-11T18:22:05.570" v="2129" actId="2711"/>
          <ac:spMkLst>
            <pc:docMk/>
            <pc:sldMk cId="4254946250" sldId="2147347730"/>
            <ac:spMk id="43" creationId="{5DF92EED-4F64-9286-2C4D-31F1CAB5C49A}"/>
          </ac:spMkLst>
        </pc:spChg>
        <pc:spChg chg="del">
          <ac:chgData name="Mukherjee, Shouvik" userId="8a0946e8-3a6b-4d5c-947d-73f4cd578335" providerId="ADAL" clId="{D75116DC-27F0-4E16-A913-163E65D3EEAA}" dt="2025-02-11T11:03:14.293" v="1500" actId="478"/>
          <ac:spMkLst>
            <pc:docMk/>
            <pc:sldMk cId="4254946250" sldId="2147347730"/>
            <ac:spMk id="44" creationId="{0FEDBD58-ABFC-5FCF-884B-0EE8D4AE0803}"/>
          </ac:spMkLst>
        </pc:spChg>
        <pc:spChg chg="mod">
          <ac:chgData name="Mukherjee, Shouvik" userId="8a0946e8-3a6b-4d5c-947d-73f4cd578335" providerId="ADAL" clId="{D75116DC-27F0-4E16-A913-163E65D3EEAA}" dt="2025-02-11T18:22:05.570" v="2129" actId="2711"/>
          <ac:spMkLst>
            <pc:docMk/>
            <pc:sldMk cId="4254946250" sldId="2147347730"/>
            <ac:spMk id="45" creationId="{78CC17A1-181D-57AB-E7B6-EEF7C7904A01}"/>
          </ac:spMkLst>
        </pc:spChg>
        <pc:spChg chg="mod">
          <ac:chgData name="Mukherjee, Shouvik" userId="8a0946e8-3a6b-4d5c-947d-73f4cd578335" providerId="ADAL" clId="{D75116DC-27F0-4E16-A913-163E65D3EEAA}" dt="2025-02-11T18:22:05.570" v="2129" actId="2711"/>
          <ac:spMkLst>
            <pc:docMk/>
            <pc:sldMk cId="4254946250" sldId="2147347730"/>
            <ac:spMk id="46" creationId="{11F063DE-6403-FB81-A668-648FDE0EA391}"/>
          </ac:spMkLst>
        </pc:spChg>
        <pc:spChg chg="mod">
          <ac:chgData name="Mukherjee, Shouvik" userId="8a0946e8-3a6b-4d5c-947d-73f4cd578335" providerId="ADAL" clId="{D75116DC-27F0-4E16-A913-163E65D3EEAA}" dt="2025-02-11T18:22:05.570" v="2129" actId="2711"/>
          <ac:spMkLst>
            <pc:docMk/>
            <pc:sldMk cId="4254946250" sldId="2147347730"/>
            <ac:spMk id="47" creationId="{97A9630F-0287-84DB-87D3-E98E4E3EC562}"/>
          </ac:spMkLst>
        </pc:spChg>
        <pc:spChg chg="add mod">
          <ac:chgData name="Mukherjee, Shouvik" userId="8a0946e8-3a6b-4d5c-947d-73f4cd578335" providerId="ADAL" clId="{D75116DC-27F0-4E16-A913-163E65D3EEAA}" dt="2025-02-11T18:22:05.570" v="2129" actId="2711"/>
          <ac:spMkLst>
            <pc:docMk/>
            <pc:sldMk cId="4254946250" sldId="2147347730"/>
            <ac:spMk id="48" creationId="{5EF55663-ED08-ADE6-B93C-5348D56B06FE}"/>
          </ac:spMkLst>
        </pc:spChg>
        <pc:spChg chg="add mod">
          <ac:chgData name="Mukherjee, Shouvik" userId="8a0946e8-3a6b-4d5c-947d-73f4cd578335" providerId="ADAL" clId="{D75116DC-27F0-4E16-A913-163E65D3EEAA}" dt="2025-02-11T18:22:05.570" v="2129" actId="2711"/>
          <ac:spMkLst>
            <pc:docMk/>
            <pc:sldMk cId="4254946250" sldId="2147347730"/>
            <ac:spMk id="49" creationId="{DD61C7E6-94B7-FBAA-8476-3F7507F8BF29}"/>
          </ac:spMkLst>
        </pc:spChg>
        <pc:spChg chg="add mod">
          <ac:chgData name="Mukherjee, Shouvik" userId="8a0946e8-3a6b-4d5c-947d-73f4cd578335" providerId="ADAL" clId="{D75116DC-27F0-4E16-A913-163E65D3EEAA}" dt="2025-02-11T18:29:29.029" v="2190" actId="122"/>
          <ac:spMkLst>
            <pc:docMk/>
            <pc:sldMk cId="4254946250" sldId="2147347730"/>
            <ac:spMk id="50" creationId="{3DA4106C-A9D8-03C5-F322-5C6A81F64B2E}"/>
          </ac:spMkLst>
        </pc:spChg>
        <pc:spChg chg="mod">
          <ac:chgData name="Mukherjee, Shouvik" userId="8a0946e8-3a6b-4d5c-947d-73f4cd578335" providerId="ADAL" clId="{D75116DC-27F0-4E16-A913-163E65D3EEAA}" dt="2025-02-11T18:22:05.570" v="2129" actId="2711"/>
          <ac:spMkLst>
            <pc:docMk/>
            <pc:sldMk cId="4254946250" sldId="2147347730"/>
            <ac:spMk id="53" creationId="{905C1C9D-03A8-63D7-1E55-46D9BF518F68}"/>
          </ac:spMkLst>
        </pc:spChg>
        <pc:spChg chg="mod">
          <ac:chgData name="Mukherjee, Shouvik" userId="8a0946e8-3a6b-4d5c-947d-73f4cd578335" providerId="ADAL" clId="{D75116DC-27F0-4E16-A913-163E65D3EEAA}" dt="2025-02-11T18:22:05.570" v="2129" actId="2711"/>
          <ac:spMkLst>
            <pc:docMk/>
            <pc:sldMk cId="4254946250" sldId="2147347730"/>
            <ac:spMk id="55" creationId="{6D3E725E-324F-F644-1326-047237CF8B94}"/>
          </ac:spMkLst>
        </pc:spChg>
        <pc:spChg chg="mod">
          <ac:chgData name="Mukherjee, Shouvik" userId="8a0946e8-3a6b-4d5c-947d-73f4cd578335" providerId="ADAL" clId="{D75116DC-27F0-4E16-A913-163E65D3EEAA}" dt="2025-02-11T18:22:05.570" v="2129" actId="2711"/>
          <ac:spMkLst>
            <pc:docMk/>
            <pc:sldMk cId="4254946250" sldId="2147347730"/>
            <ac:spMk id="57" creationId="{40F9C0CF-3CC1-BF48-84F8-DB08C38390D9}"/>
          </ac:spMkLst>
        </pc:spChg>
        <pc:spChg chg="mod">
          <ac:chgData name="Mukherjee, Shouvik" userId="8a0946e8-3a6b-4d5c-947d-73f4cd578335" providerId="ADAL" clId="{D75116DC-27F0-4E16-A913-163E65D3EEAA}" dt="2025-02-11T18:22:05.570" v="2129" actId="2711"/>
          <ac:spMkLst>
            <pc:docMk/>
            <pc:sldMk cId="4254946250" sldId="2147347730"/>
            <ac:spMk id="58" creationId="{10B38D24-935C-6F7F-01AF-B19421C4C0FC}"/>
          </ac:spMkLst>
        </pc:spChg>
        <pc:spChg chg="mod">
          <ac:chgData name="Mukherjee, Shouvik" userId="8a0946e8-3a6b-4d5c-947d-73f4cd578335" providerId="ADAL" clId="{D75116DC-27F0-4E16-A913-163E65D3EEAA}" dt="2025-02-11T18:22:05.570" v="2129" actId="2711"/>
          <ac:spMkLst>
            <pc:docMk/>
            <pc:sldMk cId="4254946250" sldId="2147347730"/>
            <ac:spMk id="59" creationId="{188C7BF3-9D1E-4520-7A64-6DE24595A3E3}"/>
          </ac:spMkLst>
        </pc:spChg>
        <pc:spChg chg="mod">
          <ac:chgData name="Mukherjee, Shouvik" userId="8a0946e8-3a6b-4d5c-947d-73f4cd578335" providerId="ADAL" clId="{D75116DC-27F0-4E16-A913-163E65D3EEAA}" dt="2025-02-11T18:22:05.570" v="2129" actId="2711"/>
          <ac:spMkLst>
            <pc:docMk/>
            <pc:sldMk cId="4254946250" sldId="2147347730"/>
            <ac:spMk id="60" creationId="{F140E2F8-9100-E541-A102-E7A137D98DAB}"/>
          </ac:spMkLst>
        </pc:spChg>
        <pc:spChg chg="mod">
          <ac:chgData name="Mukherjee, Shouvik" userId="8a0946e8-3a6b-4d5c-947d-73f4cd578335" providerId="ADAL" clId="{D75116DC-27F0-4E16-A913-163E65D3EEAA}" dt="2025-02-11T18:22:05.570" v="2129" actId="2711"/>
          <ac:spMkLst>
            <pc:docMk/>
            <pc:sldMk cId="4254946250" sldId="2147347730"/>
            <ac:spMk id="61" creationId="{1F963E52-6406-D00F-BF1B-26D1A06E21EB}"/>
          </ac:spMkLst>
        </pc:spChg>
        <pc:spChg chg="mod">
          <ac:chgData name="Mukherjee, Shouvik" userId="8a0946e8-3a6b-4d5c-947d-73f4cd578335" providerId="ADAL" clId="{D75116DC-27F0-4E16-A913-163E65D3EEAA}" dt="2025-02-11T18:22:05.570" v="2129" actId="2711"/>
          <ac:spMkLst>
            <pc:docMk/>
            <pc:sldMk cId="4254946250" sldId="2147347730"/>
            <ac:spMk id="62" creationId="{2A818C65-3332-8A75-76DD-ABAC024D380E}"/>
          </ac:spMkLst>
        </pc:spChg>
        <pc:spChg chg="mod">
          <ac:chgData name="Mukherjee, Shouvik" userId="8a0946e8-3a6b-4d5c-947d-73f4cd578335" providerId="ADAL" clId="{D75116DC-27F0-4E16-A913-163E65D3EEAA}" dt="2025-02-11T18:22:05.570" v="2129" actId="2711"/>
          <ac:spMkLst>
            <pc:docMk/>
            <pc:sldMk cId="4254946250" sldId="2147347730"/>
            <ac:spMk id="63" creationId="{64835183-193B-B2B7-F759-16651DBFE4F4}"/>
          </ac:spMkLst>
        </pc:spChg>
        <pc:spChg chg="del">
          <ac:chgData name="Mukherjee, Shouvik" userId="8a0946e8-3a6b-4d5c-947d-73f4cd578335" providerId="ADAL" clId="{D75116DC-27F0-4E16-A913-163E65D3EEAA}" dt="2025-02-11T11:03:14.293" v="1500" actId="478"/>
          <ac:spMkLst>
            <pc:docMk/>
            <pc:sldMk cId="4254946250" sldId="2147347730"/>
            <ac:spMk id="450" creationId="{1B6750FD-EFC7-8C95-A5FF-F016704247DC}"/>
          </ac:spMkLst>
        </pc:spChg>
        <pc:spChg chg="del">
          <ac:chgData name="Mukherjee, Shouvik" userId="8a0946e8-3a6b-4d5c-947d-73f4cd578335" providerId="ADAL" clId="{D75116DC-27F0-4E16-A913-163E65D3EEAA}" dt="2025-02-11T11:03:14.293" v="1500" actId="478"/>
          <ac:spMkLst>
            <pc:docMk/>
            <pc:sldMk cId="4254946250" sldId="2147347730"/>
            <ac:spMk id="455" creationId="{81A2135E-A4B1-F51A-F76D-EB3D35CB225B}"/>
          </ac:spMkLst>
        </pc:spChg>
        <pc:spChg chg="del">
          <ac:chgData name="Mukherjee, Shouvik" userId="8a0946e8-3a6b-4d5c-947d-73f4cd578335" providerId="ADAL" clId="{D75116DC-27F0-4E16-A913-163E65D3EEAA}" dt="2025-02-11T11:03:14.293" v="1500" actId="478"/>
          <ac:spMkLst>
            <pc:docMk/>
            <pc:sldMk cId="4254946250" sldId="2147347730"/>
            <ac:spMk id="456" creationId="{6E5B7B9B-EA09-8670-5A19-C5AA5BF4D307}"/>
          </ac:spMkLst>
        </pc:spChg>
        <pc:spChg chg="del">
          <ac:chgData name="Mukherjee, Shouvik" userId="8a0946e8-3a6b-4d5c-947d-73f4cd578335" providerId="ADAL" clId="{D75116DC-27F0-4E16-A913-163E65D3EEAA}" dt="2025-02-11T11:03:14.293" v="1500" actId="478"/>
          <ac:spMkLst>
            <pc:docMk/>
            <pc:sldMk cId="4254946250" sldId="2147347730"/>
            <ac:spMk id="457" creationId="{58BE16FC-11C0-8A70-A410-4B8A193CC5E4}"/>
          </ac:spMkLst>
        </pc:spChg>
        <pc:spChg chg="mod">
          <ac:chgData name="Mukherjee, Shouvik" userId="8a0946e8-3a6b-4d5c-947d-73f4cd578335" providerId="ADAL" clId="{D75116DC-27F0-4E16-A913-163E65D3EEAA}" dt="2025-02-11T18:22:05.570" v="2129" actId="2711"/>
          <ac:spMkLst>
            <pc:docMk/>
            <pc:sldMk cId="4254946250" sldId="2147347730"/>
            <ac:spMk id="458" creationId="{845E39D1-1B19-3308-BB58-CE31F8388CAA}"/>
          </ac:spMkLst>
        </pc:spChg>
        <pc:spChg chg="add mod">
          <ac:chgData name="Mukherjee, Shouvik" userId="8a0946e8-3a6b-4d5c-947d-73f4cd578335" providerId="ADAL" clId="{D75116DC-27F0-4E16-A913-163E65D3EEAA}" dt="2025-02-11T18:30:39.097" v="2199" actId="14100"/>
          <ac:spMkLst>
            <pc:docMk/>
            <pc:sldMk cId="4254946250" sldId="2147347730"/>
            <ac:spMk id="459" creationId="{AA479C6C-E59E-3EC9-59FD-E0AA9777E021}"/>
          </ac:spMkLst>
        </pc:spChg>
        <pc:spChg chg="add del mod">
          <ac:chgData name="Mukherjee, Shouvik" userId="8a0946e8-3a6b-4d5c-947d-73f4cd578335" providerId="ADAL" clId="{D75116DC-27F0-4E16-A913-163E65D3EEAA}" dt="2025-02-11T18:28:18.221" v="2186" actId="478"/>
          <ac:spMkLst>
            <pc:docMk/>
            <pc:sldMk cId="4254946250" sldId="2147347730"/>
            <ac:spMk id="460" creationId="{A0A7E1FD-05C3-38DE-9F2F-7352ED69F219}"/>
          </ac:spMkLst>
        </pc:spChg>
        <pc:spChg chg="del">
          <ac:chgData name="Mukherjee, Shouvik" userId="8a0946e8-3a6b-4d5c-947d-73f4cd578335" providerId="ADAL" clId="{D75116DC-27F0-4E16-A913-163E65D3EEAA}" dt="2025-02-11T11:03:14.293" v="1500" actId="478"/>
          <ac:spMkLst>
            <pc:docMk/>
            <pc:sldMk cId="4254946250" sldId="2147347730"/>
            <ac:spMk id="461" creationId="{B77DB600-3F87-6E69-9A8E-9ACA6086E36C}"/>
          </ac:spMkLst>
        </pc:spChg>
        <pc:spChg chg="del">
          <ac:chgData name="Mukherjee, Shouvik" userId="8a0946e8-3a6b-4d5c-947d-73f4cd578335" providerId="ADAL" clId="{D75116DC-27F0-4E16-A913-163E65D3EEAA}" dt="2025-02-11T11:03:14.293" v="1500" actId="478"/>
          <ac:spMkLst>
            <pc:docMk/>
            <pc:sldMk cId="4254946250" sldId="2147347730"/>
            <ac:spMk id="463" creationId="{3ED0CD0C-7487-2C60-9ABD-31BBF4B1A9DB}"/>
          </ac:spMkLst>
        </pc:spChg>
        <pc:spChg chg="add mod">
          <ac:chgData name="Mukherjee, Shouvik" userId="8a0946e8-3a6b-4d5c-947d-73f4cd578335" providerId="ADAL" clId="{D75116DC-27F0-4E16-A913-163E65D3EEAA}" dt="2025-02-11T18:27:53.895" v="2182" actId="123"/>
          <ac:spMkLst>
            <pc:docMk/>
            <pc:sldMk cId="4254946250" sldId="2147347730"/>
            <ac:spMk id="464" creationId="{69DC159A-322D-CAEB-24A2-B01D9581AFD3}"/>
          </ac:spMkLst>
        </pc:spChg>
        <pc:spChg chg="del">
          <ac:chgData name="Mukherjee, Shouvik" userId="8a0946e8-3a6b-4d5c-947d-73f4cd578335" providerId="ADAL" clId="{D75116DC-27F0-4E16-A913-163E65D3EEAA}" dt="2025-02-11T11:03:14.293" v="1500" actId="478"/>
          <ac:spMkLst>
            <pc:docMk/>
            <pc:sldMk cId="4254946250" sldId="2147347730"/>
            <ac:spMk id="468" creationId="{A64CF929-896B-D5E6-8561-8302C0F874E2}"/>
          </ac:spMkLst>
        </pc:spChg>
        <pc:spChg chg="add mod">
          <ac:chgData name="Mukherjee, Shouvik" userId="8a0946e8-3a6b-4d5c-947d-73f4cd578335" providerId="ADAL" clId="{D75116DC-27F0-4E16-A913-163E65D3EEAA}" dt="2025-02-11T18:10:33.561" v="1911" actId="14100"/>
          <ac:spMkLst>
            <pc:docMk/>
            <pc:sldMk cId="4254946250" sldId="2147347730"/>
            <ac:spMk id="469" creationId="{B005B4FB-5D57-B43B-3D2E-1334558C3CEC}"/>
          </ac:spMkLst>
        </pc:spChg>
        <pc:spChg chg="add mod">
          <ac:chgData name="Mukherjee, Shouvik" userId="8a0946e8-3a6b-4d5c-947d-73f4cd578335" providerId="ADAL" clId="{D75116DC-27F0-4E16-A913-163E65D3EEAA}" dt="2025-02-11T18:13:55.923" v="1954" actId="14100"/>
          <ac:spMkLst>
            <pc:docMk/>
            <pc:sldMk cId="4254946250" sldId="2147347730"/>
            <ac:spMk id="471" creationId="{4100A290-99E7-E575-8240-BB7440C5AF7A}"/>
          </ac:spMkLst>
        </pc:spChg>
        <pc:spChg chg="add mod">
          <ac:chgData name="Mukherjee, Shouvik" userId="8a0946e8-3a6b-4d5c-947d-73f4cd578335" providerId="ADAL" clId="{D75116DC-27F0-4E16-A913-163E65D3EEAA}" dt="2025-02-11T18:15:23.227" v="1972" actId="14100"/>
          <ac:spMkLst>
            <pc:docMk/>
            <pc:sldMk cId="4254946250" sldId="2147347730"/>
            <ac:spMk id="472" creationId="{60AE1551-CE25-7CEB-F81A-AE4E8DDDC6B1}"/>
          </ac:spMkLst>
        </pc:spChg>
        <pc:spChg chg="add mod">
          <ac:chgData name="Mukherjee, Shouvik" userId="8a0946e8-3a6b-4d5c-947d-73f4cd578335" providerId="ADAL" clId="{D75116DC-27F0-4E16-A913-163E65D3EEAA}" dt="2025-02-11T18:14:08.632" v="1956" actId="14100"/>
          <ac:spMkLst>
            <pc:docMk/>
            <pc:sldMk cId="4254946250" sldId="2147347730"/>
            <ac:spMk id="473" creationId="{3F69A771-6365-FDBE-402D-89BD38C1CA7F}"/>
          </ac:spMkLst>
        </pc:spChg>
        <pc:spChg chg="add mod">
          <ac:chgData name="Mukherjee, Shouvik" userId="8a0946e8-3a6b-4d5c-947d-73f4cd578335" providerId="ADAL" clId="{D75116DC-27F0-4E16-A913-163E65D3EEAA}" dt="2025-02-11T18:15:17.017" v="1971" actId="14100"/>
          <ac:spMkLst>
            <pc:docMk/>
            <pc:sldMk cId="4254946250" sldId="2147347730"/>
            <ac:spMk id="474" creationId="{D81573AF-A0A7-9733-CA83-2477485F30CC}"/>
          </ac:spMkLst>
        </pc:spChg>
        <pc:spChg chg="add del mod">
          <ac:chgData name="Mukherjee, Shouvik" userId="8a0946e8-3a6b-4d5c-947d-73f4cd578335" providerId="ADAL" clId="{D75116DC-27F0-4E16-A913-163E65D3EEAA}" dt="2025-02-11T11:09:08.142" v="1634" actId="478"/>
          <ac:spMkLst>
            <pc:docMk/>
            <pc:sldMk cId="4254946250" sldId="2147347730"/>
            <ac:spMk id="475" creationId="{D363D56F-9AD7-CD44-7D0B-5E646CC30ECA}"/>
          </ac:spMkLst>
        </pc:spChg>
        <pc:spChg chg="add mod">
          <ac:chgData name="Mukherjee, Shouvik" userId="8a0946e8-3a6b-4d5c-947d-73f4cd578335" providerId="ADAL" clId="{D75116DC-27F0-4E16-A913-163E65D3EEAA}" dt="2025-02-11T18:14:35.138" v="1960" actId="14100"/>
          <ac:spMkLst>
            <pc:docMk/>
            <pc:sldMk cId="4254946250" sldId="2147347730"/>
            <ac:spMk id="476" creationId="{0B0EBF12-06BA-AF58-124B-72764F9ACD4B}"/>
          </ac:spMkLst>
        </pc:spChg>
        <pc:spChg chg="add mod">
          <ac:chgData name="Mukherjee, Shouvik" userId="8a0946e8-3a6b-4d5c-947d-73f4cd578335" providerId="ADAL" clId="{D75116DC-27F0-4E16-A913-163E65D3EEAA}" dt="2025-02-11T18:15:11.725" v="1970" actId="14100"/>
          <ac:spMkLst>
            <pc:docMk/>
            <pc:sldMk cId="4254946250" sldId="2147347730"/>
            <ac:spMk id="477" creationId="{1AD2A4B6-81E2-ACA6-1568-0BFAE16152C5}"/>
          </ac:spMkLst>
        </pc:spChg>
        <pc:spChg chg="add del mod">
          <ac:chgData name="Mukherjee, Shouvik" userId="8a0946e8-3a6b-4d5c-947d-73f4cd578335" providerId="ADAL" clId="{D75116DC-27F0-4E16-A913-163E65D3EEAA}" dt="2025-02-11T11:09:22.254" v="1636" actId="478"/>
          <ac:spMkLst>
            <pc:docMk/>
            <pc:sldMk cId="4254946250" sldId="2147347730"/>
            <ac:spMk id="478" creationId="{802C704C-5547-9518-3792-F9661E690E96}"/>
          </ac:spMkLst>
        </pc:spChg>
        <pc:spChg chg="add del mod">
          <ac:chgData name="Mukherjee, Shouvik" userId="8a0946e8-3a6b-4d5c-947d-73f4cd578335" providerId="ADAL" clId="{D75116DC-27F0-4E16-A913-163E65D3EEAA}" dt="2025-02-11T11:09:22.254" v="1636" actId="478"/>
          <ac:spMkLst>
            <pc:docMk/>
            <pc:sldMk cId="4254946250" sldId="2147347730"/>
            <ac:spMk id="479" creationId="{A3BF15CB-E04C-BDDD-7267-5775F92B5588}"/>
          </ac:spMkLst>
        </pc:spChg>
        <pc:spChg chg="add mod">
          <ac:chgData name="Mukherjee, Shouvik" userId="8a0946e8-3a6b-4d5c-947d-73f4cd578335" providerId="ADAL" clId="{D75116DC-27F0-4E16-A913-163E65D3EEAA}" dt="2025-02-11T18:07:01.592" v="1866" actId="20577"/>
          <ac:spMkLst>
            <pc:docMk/>
            <pc:sldMk cId="4254946250" sldId="2147347730"/>
            <ac:spMk id="481" creationId="{4C24D4DD-CF10-DAA0-7C53-053B5F715DA4}"/>
          </ac:spMkLst>
        </pc:spChg>
        <pc:spChg chg="mod">
          <ac:chgData name="Mukherjee, Shouvik" userId="8a0946e8-3a6b-4d5c-947d-73f4cd578335" providerId="ADAL" clId="{D75116DC-27F0-4E16-A913-163E65D3EEAA}" dt="2025-02-11T18:03:18.254" v="1812"/>
          <ac:spMkLst>
            <pc:docMk/>
            <pc:sldMk cId="4254946250" sldId="2147347730"/>
            <ac:spMk id="483" creationId="{29ED0E87-CD09-6A20-6F53-EA5E305F6B22}"/>
          </ac:spMkLst>
        </pc:spChg>
        <pc:spChg chg="mod">
          <ac:chgData name="Mukherjee, Shouvik" userId="8a0946e8-3a6b-4d5c-947d-73f4cd578335" providerId="ADAL" clId="{D75116DC-27F0-4E16-A913-163E65D3EEAA}" dt="2025-02-11T18:03:18.254" v="1812"/>
          <ac:spMkLst>
            <pc:docMk/>
            <pc:sldMk cId="4254946250" sldId="2147347730"/>
            <ac:spMk id="484" creationId="{C14EDBB9-3E9C-5146-950C-44CA1F3CAF89}"/>
          </ac:spMkLst>
        </pc:spChg>
        <pc:spChg chg="add mod">
          <ac:chgData name="Mukherjee, Shouvik" userId="8a0946e8-3a6b-4d5c-947d-73f4cd578335" providerId="ADAL" clId="{D75116DC-27F0-4E16-A913-163E65D3EEAA}" dt="2025-02-11T18:16:12.605" v="2012" actId="20577"/>
          <ac:spMkLst>
            <pc:docMk/>
            <pc:sldMk cId="4254946250" sldId="2147347730"/>
            <ac:spMk id="485" creationId="{0DB0E550-BA7B-6087-B3B5-4329EF52AF9E}"/>
          </ac:spMkLst>
        </pc:spChg>
        <pc:spChg chg="add mod">
          <ac:chgData name="Mukherjee, Shouvik" userId="8a0946e8-3a6b-4d5c-947d-73f4cd578335" providerId="ADAL" clId="{D75116DC-27F0-4E16-A913-163E65D3EEAA}" dt="2025-02-11T18:16:25.453" v="2013"/>
          <ac:spMkLst>
            <pc:docMk/>
            <pc:sldMk cId="4254946250" sldId="2147347730"/>
            <ac:spMk id="486" creationId="{EFD82463-1AD8-7DA8-FF5A-B21CCC5A6D04}"/>
          </ac:spMkLst>
        </pc:spChg>
        <pc:spChg chg="add mod">
          <ac:chgData name="Mukherjee, Shouvik" userId="8a0946e8-3a6b-4d5c-947d-73f4cd578335" providerId="ADAL" clId="{D75116DC-27F0-4E16-A913-163E65D3EEAA}" dt="2025-02-11T18:17:47.772" v="2028" actId="14100"/>
          <ac:spMkLst>
            <pc:docMk/>
            <pc:sldMk cId="4254946250" sldId="2147347730"/>
            <ac:spMk id="487" creationId="{AAB0060B-54E7-6E98-5345-50629C76FEF8}"/>
          </ac:spMkLst>
        </pc:spChg>
        <pc:spChg chg="add mod">
          <ac:chgData name="Mukherjee, Shouvik" userId="8a0946e8-3a6b-4d5c-947d-73f4cd578335" providerId="ADAL" clId="{D75116DC-27F0-4E16-A913-163E65D3EEAA}" dt="2025-02-11T18:20:02.477" v="2061" actId="255"/>
          <ac:spMkLst>
            <pc:docMk/>
            <pc:sldMk cId="4254946250" sldId="2147347730"/>
            <ac:spMk id="488" creationId="{6552502D-3D68-519D-7DB0-61867933A078}"/>
          </ac:spMkLst>
        </pc:spChg>
        <pc:grpChg chg="add mod">
          <ac:chgData name="Mukherjee, Shouvik" userId="8a0946e8-3a6b-4d5c-947d-73f4cd578335" providerId="ADAL" clId="{D75116DC-27F0-4E16-A913-163E65D3EEAA}" dt="2025-02-11T18:22:05.570" v="2129" actId="2711"/>
          <ac:grpSpMkLst>
            <pc:docMk/>
            <pc:sldMk cId="4254946250" sldId="2147347730"/>
            <ac:grpSpMk id="22" creationId="{47BFD474-3B60-F17C-341D-7D454C331AE8}"/>
          </ac:grpSpMkLst>
        </pc:grpChg>
        <pc:grpChg chg="add mod">
          <ac:chgData name="Mukherjee, Shouvik" userId="8a0946e8-3a6b-4d5c-947d-73f4cd578335" providerId="ADAL" clId="{D75116DC-27F0-4E16-A913-163E65D3EEAA}" dt="2025-02-11T18:22:05.570" v="2129" actId="2711"/>
          <ac:grpSpMkLst>
            <pc:docMk/>
            <pc:sldMk cId="4254946250" sldId="2147347730"/>
            <ac:grpSpMk id="51" creationId="{10722DF3-6CE4-C600-EA65-297CDE48023A}"/>
          </ac:grpSpMkLst>
        </pc:grpChg>
        <pc:grpChg chg="mod">
          <ac:chgData name="Mukherjee, Shouvik" userId="8a0946e8-3a6b-4d5c-947d-73f4cd578335" providerId="ADAL" clId="{D75116DC-27F0-4E16-A913-163E65D3EEAA}" dt="2025-02-11T18:22:05.570" v="2129" actId="2711"/>
          <ac:grpSpMkLst>
            <pc:docMk/>
            <pc:sldMk cId="4254946250" sldId="2147347730"/>
            <ac:grpSpMk id="52" creationId="{3B1D2631-51D3-BC05-77F4-9116C9592152}"/>
          </ac:grpSpMkLst>
        </pc:grpChg>
        <pc:grpChg chg="mod">
          <ac:chgData name="Mukherjee, Shouvik" userId="8a0946e8-3a6b-4d5c-947d-73f4cd578335" providerId="ADAL" clId="{D75116DC-27F0-4E16-A913-163E65D3EEAA}" dt="2025-02-11T18:22:05.570" v="2129" actId="2711"/>
          <ac:grpSpMkLst>
            <pc:docMk/>
            <pc:sldMk cId="4254946250" sldId="2147347730"/>
            <ac:grpSpMk id="54" creationId="{5BD2C347-1C4B-3ECB-6F72-EF12C1B0350C}"/>
          </ac:grpSpMkLst>
        </pc:grpChg>
        <pc:grpChg chg="del">
          <ac:chgData name="Mukherjee, Shouvik" userId="8a0946e8-3a6b-4d5c-947d-73f4cd578335" providerId="ADAL" clId="{D75116DC-27F0-4E16-A913-163E65D3EEAA}" dt="2025-02-11T11:03:14.293" v="1500" actId="478"/>
          <ac:grpSpMkLst>
            <pc:docMk/>
            <pc:sldMk cId="4254946250" sldId="2147347730"/>
            <ac:grpSpMk id="56" creationId="{334AFA84-9E34-2AB5-950A-B0D71537806C}"/>
          </ac:grpSpMkLst>
        </pc:grpChg>
        <pc:grpChg chg="del">
          <ac:chgData name="Mukherjee, Shouvik" userId="8a0946e8-3a6b-4d5c-947d-73f4cd578335" providerId="ADAL" clId="{D75116DC-27F0-4E16-A913-163E65D3EEAA}" dt="2025-02-11T11:03:14.293" v="1500" actId="478"/>
          <ac:grpSpMkLst>
            <pc:docMk/>
            <pc:sldMk cId="4254946250" sldId="2147347730"/>
            <ac:grpSpMk id="465" creationId="{59095C89-8E6A-FF52-8881-3D5446E196F9}"/>
          </ac:grpSpMkLst>
        </pc:grpChg>
        <pc:grpChg chg="add mod">
          <ac:chgData name="Mukherjee, Shouvik" userId="8a0946e8-3a6b-4d5c-947d-73f4cd578335" providerId="ADAL" clId="{D75116DC-27F0-4E16-A913-163E65D3EEAA}" dt="2025-02-11T18:22:05.570" v="2129" actId="2711"/>
          <ac:grpSpMkLst>
            <pc:docMk/>
            <pc:sldMk cId="4254946250" sldId="2147347730"/>
            <ac:grpSpMk id="480" creationId="{22919CAF-693E-7773-FE79-B1CE8637E2B9}"/>
          </ac:grpSpMkLst>
        </pc:grpChg>
        <pc:grpChg chg="add del mod">
          <ac:chgData name="Mukherjee, Shouvik" userId="8a0946e8-3a6b-4d5c-947d-73f4cd578335" providerId="ADAL" clId="{D75116DC-27F0-4E16-A913-163E65D3EEAA}" dt="2025-02-11T18:03:28.075" v="1814" actId="478"/>
          <ac:grpSpMkLst>
            <pc:docMk/>
            <pc:sldMk cId="4254946250" sldId="2147347730"/>
            <ac:grpSpMk id="482" creationId="{979BE0B7-F66F-FF0E-1151-FB263D59D279}"/>
          </ac:grpSpMkLst>
        </pc:grpChg>
        <pc:grpChg chg="add mod">
          <ac:chgData name="Mukherjee, Shouvik" userId="8a0946e8-3a6b-4d5c-947d-73f4cd578335" providerId="ADAL" clId="{D75116DC-27F0-4E16-A913-163E65D3EEAA}" dt="2025-02-11T18:18:47.190" v="2037" actId="1076"/>
          <ac:grpSpMkLst>
            <pc:docMk/>
            <pc:sldMk cId="4254946250" sldId="2147347730"/>
            <ac:grpSpMk id="489" creationId="{522A5167-155C-29EA-9960-73E3C014D05D}"/>
          </ac:grpSpMkLst>
        </pc:grpChg>
        <pc:graphicFrameChg chg="del">
          <ac:chgData name="Mukherjee, Shouvik" userId="8a0946e8-3a6b-4d5c-947d-73f4cd578335" providerId="ADAL" clId="{D75116DC-27F0-4E16-A913-163E65D3EEAA}" dt="2025-02-11T11:03:14.293" v="1500" actId="478"/>
          <ac:graphicFrameMkLst>
            <pc:docMk/>
            <pc:sldMk cId="4254946250" sldId="2147347730"/>
            <ac:graphicFrameMk id="26" creationId="{E33E5B11-444B-5E99-29E6-104FF7ABE72C}"/>
          </ac:graphicFrameMkLst>
        </pc:graphicFrameChg>
        <pc:graphicFrameChg chg="del">
          <ac:chgData name="Mukherjee, Shouvik" userId="8a0946e8-3a6b-4d5c-947d-73f4cd578335" providerId="ADAL" clId="{D75116DC-27F0-4E16-A913-163E65D3EEAA}" dt="2025-02-11T11:03:14.293" v="1500" actId="478"/>
          <ac:graphicFrameMkLst>
            <pc:docMk/>
            <pc:sldMk cId="4254946250" sldId="2147347730"/>
            <ac:graphicFrameMk id="452" creationId="{B912E424-305C-C163-B2CD-DBAABDFB957A}"/>
          </ac:graphicFrameMkLst>
        </pc:graphicFrameChg>
        <pc:graphicFrameChg chg="del">
          <ac:chgData name="Mukherjee, Shouvik" userId="8a0946e8-3a6b-4d5c-947d-73f4cd578335" providerId="ADAL" clId="{D75116DC-27F0-4E16-A913-163E65D3EEAA}" dt="2025-02-11T11:03:14.293" v="1500" actId="478"/>
          <ac:graphicFrameMkLst>
            <pc:docMk/>
            <pc:sldMk cId="4254946250" sldId="2147347730"/>
            <ac:graphicFrameMk id="453" creationId="{8D75814E-8024-3A29-EC8C-FB3C0C3F5191}"/>
          </ac:graphicFrameMkLst>
        </pc:graphicFrameChg>
        <pc:graphicFrameChg chg="del">
          <ac:chgData name="Mukherjee, Shouvik" userId="8a0946e8-3a6b-4d5c-947d-73f4cd578335" providerId="ADAL" clId="{D75116DC-27F0-4E16-A913-163E65D3EEAA}" dt="2025-02-11T11:03:14.293" v="1500" actId="478"/>
          <ac:graphicFrameMkLst>
            <pc:docMk/>
            <pc:sldMk cId="4254946250" sldId="2147347730"/>
            <ac:graphicFrameMk id="454" creationId="{8D5C0F58-BA3F-F982-EAC5-C4F94BD7164F}"/>
          </ac:graphicFrameMkLst>
        </pc:graphicFrameChg>
        <pc:cxnChg chg="del">
          <ac:chgData name="Mukherjee, Shouvik" userId="8a0946e8-3a6b-4d5c-947d-73f4cd578335" providerId="ADAL" clId="{D75116DC-27F0-4E16-A913-163E65D3EEAA}" dt="2025-02-11T11:03:14.293" v="1500" actId="478"/>
          <ac:cxnSpMkLst>
            <pc:docMk/>
            <pc:sldMk cId="4254946250" sldId="2147347730"/>
            <ac:cxnSpMk id="451" creationId="{84EE3877-424A-C980-8351-F1B3DB382E1A}"/>
          </ac:cxnSpMkLst>
        </pc:cxnChg>
        <pc:cxnChg chg="del">
          <ac:chgData name="Mukherjee, Shouvik" userId="8a0946e8-3a6b-4d5c-947d-73f4cd578335" providerId="ADAL" clId="{D75116DC-27F0-4E16-A913-163E65D3EEAA}" dt="2025-02-11T11:03:14.293" v="1500" actId="478"/>
          <ac:cxnSpMkLst>
            <pc:docMk/>
            <pc:sldMk cId="4254946250" sldId="2147347730"/>
            <ac:cxnSpMk id="462" creationId="{0503256E-8573-50C6-1DB3-A45E600FFDAF}"/>
          </ac:cxnSpMkLst>
        </pc:cxnChg>
        <pc:cxnChg chg="add mod">
          <ac:chgData name="Mukherjee, Shouvik" userId="8a0946e8-3a6b-4d5c-947d-73f4cd578335" providerId="ADAL" clId="{D75116DC-27F0-4E16-A913-163E65D3EEAA}" dt="2025-02-11T18:07:11.130" v="1871" actId="1035"/>
          <ac:cxnSpMkLst>
            <pc:docMk/>
            <pc:sldMk cId="4254946250" sldId="2147347730"/>
            <ac:cxnSpMk id="470" creationId="{45AC42CC-CAF8-B1FF-1758-48CA7D6150BC}"/>
          </ac:cxnSpMkLst>
        </pc:cxnChg>
      </pc:sldChg>
      <pc:sldChg chg="addSp delSp modSp add mod ord">
        <pc:chgData name="Mukherjee, Shouvik" userId="8a0946e8-3a6b-4d5c-947d-73f4cd578335" providerId="ADAL" clId="{D75116DC-27F0-4E16-A913-163E65D3EEAA}" dt="2025-02-11T18:35:57.075" v="2387" actId="255"/>
        <pc:sldMkLst>
          <pc:docMk/>
          <pc:sldMk cId="142124267" sldId="2147347731"/>
        </pc:sldMkLst>
        <pc:spChg chg="mod">
          <ac:chgData name="Mukherjee, Shouvik" userId="8a0946e8-3a6b-4d5c-947d-73f4cd578335" providerId="ADAL" clId="{D75116DC-27F0-4E16-A913-163E65D3EEAA}" dt="2025-02-11T18:34:48.312" v="2378" actId="20577"/>
          <ac:spMkLst>
            <pc:docMk/>
            <pc:sldMk cId="142124267" sldId="2147347731"/>
            <ac:spMk id="2" creationId="{00000000-0000-0000-0000-000000000000}"/>
          </ac:spMkLst>
        </pc:spChg>
        <pc:spChg chg="mod">
          <ac:chgData name="Mukherjee, Shouvik" userId="8a0946e8-3a6b-4d5c-947d-73f4cd578335" providerId="ADAL" clId="{D75116DC-27F0-4E16-A913-163E65D3EEAA}" dt="2025-02-11T18:33:51.717" v="2349" actId="20577"/>
          <ac:spMkLst>
            <pc:docMk/>
            <pc:sldMk cId="142124267" sldId="2147347731"/>
            <ac:spMk id="6" creationId="{00000000-0000-0000-0000-000000000000}"/>
          </ac:spMkLst>
        </pc:spChg>
        <pc:spChg chg="add mod">
          <ac:chgData name="Mukherjee, Shouvik" userId="8a0946e8-3a6b-4d5c-947d-73f4cd578335" providerId="ADAL" clId="{D75116DC-27F0-4E16-A913-163E65D3EEAA}" dt="2025-02-11T18:35:32.706" v="2384" actId="404"/>
          <ac:spMkLst>
            <pc:docMk/>
            <pc:sldMk cId="142124267" sldId="2147347731"/>
            <ac:spMk id="26" creationId="{D074ECAD-19C6-AA6D-63D9-A49A3D5E073C}"/>
          </ac:spMkLst>
        </pc:spChg>
        <pc:spChg chg="add mod">
          <ac:chgData name="Mukherjee, Shouvik" userId="8a0946e8-3a6b-4d5c-947d-73f4cd578335" providerId="ADAL" clId="{D75116DC-27F0-4E16-A913-163E65D3EEAA}" dt="2025-02-11T18:35:32.706" v="2384" actId="404"/>
          <ac:spMkLst>
            <pc:docMk/>
            <pc:sldMk cId="142124267" sldId="2147347731"/>
            <ac:spMk id="44" creationId="{2F95DF06-FA37-2841-1877-1C65138F9C61}"/>
          </ac:spMkLst>
        </pc:spChg>
        <pc:spChg chg="add mod">
          <ac:chgData name="Mukherjee, Shouvik" userId="8a0946e8-3a6b-4d5c-947d-73f4cd578335" providerId="ADAL" clId="{D75116DC-27F0-4E16-A913-163E65D3EEAA}" dt="2025-02-11T18:35:32.706" v="2384" actId="404"/>
          <ac:spMkLst>
            <pc:docMk/>
            <pc:sldMk cId="142124267" sldId="2147347731"/>
            <ac:spMk id="56" creationId="{BB363025-2952-1F60-51FA-D19C1D662CA5}"/>
          </ac:spMkLst>
        </pc:spChg>
        <pc:spChg chg="add mod">
          <ac:chgData name="Mukherjee, Shouvik" userId="8a0946e8-3a6b-4d5c-947d-73f4cd578335" providerId="ADAL" clId="{D75116DC-27F0-4E16-A913-163E65D3EEAA}" dt="2025-02-11T18:35:32.706" v="2384" actId="404"/>
          <ac:spMkLst>
            <pc:docMk/>
            <pc:sldMk cId="142124267" sldId="2147347731"/>
            <ac:spMk id="448" creationId="{CD766380-30B1-BBF7-F359-B866DF7C13CD}"/>
          </ac:spMkLst>
        </pc:spChg>
        <pc:spChg chg="add mod">
          <ac:chgData name="Mukherjee, Shouvik" userId="8a0946e8-3a6b-4d5c-947d-73f4cd578335" providerId="ADAL" clId="{D75116DC-27F0-4E16-A913-163E65D3EEAA}" dt="2025-02-11T18:35:32.706" v="2384" actId="404"/>
          <ac:spMkLst>
            <pc:docMk/>
            <pc:sldMk cId="142124267" sldId="2147347731"/>
            <ac:spMk id="449" creationId="{CE038690-01EE-7BEC-C4F2-1E63654A6F40}"/>
          </ac:spMkLst>
        </pc:spChg>
        <pc:spChg chg="add mod">
          <ac:chgData name="Mukherjee, Shouvik" userId="8a0946e8-3a6b-4d5c-947d-73f4cd578335" providerId="ADAL" clId="{D75116DC-27F0-4E16-A913-163E65D3EEAA}" dt="2025-02-11T18:35:32.706" v="2384" actId="404"/>
          <ac:spMkLst>
            <pc:docMk/>
            <pc:sldMk cId="142124267" sldId="2147347731"/>
            <ac:spMk id="450" creationId="{39CB02B1-7449-7FB7-0994-4412C6CFF4F8}"/>
          </ac:spMkLst>
        </pc:spChg>
        <pc:spChg chg="add mod">
          <ac:chgData name="Mukherjee, Shouvik" userId="8a0946e8-3a6b-4d5c-947d-73f4cd578335" providerId="ADAL" clId="{D75116DC-27F0-4E16-A913-163E65D3EEAA}" dt="2025-02-11T18:35:32.706" v="2384" actId="404"/>
          <ac:spMkLst>
            <pc:docMk/>
            <pc:sldMk cId="142124267" sldId="2147347731"/>
            <ac:spMk id="451" creationId="{0571481D-4B30-7D25-3E56-7577E295F713}"/>
          </ac:spMkLst>
        </pc:spChg>
        <pc:spChg chg="add mod">
          <ac:chgData name="Mukherjee, Shouvik" userId="8a0946e8-3a6b-4d5c-947d-73f4cd578335" providerId="ADAL" clId="{D75116DC-27F0-4E16-A913-163E65D3EEAA}" dt="2025-02-11T18:35:32.706" v="2384" actId="404"/>
          <ac:spMkLst>
            <pc:docMk/>
            <pc:sldMk cId="142124267" sldId="2147347731"/>
            <ac:spMk id="452" creationId="{AADF2A33-ED20-95DA-DA84-9CB51A300C13}"/>
          </ac:spMkLst>
        </pc:spChg>
        <pc:spChg chg="add mod">
          <ac:chgData name="Mukherjee, Shouvik" userId="8a0946e8-3a6b-4d5c-947d-73f4cd578335" providerId="ADAL" clId="{D75116DC-27F0-4E16-A913-163E65D3EEAA}" dt="2025-02-11T18:35:32.706" v="2384" actId="404"/>
          <ac:spMkLst>
            <pc:docMk/>
            <pc:sldMk cId="142124267" sldId="2147347731"/>
            <ac:spMk id="453" creationId="{2F3B5570-D684-08DA-E200-46C3758A6DDA}"/>
          </ac:spMkLst>
        </pc:spChg>
        <pc:spChg chg="add mod">
          <ac:chgData name="Mukherjee, Shouvik" userId="8a0946e8-3a6b-4d5c-947d-73f4cd578335" providerId="ADAL" clId="{D75116DC-27F0-4E16-A913-163E65D3EEAA}" dt="2025-02-11T18:35:32.706" v="2384" actId="404"/>
          <ac:spMkLst>
            <pc:docMk/>
            <pc:sldMk cId="142124267" sldId="2147347731"/>
            <ac:spMk id="454" creationId="{CF958125-6162-379D-9C59-EB06511ECC6B}"/>
          </ac:spMkLst>
        </pc:spChg>
        <pc:spChg chg="add mod">
          <ac:chgData name="Mukherjee, Shouvik" userId="8a0946e8-3a6b-4d5c-947d-73f4cd578335" providerId="ADAL" clId="{D75116DC-27F0-4E16-A913-163E65D3EEAA}" dt="2025-02-11T18:35:32.706" v="2384" actId="404"/>
          <ac:spMkLst>
            <pc:docMk/>
            <pc:sldMk cId="142124267" sldId="2147347731"/>
            <ac:spMk id="455" creationId="{E961E106-CAAF-1FA3-3ACB-FFC80B0944F7}"/>
          </ac:spMkLst>
        </pc:spChg>
        <pc:spChg chg="add mod">
          <ac:chgData name="Mukherjee, Shouvik" userId="8a0946e8-3a6b-4d5c-947d-73f4cd578335" providerId="ADAL" clId="{D75116DC-27F0-4E16-A913-163E65D3EEAA}" dt="2025-02-11T18:35:32.706" v="2384" actId="404"/>
          <ac:spMkLst>
            <pc:docMk/>
            <pc:sldMk cId="142124267" sldId="2147347731"/>
            <ac:spMk id="456" creationId="{6C042B2B-017F-5F65-E9D9-4D32EDB08681}"/>
          </ac:spMkLst>
        </pc:spChg>
        <pc:spChg chg="add mod">
          <ac:chgData name="Mukherjee, Shouvik" userId="8a0946e8-3a6b-4d5c-947d-73f4cd578335" providerId="ADAL" clId="{D75116DC-27F0-4E16-A913-163E65D3EEAA}" dt="2025-02-11T18:35:32.706" v="2384" actId="404"/>
          <ac:spMkLst>
            <pc:docMk/>
            <pc:sldMk cId="142124267" sldId="2147347731"/>
            <ac:spMk id="457" creationId="{D4A57270-07A1-5B6F-3DF6-24218FFE7CDD}"/>
          </ac:spMkLst>
        </pc:spChg>
        <pc:spChg chg="add mod">
          <ac:chgData name="Mukherjee, Shouvik" userId="8a0946e8-3a6b-4d5c-947d-73f4cd578335" providerId="ADAL" clId="{D75116DC-27F0-4E16-A913-163E65D3EEAA}" dt="2025-02-11T18:35:32.706" v="2384" actId="404"/>
          <ac:spMkLst>
            <pc:docMk/>
            <pc:sldMk cId="142124267" sldId="2147347731"/>
            <ac:spMk id="460" creationId="{36D58E44-11DE-31A9-9111-1ABF1A0F9285}"/>
          </ac:spMkLst>
        </pc:spChg>
        <pc:spChg chg="add mod">
          <ac:chgData name="Mukherjee, Shouvik" userId="8a0946e8-3a6b-4d5c-947d-73f4cd578335" providerId="ADAL" clId="{D75116DC-27F0-4E16-A913-163E65D3EEAA}" dt="2025-02-11T18:35:32.706" v="2384" actId="404"/>
          <ac:spMkLst>
            <pc:docMk/>
            <pc:sldMk cId="142124267" sldId="2147347731"/>
            <ac:spMk id="461" creationId="{A8EF54F4-52EB-059C-F320-5342369C7764}"/>
          </ac:spMkLst>
        </pc:spChg>
        <pc:spChg chg="add mod">
          <ac:chgData name="Mukherjee, Shouvik" userId="8a0946e8-3a6b-4d5c-947d-73f4cd578335" providerId="ADAL" clId="{D75116DC-27F0-4E16-A913-163E65D3EEAA}" dt="2025-02-11T18:35:32.706" v="2384" actId="404"/>
          <ac:spMkLst>
            <pc:docMk/>
            <pc:sldMk cId="142124267" sldId="2147347731"/>
            <ac:spMk id="462" creationId="{1B1EDE58-2F8B-BB83-B705-66C049741853}"/>
          </ac:spMkLst>
        </pc:spChg>
        <pc:spChg chg="add mod">
          <ac:chgData name="Mukherjee, Shouvik" userId="8a0946e8-3a6b-4d5c-947d-73f4cd578335" providerId="ADAL" clId="{D75116DC-27F0-4E16-A913-163E65D3EEAA}" dt="2025-02-11T18:35:44.585" v="2385" actId="255"/>
          <ac:spMkLst>
            <pc:docMk/>
            <pc:sldMk cId="142124267" sldId="2147347731"/>
            <ac:spMk id="463" creationId="{BE0F145E-29F8-A44D-1826-6DCC07CC6FBF}"/>
          </ac:spMkLst>
        </pc:spChg>
        <pc:spChg chg="add mod">
          <ac:chgData name="Mukherjee, Shouvik" userId="8a0946e8-3a6b-4d5c-947d-73f4cd578335" providerId="ADAL" clId="{D75116DC-27F0-4E16-A913-163E65D3EEAA}" dt="2025-02-11T18:35:50.192" v="2386" actId="255"/>
          <ac:spMkLst>
            <pc:docMk/>
            <pc:sldMk cId="142124267" sldId="2147347731"/>
            <ac:spMk id="465" creationId="{A6035473-2A96-FB7B-4FC3-40AE13341F48}"/>
          </ac:spMkLst>
        </pc:spChg>
        <pc:spChg chg="add mod">
          <ac:chgData name="Mukherjee, Shouvik" userId="8a0946e8-3a6b-4d5c-947d-73f4cd578335" providerId="ADAL" clId="{D75116DC-27F0-4E16-A913-163E65D3EEAA}" dt="2025-02-11T18:35:57.075" v="2387" actId="255"/>
          <ac:spMkLst>
            <pc:docMk/>
            <pc:sldMk cId="142124267" sldId="2147347731"/>
            <ac:spMk id="466" creationId="{A742B9D5-4DA4-2545-B999-4D4040BE1F2A}"/>
          </ac:spMkLst>
        </pc:spChg>
        <pc:spChg chg="mod">
          <ac:chgData name="Mukherjee, Shouvik" userId="8a0946e8-3a6b-4d5c-947d-73f4cd578335" providerId="ADAL" clId="{D75116DC-27F0-4E16-A913-163E65D3EEAA}" dt="2025-02-11T18:35:32.706" v="2384" actId="404"/>
          <ac:spMkLst>
            <pc:docMk/>
            <pc:sldMk cId="142124267" sldId="2147347731"/>
            <ac:spMk id="468" creationId="{AAA26B99-F097-4561-AF0C-A036924B76D9}"/>
          </ac:spMkLst>
        </pc:spChg>
        <pc:spChg chg="del">
          <ac:chgData name="Mukherjee, Shouvik" userId="8a0946e8-3a6b-4d5c-947d-73f4cd578335" providerId="ADAL" clId="{D75116DC-27F0-4E16-A913-163E65D3EEAA}" dt="2025-02-11T18:34:59.151" v="2379" actId="478"/>
          <ac:spMkLst>
            <pc:docMk/>
            <pc:sldMk cId="142124267" sldId="2147347731"/>
            <ac:spMk id="469" creationId="{B005B4FB-5D57-B43B-3D2E-1334558C3CEC}"/>
          </ac:spMkLst>
        </pc:spChg>
        <pc:spChg chg="del">
          <ac:chgData name="Mukherjee, Shouvik" userId="8a0946e8-3a6b-4d5c-947d-73f4cd578335" providerId="ADAL" clId="{D75116DC-27F0-4E16-A913-163E65D3EEAA}" dt="2025-02-11T18:34:59.151" v="2379" actId="478"/>
          <ac:spMkLst>
            <pc:docMk/>
            <pc:sldMk cId="142124267" sldId="2147347731"/>
            <ac:spMk id="471" creationId="{4100A290-99E7-E575-8240-BB7440C5AF7A}"/>
          </ac:spMkLst>
        </pc:spChg>
        <pc:spChg chg="del">
          <ac:chgData name="Mukherjee, Shouvik" userId="8a0946e8-3a6b-4d5c-947d-73f4cd578335" providerId="ADAL" clId="{D75116DC-27F0-4E16-A913-163E65D3EEAA}" dt="2025-02-11T18:34:59.151" v="2379" actId="478"/>
          <ac:spMkLst>
            <pc:docMk/>
            <pc:sldMk cId="142124267" sldId="2147347731"/>
            <ac:spMk id="472" creationId="{60AE1551-CE25-7CEB-F81A-AE4E8DDDC6B1}"/>
          </ac:spMkLst>
        </pc:spChg>
        <pc:spChg chg="del">
          <ac:chgData name="Mukherjee, Shouvik" userId="8a0946e8-3a6b-4d5c-947d-73f4cd578335" providerId="ADAL" clId="{D75116DC-27F0-4E16-A913-163E65D3EEAA}" dt="2025-02-11T18:34:59.151" v="2379" actId="478"/>
          <ac:spMkLst>
            <pc:docMk/>
            <pc:sldMk cId="142124267" sldId="2147347731"/>
            <ac:spMk id="473" creationId="{3F69A771-6365-FDBE-402D-89BD38C1CA7F}"/>
          </ac:spMkLst>
        </pc:spChg>
        <pc:spChg chg="del">
          <ac:chgData name="Mukherjee, Shouvik" userId="8a0946e8-3a6b-4d5c-947d-73f4cd578335" providerId="ADAL" clId="{D75116DC-27F0-4E16-A913-163E65D3EEAA}" dt="2025-02-11T18:34:59.151" v="2379" actId="478"/>
          <ac:spMkLst>
            <pc:docMk/>
            <pc:sldMk cId="142124267" sldId="2147347731"/>
            <ac:spMk id="474" creationId="{D81573AF-A0A7-9733-CA83-2477485F30CC}"/>
          </ac:spMkLst>
        </pc:spChg>
        <pc:spChg chg="mod">
          <ac:chgData name="Mukherjee, Shouvik" userId="8a0946e8-3a6b-4d5c-947d-73f4cd578335" providerId="ADAL" clId="{D75116DC-27F0-4E16-A913-163E65D3EEAA}" dt="2025-02-11T18:35:32.706" v="2384" actId="404"/>
          <ac:spMkLst>
            <pc:docMk/>
            <pc:sldMk cId="142124267" sldId="2147347731"/>
            <ac:spMk id="475" creationId="{5501AB75-DD44-ACCA-3F54-87A1ED844A21}"/>
          </ac:spMkLst>
        </pc:spChg>
        <pc:spChg chg="del">
          <ac:chgData name="Mukherjee, Shouvik" userId="8a0946e8-3a6b-4d5c-947d-73f4cd578335" providerId="ADAL" clId="{D75116DC-27F0-4E16-A913-163E65D3EEAA}" dt="2025-02-11T18:34:59.151" v="2379" actId="478"/>
          <ac:spMkLst>
            <pc:docMk/>
            <pc:sldMk cId="142124267" sldId="2147347731"/>
            <ac:spMk id="476" creationId="{0B0EBF12-06BA-AF58-124B-72764F9ACD4B}"/>
          </ac:spMkLst>
        </pc:spChg>
        <pc:spChg chg="del">
          <ac:chgData name="Mukherjee, Shouvik" userId="8a0946e8-3a6b-4d5c-947d-73f4cd578335" providerId="ADAL" clId="{D75116DC-27F0-4E16-A913-163E65D3EEAA}" dt="2025-02-11T18:34:59.151" v="2379" actId="478"/>
          <ac:spMkLst>
            <pc:docMk/>
            <pc:sldMk cId="142124267" sldId="2147347731"/>
            <ac:spMk id="477" creationId="{1AD2A4B6-81E2-ACA6-1568-0BFAE16152C5}"/>
          </ac:spMkLst>
        </pc:spChg>
        <pc:spChg chg="mod">
          <ac:chgData name="Mukherjee, Shouvik" userId="8a0946e8-3a6b-4d5c-947d-73f4cd578335" providerId="ADAL" clId="{D75116DC-27F0-4E16-A913-163E65D3EEAA}" dt="2025-02-11T18:35:32.706" v="2384" actId="404"/>
          <ac:spMkLst>
            <pc:docMk/>
            <pc:sldMk cId="142124267" sldId="2147347731"/>
            <ac:spMk id="479" creationId="{54553F11-461A-92DE-1289-7E1021FB066C}"/>
          </ac:spMkLst>
        </pc:spChg>
        <pc:spChg chg="del">
          <ac:chgData name="Mukherjee, Shouvik" userId="8a0946e8-3a6b-4d5c-947d-73f4cd578335" providerId="ADAL" clId="{D75116DC-27F0-4E16-A913-163E65D3EEAA}" dt="2025-02-11T18:34:59.151" v="2379" actId="478"/>
          <ac:spMkLst>
            <pc:docMk/>
            <pc:sldMk cId="142124267" sldId="2147347731"/>
            <ac:spMk id="481" creationId="{4C24D4DD-CF10-DAA0-7C53-053B5F715DA4}"/>
          </ac:spMkLst>
        </pc:spChg>
        <pc:spChg chg="mod">
          <ac:chgData name="Mukherjee, Shouvik" userId="8a0946e8-3a6b-4d5c-947d-73f4cd578335" providerId="ADAL" clId="{D75116DC-27F0-4E16-A913-163E65D3EEAA}" dt="2025-02-11T18:35:32.706" v="2384" actId="404"/>
          <ac:spMkLst>
            <pc:docMk/>
            <pc:sldMk cId="142124267" sldId="2147347731"/>
            <ac:spMk id="482" creationId="{E67394FD-6AA6-D0F9-2262-66EB908C9231}"/>
          </ac:spMkLst>
        </pc:spChg>
        <pc:spChg chg="mod">
          <ac:chgData name="Mukherjee, Shouvik" userId="8a0946e8-3a6b-4d5c-947d-73f4cd578335" providerId="ADAL" clId="{D75116DC-27F0-4E16-A913-163E65D3EEAA}" dt="2025-02-11T18:35:32.706" v="2384" actId="404"/>
          <ac:spMkLst>
            <pc:docMk/>
            <pc:sldMk cId="142124267" sldId="2147347731"/>
            <ac:spMk id="484" creationId="{8AB1858D-B092-F2B3-F39D-EAFB8A78426A}"/>
          </ac:spMkLst>
        </pc:spChg>
        <pc:spChg chg="del">
          <ac:chgData name="Mukherjee, Shouvik" userId="8a0946e8-3a6b-4d5c-947d-73f4cd578335" providerId="ADAL" clId="{D75116DC-27F0-4E16-A913-163E65D3EEAA}" dt="2025-02-11T18:34:59.151" v="2379" actId="478"/>
          <ac:spMkLst>
            <pc:docMk/>
            <pc:sldMk cId="142124267" sldId="2147347731"/>
            <ac:spMk id="485" creationId="{0DB0E550-BA7B-6087-B3B5-4329EF52AF9E}"/>
          </ac:spMkLst>
        </pc:spChg>
        <pc:spChg chg="del">
          <ac:chgData name="Mukherjee, Shouvik" userId="8a0946e8-3a6b-4d5c-947d-73f4cd578335" providerId="ADAL" clId="{D75116DC-27F0-4E16-A913-163E65D3EEAA}" dt="2025-02-11T18:34:59.151" v="2379" actId="478"/>
          <ac:spMkLst>
            <pc:docMk/>
            <pc:sldMk cId="142124267" sldId="2147347731"/>
            <ac:spMk id="486" creationId="{EFD82463-1AD8-7DA8-FF5A-B21CCC5A6D04}"/>
          </ac:spMkLst>
        </pc:spChg>
        <pc:spChg chg="mod">
          <ac:chgData name="Mukherjee, Shouvik" userId="8a0946e8-3a6b-4d5c-947d-73f4cd578335" providerId="ADAL" clId="{D75116DC-27F0-4E16-A913-163E65D3EEAA}" dt="2025-02-11T18:35:32.706" v="2384" actId="404"/>
          <ac:spMkLst>
            <pc:docMk/>
            <pc:sldMk cId="142124267" sldId="2147347731"/>
            <ac:spMk id="490" creationId="{85DFD67A-0EF6-7DEC-B842-F5AE3C9A489F}"/>
          </ac:spMkLst>
        </pc:spChg>
        <pc:grpChg chg="add mod">
          <ac:chgData name="Mukherjee, Shouvik" userId="8a0946e8-3a6b-4d5c-947d-73f4cd578335" providerId="ADAL" clId="{D75116DC-27F0-4E16-A913-163E65D3EEAA}" dt="2025-02-11T18:35:07.509" v="2380"/>
          <ac:grpSpMkLst>
            <pc:docMk/>
            <pc:sldMk cId="142124267" sldId="2147347731"/>
            <ac:grpSpMk id="467" creationId="{576A6408-FDD4-7943-D1FD-F5D690DD0936}"/>
          </ac:grpSpMkLst>
        </pc:grpChg>
        <pc:grpChg chg="add mod">
          <ac:chgData name="Mukherjee, Shouvik" userId="8a0946e8-3a6b-4d5c-947d-73f4cd578335" providerId="ADAL" clId="{D75116DC-27F0-4E16-A913-163E65D3EEAA}" dt="2025-02-11T18:35:07.509" v="2380"/>
          <ac:grpSpMkLst>
            <pc:docMk/>
            <pc:sldMk cId="142124267" sldId="2147347731"/>
            <ac:grpSpMk id="478" creationId="{EA338023-B03F-6466-7CDD-205750FF302E}"/>
          </ac:grpSpMkLst>
        </pc:grpChg>
        <pc:grpChg chg="del">
          <ac:chgData name="Mukherjee, Shouvik" userId="8a0946e8-3a6b-4d5c-947d-73f4cd578335" providerId="ADAL" clId="{D75116DC-27F0-4E16-A913-163E65D3EEAA}" dt="2025-02-11T18:34:59.151" v="2379" actId="478"/>
          <ac:grpSpMkLst>
            <pc:docMk/>
            <pc:sldMk cId="142124267" sldId="2147347731"/>
            <ac:grpSpMk id="480" creationId="{22919CAF-693E-7773-FE79-B1CE8637E2B9}"/>
          </ac:grpSpMkLst>
        </pc:grpChg>
        <pc:grpChg chg="add mod">
          <ac:chgData name="Mukherjee, Shouvik" userId="8a0946e8-3a6b-4d5c-947d-73f4cd578335" providerId="ADAL" clId="{D75116DC-27F0-4E16-A913-163E65D3EEAA}" dt="2025-02-11T18:35:07.509" v="2380"/>
          <ac:grpSpMkLst>
            <pc:docMk/>
            <pc:sldMk cId="142124267" sldId="2147347731"/>
            <ac:grpSpMk id="483" creationId="{03798E16-2F6B-DF9F-8157-F32DE81CA969}"/>
          </ac:grpSpMkLst>
        </pc:grpChg>
        <pc:grpChg chg="del">
          <ac:chgData name="Mukherjee, Shouvik" userId="8a0946e8-3a6b-4d5c-947d-73f4cd578335" providerId="ADAL" clId="{D75116DC-27F0-4E16-A913-163E65D3EEAA}" dt="2025-02-11T18:34:59.151" v="2379" actId="478"/>
          <ac:grpSpMkLst>
            <pc:docMk/>
            <pc:sldMk cId="142124267" sldId="2147347731"/>
            <ac:grpSpMk id="489" creationId="{522A5167-155C-29EA-9960-73E3C014D05D}"/>
          </ac:grpSpMkLst>
        </pc:grpChg>
        <pc:cxnChg chg="add mod">
          <ac:chgData name="Mukherjee, Shouvik" userId="8a0946e8-3a6b-4d5c-947d-73f4cd578335" providerId="ADAL" clId="{D75116DC-27F0-4E16-A913-163E65D3EEAA}" dt="2025-02-11T18:35:07.509" v="2380"/>
          <ac:cxnSpMkLst>
            <pc:docMk/>
            <pc:sldMk cId="142124267" sldId="2147347731"/>
            <ac:cxnSpMk id="21" creationId="{C631333E-F573-0CE8-4057-211505AA2010}"/>
          </ac:cxnSpMkLst>
        </pc:cxnChg>
        <pc:cxnChg chg="del">
          <ac:chgData name="Mukherjee, Shouvik" userId="8a0946e8-3a6b-4d5c-947d-73f4cd578335" providerId="ADAL" clId="{D75116DC-27F0-4E16-A913-163E65D3EEAA}" dt="2025-02-11T18:34:59.151" v="2379" actId="478"/>
          <ac:cxnSpMkLst>
            <pc:docMk/>
            <pc:sldMk cId="142124267" sldId="2147347731"/>
            <ac:cxnSpMk id="470" creationId="{45AC42CC-CAF8-B1FF-1758-48CA7D6150BC}"/>
          </ac:cxnSpMkLst>
        </pc:cxnChg>
      </pc:sldChg>
      <pc:sldChg chg="addSp delSp modSp add mod ord">
        <pc:chgData name="Mukherjee, Shouvik" userId="8a0946e8-3a6b-4d5c-947d-73f4cd578335" providerId="ADAL" clId="{D75116DC-27F0-4E16-A913-163E65D3EEAA}" dt="2025-02-13T10:25:43.539" v="5610" actId="20577"/>
        <pc:sldMkLst>
          <pc:docMk/>
          <pc:sldMk cId="731393111" sldId="2147347732"/>
        </pc:sldMkLst>
        <pc:spChg chg="mod">
          <ac:chgData name="Mukherjee, Shouvik" userId="8a0946e8-3a6b-4d5c-947d-73f4cd578335" providerId="ADAL" clId="{D75116DC-27F0-4E16-A913-163E65D3EEAA}" dt="2025-02-11T19:21:55.607" v="4349" actId="20577"/>
          <ac:spMkLst>
            <pc:docMk/>
            <pc:sldMk cId="731393111" sldId="2147347732"/>
            <ac:spMk id="2" creationId="{00000000-0000-0000-0000-000000000000}"/>
          </ac:spMkLst>
        </pc:spChg>
        <pc:spChg chg="mod">
          <ac:chgData name="Mukherjee, Shouvik" userId="8a0946e8-3a6b-4d5c-947d-73f4cd578335" providerId="ADAL" clId="{D75116DC-27F0-4E16-A913-163E65D3EEAA}" dt="2025-02-11T19:21:23.055" v="4338" actId="20577"/>
          <ac:spMkLst>
            <pc:docMk/>
            <pc:sldMk cId="731393111" sldId="2147347732"/>
            <ac:spMk id="6" creationId="{00000000-0000-0000-0000-000000000000}"/>
          </ac:spMkLst>
        </pc:spChg>
        <pc:spChg chg="add mod">
          <ac:chgData name="Mukherjee, Shouvik" userId="8a0946e8-3a6b-4d5c-947d-73f4cd578335" providerId="ADAL" clId="{D75116DC-27F0-4E16-A913-163E65D3EEAA}" dt="2025-02-13T10:25:38.659" v="5608" actId="20577"/>
          <ac:spMkLst>
            <pc:docMk/>
            <pc:sldMk cId="731393111" sldId="2147347732"/>
            <ac:spMk id="11" creationId="{39B8E5F9-0A43-8215-B359-545380A2129C}"/>
          </ac:spMkLst>
        </pc:spChg>
        <pc:spChg chg="add mod">
          <ac:chgData name="Mukherjee, Shouvik" userId="8a0946e8-3a6b-4d5c-947d-73f4cd578335" providerId="ADAL" clId="{D75116DC-27F0-4E16-A913-163E65D3EEAA}" dt="2025-02-11T19:22:12.799" v="4352"/>
          <ac:spMkLst>
            <pc:docMk/>
            <pc:sldMk cId="731393111" sldId="2147347732"/>
            <ac:spMk id="15" creationId="{771A2B3B-5A50-1FDC-1773-28E17BAAEFC2}"/>
          </ac:spMkLst>
        </pc:spChg>
        <pc:spChg chg="add mod">
          <ac:chgData name="Mukherjee, Shouvik" userId="8a0946e8-3a6b-4d5c-947d-73f4cd578335" providerId="ADAL" clId="{D75116DC-27F0-4E16-A913-163E65D3EEAA}" dt="2025-02-11T19:22:12.799" v="4352"/>
          <ac:spMkLst>
            <pc:docMk/>
            <pc:sldMk cId="731393111" sldId="2147347732"/>
            <ac:spMk id="16" creationId="{1BC07566-E47F-1F9E-117F-3A4058F22F06}"/>
          </ac:spMkLst>
        </pc:spChg>
        <pc:spChg chg="add mod">
          <ac:chgData name="Mukherjee, Shouvik" userId="8a0946e8-3a6b-4d5c-947d-73f4cd578335" providerId="ADAL" clId="{D75116DC-27F0-4E16-A913-163E65D3EEAA}" dt="2025-02-11T19:22:12.799" v="4352"/>
          <ac:spMkLst>
            <pc:docMk/>
            <pc:sldMk cId="731393111" sldId="2147347732"/>
            <ac:spMk id="18" creationId="{E9209089-A89A-F95E-8FB2-7F97066ED2EF}"/>
          </ac:spMkLst>
        </pc:spChg>
        <pc:spChg chg="add mod">
          <ac:chgData name="Mukherjee, Shouvik" userId="8a0946e8-3a6b-4d5c-947d-73f4cd578335" providerId="ADAL" clId="{D75116DC-27F0-4E16-A913-163E65D3EEAA}" dt="2025-02-11T19:22:12.799" v="4352"/>
          <ac:spMkLst>
            <pc:docMk/>
            <pc:sldMk cId="731393111" sldId="2147347732"/>
            <ac:spMk id="19" creationId="{BA2334AE-C6A8-F910-E453-B62007FFCC74}"/>
          </ac:spMkLst>
        </pc:spChg>
        <pc:spChg chg="add mod">
          <ac:chgData name="Mukherjee, Shouvik" userId="8a0946e8-3a6b-4d5c-947d-73f4cd578335" providerId="ADAL" clId="{D75116DC-27F0-4E16-A913-163E65D3EEAA}" dt="2025-02-11T19:22:12.799" v="4352"/>
          <ac:spMkLst>
            <pc:docMk/>
            <pc:sldMk cId="731393111" sldId="2147347732"/>
            <ac:spMk id="21" creationId="{EA683FE2-F973-1936-66C4-29FE0CB9C4D7}"/>
          </ac:spMkLst>
        </pc:spChg>
        <pc:spChg chg="add mod">
          <ac:chgData name="Mukherjee, Shouvik" userId="8a0946e8-3a6b-4d5c-947d-73f4cd578335" providerId="ADAL" clId="{D75116DC-27F0-4E16-A913-163E65D3EEAA}" dt="2025-02-11T19:22:12.799" v="4352"/>
          <ac:spMkLst>
            <pc:docMk/>
            <pc:sldMk cId="731393111" sldId="2147347732"/>
            <ac:spMk id="22" creationId="{7DDCD364-D815-A01B-11FB-B95EA361401D}"/>
          </ac:spMkLst>
        </pc:spChg>
        <pc:spChg chg="add mod">
          <ac:chgData name="Mukherjee, Shouvik" userId="8a0946e8-3a6b-4d5c-947d-73f4cd578335" providerId="ADAL" clId="{D75116DC-27F0-4E16-A913-163E65D3EEAA}" dt="2025-02-11T19:22:12.799" v="4352"/>
          <ac:spMkLst>
            <pc:docMk/>
            <pc:sldMk cId="731393111" sldId="2147347732"/>
            <ac:spMk id="25" creationId="{D797C8BA-5C70-7561-5F4B-B96648BA100B}"/>
          </ac:spMkLst>
        </pc:spChg>
        <pc:spChg chg="add mod">
          <ac:chgData name="Mukherjee, Shouvik" userId="8a0946e8-3a6b-4d5c-947d-73f4cd578335" providerId="ADAL" clId="{D75116DC-27F0-4E16-A913-163E65D3EEAA}" dt="2025-02-11T19:22:12.799" v="4352"/>
          <ac:spMkLst>
            <pc:docMk/>
            <pc:sldMk cId="731393111" sldId="2147347732"/>
            <ac:spMk id="26" creationId="{BAA7297B-4F26-77B1-8EF0-F601E8773D1D}"/>
          </ac:spMkLst>
        </pc:spChg>
        <pc:spChg chg="add mod">
          <ac:chgData name="Mukherjee, Shouvik" userId="8a0946e8-3a6b-4d5c-947d-73f4cd578335" providerId="ADAL" clId="{D75116DC-27F0-4E16-A913-163E65D3EEAA}" dt="2025-02-11T19:22:12.799" v="4352"/>
          <ac:spMkLst>
            <pc:docMk/>
            <pc:sldMk cId="731393111" sldId="2147347732"/>
            <ac:spMk id="33" creationId="{456EF219-5E57-B886-AB31-0A0C8F59C4C9}"/>
          </ac:spMkLst>
        </pc:spChg>
        <pc:spChg chg="add mod">
          <ac:chgData name="Mukherjee, Shouvik" userId="8a0946e8-3a6b-4d5c-947d-73f4cd578335" providerId="ADAL" clId="{D75116DC-27F0-4E16-A913-163E65D3EEAA}" dt="2025-02-11T19:22:12.799" v="4352"/>
          <ac:spMkLst>
            <pc:docMk/>
            <pc:sldMk cId="731393111" sldId="2147347732"/>
            <ac:spMk id="52" creationId="{9D8253B9-F820-8B59-BE18-CB0E0F3ED3F4}"/>
          </ac:spMkLst>
        </pc:spChg>
        <pc:spChg chg="del">
          <ac:chgData name="Mukherjee, Shouvik" userId="8a0946e8-3a6b-4d5c-947d-73f4cd578335" providerId="ADAL" clId="{D75116DC-27F0-4E16-A913-163E65D3EEAA}" dt="2025-02-11T19:22:04.192" v="4350" actId="478"/>
          <ac:spMkLst>
            <pc:docMk/>
            <pc:sldMk cId="731393111" sldId="2147347732"/>
            <ac:spMk id="57" creationId="{85A80303-4315-474C-A124-0856A909F141}"/>
          </ac:spMkLst>
        </pc:spChg>
        <pc:spChg chg="del">
          <ac:chgData name="Mukherjee, Shouvik" userId="8a0946e8-3a6b-4d5c-947d-73f4cd578335" providerId="ADAL" clId="{D75116DC-27F0-4E16-A913-163E65D3EEAA}" dt="2025-02-11T19:22:04.192" v="4350" actId="478"/>
          <ac:spMkLst>
            <pc:docMk/>
            <pc:sldMk cId="731393111" sldId="2147347732"/>
            <ac:spMk id="58" creationId="{6D92837A-4C98-3B66-1819-F765735B3A67}"/>
          </ac:spMkLst>
        </pc:spChg>
        <pc:spChg chg="del">
          <ac:chgData name="Mukherjee, Shouvik" userId="8a0946e8-3a6b-4d5c-947d-73f4cd578335" providerId="ADAL" clId="{D75116DC-27F0-4E16-A913-163E65D3EEAA}" dt="2025-02-11T19:22:04.192" v="4350" actId="478"/>
          <ac:spMkLst>
            <pc:docMk/>
            <pc:sldMk cId="731393111" sldId="2147347732"/>
            <ac:spMk id="59" creationId="{D2A7BF47-34A4-2EE1-3D7E-6902DEDBDAF7}"/>
          </ac:spMkLst>
        </pc:spChg>
        <pc:spChg chg="del">
          <ac:chgData name="Mukherjee, Shouvik" userId="8a0946e8-3a6b-4d5c-947d-73f4cd578335" providerId="ADAL" clId="{D75116DC-27F0-4E16-A913-163E65D3EEAA}" dt="2025-02-11T19:22:04.192" v="4350" actId="478"/>
          <ac:spMkLst>
            <pc:docMk/>
            <pc:sldMk cId="731393111" sldId="2147347732"/>
            <ac:spMk id="60" creationId="{B6D224C0-353D-EC05-B423-98E5F8EC15DA}"/>
          </ac:spMkLst>
        </pc:spChg>
        <pc:spChg chg="add mod">
          <ac:chgData name="Mukherjee, Shouvik" userId="8a0946e8-3a6b-4d5c-947d-73f4cd578335" providerId="ADAL" clId="{D75116DC-27F0-4E16-A913-163E65D3EEAA}" dt="2025-02-11T19:22:12.799" v="4352"/>
          <ac:spMkLst>
            <pc:docMk/>
            <pc:sldMk cId="731393111" sldId="2147347732"/>
            <ac:spMk id="61" creationId="{FAFB9CCF-ACE2-E9ED-233B-0223DCEDB9F4}"/>
          </ac:spMkLst>
        </pc:spChg>
        <pc:spChg chg="add mod">
          <ac:chgData name="Mukherjee, Shouvik" userId="8a0946e8-3a6b-4d5c-947d-73f4cd578335" providerId="ADAL" clId="{D75116DC-27F0-4E16-A913-163E65D3EEAA}" dt="2025-02-11T19:22:12.799" v="4352"/>
          <ac:spMkLst>
            <pc:docMk/>
            <pc:sldMk cId="731393111" sldId="2147347732"/>
            <ac:spMk id="62" creationId="{325E48FA-3F34-F9B2-2DEF-959D6B15EF46}"/>
          </ac:spMkLst>
        </pc:spChg>
        <pc:spChg chg="add mod">
          <ac:chgData name="Mukherjee, Shouvik" userId="8a0946e8-3a6b-4d5c-947d-73f4cd578335" providerId="ADAL" clId="{D75116DC-27F0-4E16-A913-163E65D3EEAA}" dt="2025-02-11T19:22:12.799" v="4352"/>
          <ac:spMkLst>
            <pc:docMk/>
            <pc:sldMk cId="731393111" sldId="2147347732"/>
            <ac:spMk id="63" creationId="{2DB911D3-1DFC-894C-1951-3613FC97B5FD}"/>
          </ac:spMkLst>
        </pc:spChg>
        <pc:spChg chg="add mod">
          <ac:chgData name="Mukherjee, Shouvik" userId="8a0946e8-3a6b-4d5c-947d-73f4cd578335" providerId="ADAL" clId="{D75116DC-27F0-4E16-A913-163E65D3EEAA}" dt="2025-02-11T19:22:12.799" v="4352"/>
          <ac:spMkLst>
            <pc:docMk/>
            <pc:sldMk cId="731393111" sldId="2147347732"/>
            <ac:spMk id="64" creationId="{C244A2CC-3EE1-E176-E3EB-C22B46D99AA2}"/>
          </ac:spMkLst>
        </pc:spChg>
        <pc:spChg chg="add mod">
          <ac:chgData name="Mukherjee, Shouvik" userId="8a0946e8-3a6b-4d5c-947d-73f4cd578335" providerId="ADAL" clId="{D75116DC-27F0-4E16-A913-163E65D3EEAA}" dt="2025-02-11T19:22:12.799" v="4352"/>
          <ac:spMkLst>
            <pc:docMk/>
            <pc:sldMk cId="731393111" sldId="2147347732"/>
            <ac:spMk id="67" creationId="{5F06C755-3656-252A-7E0E-66E7E580F501}"/>
          </ac:spMkLst>
        </pc:spChg>
        <pc:spChg chg="add mod">
          <ac:chgData name="Mukherjee, Shouvik" userId="8a0946e8-3a6b-4d5c-947d-73f4cd578335" providerId="ADAL" clId="{D75116DC-27F0-4E16-A913-163E65D3EEAA}" dt="2025-02-11T19:22:12.799" v="4352"/>
          <ac:spMkLst>
            <pc:docMk/>
            <pc:sldMk cId="731393111" sldId="2147347732"/>
            <ac:spMk id="71" creationId="{37481591-3CF7-3C8A-62EC-38B3EC038D4E}"/>
          </ac:spMkLst>
        </pc:spChg>
        <pc:spChg chg="add mod">
          <ac:chgData name="Mukherjee, Shouvik" userId="8a0946e8-3a6b-4d5c-947d-73f4cd578335" providerId="ADAL" clId="{D75116DC-27F0-4E16-A913-163E65D3EEAA}" dt="2025-02-11T19:22:12.799" v="4352"/>
          <ac:spMkLst>
            <pc:docMk/>
            <pc:sldMk cId="731393111" sldId="2147347732"/>
            <ac:spMk id="72" creationId="{2A17FEA3-64B8-3415-A490-E42C8E773120}"/>
          </ac:spMkLst>
        </pc:spChg>
        <pc:spChg chg="add mod">
          <ac:chgData name="Mukherjee, Shouvik" userId="8a0946e8-3a6b-4d5c-947d-73f4cd578335" providerId="ADAL" clId="{D75116DC-27F0-4E16-A913-163E65D3EEAA}" dt="2025-02-11T19:22:12.799" v="4352"/>
          <ac:spMkLst>
            <pc:docMk/>
            <pc:sldMk cId="731393111" sldId="2147347732"/>
            <ac:spMk id="73" creationId="{13890238-2D06-CFB8-76D6-0E4C2D525746}"/>
          </ac:spMkLst>
        </pc:spChg>
        <pc:spChg chg="del">
          <ac:chgData name="Mukherjee, Shouvik" userId="8a0946e8-3a6b-4d5c-947d-73f4cd578335" providerId="ADAL" clId="{D75116DC-27F0-4E16-A913-163E65D3EEAA}" dt="2025-02-11T19:22:04.192" v="4350" actId="478"/>
          <ac:spMkLst>
            <pc:docMk/>
            <pc:sldMk cId="731393111" sldId="2147347732"/>
            <ac:spMk id="84" creationId="{3B8950DA-F913-9938-E4CB-12230F7B9325}"/>
          </ac:spMkLst>
        </pc:spChg>
        <pc:spChg chg="add mod">
          <ac:chgData name="Mukherjee, Shouvik" userId="8a0946e8-3a6b-4d5c-947d-73f4cd578335" providerId="ADAL" clId="{D75116DC-27F0-4E16-A913-163E65D3EEAA}" dt="2025-02-11T19:22:12.799" v="4352"/>
          <ac:spMkLst>
            <pc:docMk/>
            <pc:sldMk cId="731393111" sldId="2147347732"/>
            <ac:spMk id="86" creationId="{03999875-410F-CCE1-5A31-BE6C6FBC7058}"/>
          </ac:spMkLst>
        </pc:spChg>
        <pc:spChg chg="del">
          <ac:chgData name="Mukherjee, Shouvik" userId="8a0946e8-3a6b-4d5c-947d-73f4cd578335" providerId="ADAL" clId="{D75116DC-27F0-4E16-A913-163E65D3EEAA}" dt="2025-02-11T19:22:04.192" v="4350" actId="478"/>
          <ac:spMkLst>
            <pc:docMk/>
            <pc:sldMk cId="731393111" sldId="2147347732"/>
            <ac:spMk id="87" creationId="{12691236-0423-AFC9-21AE-7FF1ED5DC2F5}"/>
          </ac:spMkLst>
        </pc:spChg>
        <pc:spChg chg="del">
          <ac:chgData name="Mukherjee, Shouvik" userId="8a0946e8-3a6b-4d5c-947d-73f4cd578335" providerId="ADAL" clId="{D75116DC-27F0-4E16-A913-163E65D3EEAA}" dt="2025-02-11T19:22:04.192" v="4350" actId="478"/>
          <ac:spMkLst>
            <pc:docMk/>
            <pc:sldMk cId="731393111" sldId="2147347732"/>
            <ac:spMk id="89" creationId="{5E61D678-343A-615D-7F08-CE09283B1CA5}"/>
          </ac:spMkLst>
        </pc:spChg>
        <pc:spChg chg="del">
          <ac:chgData name="Mukherjee, Shouvik" userId="8a0946e8-3a6b-4d5c-947d-73f4cd578335" providerId="ADAL" clId="{D75116DC-27F0-4E16-A913-163E65D3EEAA}" dt="2025-02-11T19:22:04.192" v="4350" actId="478"/>
          <ac:spMkLst>
            <pc:docMk/>
            <pc:sldMk cId="731393111" sldId="2147347732"/>
            <ac:spMk id="91" creationId="{C20CCB8E-0963-83A8-FB83-FFC0160B230A}"/>
          </ac:spMkLst>
        </pc:spChg>
        <pc:spChg chg="add mod">
          <ac:chgData name="Mukherjee, Shouvik" userId="8a0946e8-3a6b-4d5c-947d-73f4cd578335" providerId="ADAL" clId="{D75116DC-27F0-4E16-A913-163E65D3EEAA}" dt="2025-02-11T19:22:12.799" v="4352"/>
          <ac:spMkLst>
            <pc:docMk/>
            <pc:sldMk cId="731393111" sldId="2147347732"/>
            <ac:spMk id="93" creationId="{75E17532-55BB-7181-A8F8-7DE1217B2D0F}"/>
          </ac:spMkLst>
        </pc:spChg>
        <pc:spChg chg="del">
          <ac:chgData name="Mukherjee, Shouvik" userId="8a0946e8-3a6b-4d5c-947d-73f4cd578335" providerId="ADAL" clId="{D75116DC-27F0-4E16-A913-163E65D3EEAA}" dt="2025-02-11T19:22:04.192" v="4350" actId="478"/>
          <ac:spMkLst>
            <pc:docMk/>
            <pc:sldMk cId="731393111" sldId="2147347732"/>
            <ac:spMk id="94" creationId="{C92440B0-1F21-E164-35BE-89EE597761C3}"/>
          </ac:spMkLst>
        </pc:spChg>
        <pc:spChg chg="del">
          <ac:chgData name="Mukherjee, Shouvik" userId="8a0946e8-3a6b-4d5c-947d-73f4cd578335" providerId="ADAL" clId="{D75116DC-27F0-4E16-A913-163E65D3EEAA}" dt="2025-02-11T19:22:04.192" v="4350" actId="478"/>
          <ac:spMkLst>
            <pc:docMk/>
            <pc:sldMk cId="731393111" sldId="2147347732"/>
            <ac:spMk id="113" creationId="{5952BC33-8D7C-3B35-7512-229624196509}"/>
          </ac:spMkLst>
        </pc:spChg>
        <pc:spChg chg="del">
          <ac:chgData name="Mukherjee, Shouvik" userId="8a0946e8-3a6b-4d5c-947d-73f4cd578335" providerId="ADAL" clId="{D75116DC-27F0-4E16-A913-163E65D3EEAA}" dt="2025-02-11T19:22:04.192" v="4350" actId="478"/>
          <ac:spMkLst>
            <pc:docMk/>
            <pc:sldMk cId="731393111" sldId="2147347732"/>
            <ac:spMk id="114" creationId="{1337DAD4-1109-EFB8-E0F5-8E19B4F2FDB8}"/>
          </ac:spMkLst>
        </pc:spChg>
        <pc:spChg chg="del">
          <ac:chgData name="Mukherjee, Shouvik" userId="8a0946e8-3a6b-4d5c-947d-73f4cd578335" providerId="ADAL" clId="{D75116DC-27F0-4E16-A913-163E65D3EEAA}" dt="2025-02-11T19:22:04.192" v="4350" actId="478"/>
          <ac:spMkLst>
            <pc:docMk/>
            <pc:sldMk cId="731393111" sldId="2147347732"/>
            <ac:spMk id="132" creationId="{F449A3FC-C8BE-1B13-4620-8E95FD4A1309}"/>
          </ac:spMkLst>
        </pc:spChg>
        <pc:spChg chg="add mod">
          <ac:chgData name="Mukherjee, Shouvik" userId="8a0946e8-3a6b-4d5c-947d-73f4cd578335" providerId="ADAL" clId="{D75116DC-27F0-4E16-A913-163E65D3EEAA}" dt="2025-02-11T19:22:12.799" v="4352"/>
          <ac:spMkLst>
            <pc:docMk/>
            <pc:sldMk cId="731393111" sldId="2147347732"/>
            <ac:spMk id="144" creationId="{2FE720D0-917A-E142-4BF3-47BE4EF151B7}"/>
          </ac:spMkLst>
        </pc:spChg>
        <pc:spChg chg="del">
          <ac:chgData name="Mukherjee, Shouvik" userId="8a0946e8-3a6b-4d5c-947d-73f4cd578335" providerId="ADAL" clId="{D75116DC-27F0-4E16-A913-163E65D3EEAA}" dt="2025-02-11T19:22:04.192" v="4350" actId="478"/>
          <ac:spMkLst>
            <pc:docMk/>
            <pc:sldMk cId="731393111" sldId="2147347732"/>
            <ac:spMk id="145" creationId="{006C8E70-453F-E17A-3FFD-32752B51ED39}"/>
          </ac:spMkLst>
        </pc:spChg>
        <pc:spChg chg="del">
          <ac:chgData name="Mukherjee, Shouvik" userId="8a0946e8-3a6b-4d5c-947d-73f4cd578335" providerId="ADAL" clId="{D75116DC-27F0-4E16-A913-163E65D3EEAA}" dt="2025-02-11T19:22:04.192" v="4350" actId="478"/>
          <ac:spMkLst>
            <pc:docMk/>
            <pc:sldMk cId="731393111" sldId="2147347732"/>
            <ac:spMk id="146" creationId="{06C29919-F644-6882-B0E9-852AE4154109}"/>
          </ac:spMkLst>
        </pc:spChg>
        <pc:spChg chg="del">
          <ac:chgData name="Mukherjee, Shouvik" userId="8a0946e8-3a6b-4d5c-947d-73f4cd578335" providerId="ADAL" clId="{D75116DC-27F0-4E16-A913-163E65D3EEAA}" dt="2025-02-11T19:22:04.192" v="4350" actId="478"/>
          <ac:spMkLst>
            <pc:docMk/>
            <pc:sldMk cId="731393111" sldId="2147347732"/>
            <ac:spMk id="147" creationId="{5C88D227-3BF7-854B-FB65-8C5A3766892A}"/>
          </ac:spMkLst>
        </pc:spChg>
        <pc:spChg chg="del">
          <ac:chgData name="Mukherjee, Shouvik" userId="8a0946e8-3a6b-4d5c-947d-73f4cd578335" providerId="ADAL" clId="{D75116DC-27F0-4E16-A913-163E65D3EEAA}" dt="2025-02-11T19:22:04.192" v="4350" actId="478"/>
          <ac:spMkLst>
            <pc:docMk/>
            <pc:sldMk cId="731393111" sldId="2147347732"/>
            <ac:spMk id="148" creationId="{607A4649-FDFC-85AF-3E1A-86FEE2499BCF}"/>
          </ac:spMkLst>
        </pc:spChg>
        <pc:spChg chg="del">
          <ac:chgData name="Mukherjee, Shouvik" userId="8a0946e8-3a6b-4d5c-947d-73f4cd578335" providerId="ADAL" clId="{D75116DC-27F0-4E16-A913-163E65D3EEAA}" dt="2025-02-11T19:22:04.192" v="4350" actId="478"/>
          <ac:spMkLst>
            <pc:docMk/>
            <pc:sldMk cId="731393111" sldId="2147347732"/>
            <ac:spMk id="149" creationId="{CCA6FFF4-14F9-27A5-6AF5-198ADE93C71F}"/>
          </ac:spMkLst>
        </pc:spChg>
        <pc:spChg chg="del">
          <ac:chgData name="Mukherjee, Shouvik" userId="8a0946e8-3a6b-4d5c-947d-73f4cd578335" providerId="ADAL" clId="{D75116DC-27F0-4E16-A913-163E65D3EEAA}" dt="2025-02-11T19:22:04.192" v="4350" actId="478"/>
          <ac:spMkLst>
            <pc:docMk/>
            <pc:sldMk cId="731393111" sldId="2147347732"/>
            <ac:spMk id="150" creationId="{82D7F715-EBBA-E8F6-F586-D149C7E80A5B}"/>
          </ac:spMkLst>
        </pc:spChg>
        <pc:spChg chg="del">
          <ac:chgData name="Mukherjee, Shouvik" userId="8a0946e8-3a6b-4d5c-947d-73f4cd578335" providerId="ADAL" clId="{D75116DC-27F0-4E16-A913-163E65D3EEAA}" dt="2025-02-11T19:22:04.192" v="4350" actId="478"/>
          <ac:spMkLst>
            <pc:docMk/>
            <pc:sldMk cId="731393111" sldId="2147347732"/>
            <ac:spMk id="151" creationId="{506093BB-E6F2-6D0F-3CDC-A58BD395F2F5}"/>
          </ac:spMkLst>
        </pc:spChg>
        <pc:spChg chg="add mod">
          <ac:chgData name="Mukherjee, Shouvik" userId="8a0946e8-3a6b-4d5c-947d-73f4cd578335" providerId="ADAL" clId="{D75116DC-27F0-4E16-A913-163E65D3EEAA}" dt="2025-02-11T19:22:12.799" v="4352"/>
          <ac:spMkLst>
            <pc:docMk/>
            <pc:sldMk cId="731393111" sldId="2147347732"/>
            <ac:spMk id="152" creationId="{C8B75579-65DF-6ED0-6AF9-991658E99885}"/>
          </ac:spMkLst>
        </pc:spChg>
        <pc:spChg chg="add mod">
          <ac:chgData name="Mukherjee, Shouvik" userId="8a0946e8-3a6b-4d5c-947d-73f4cd578335" providerId="ADAL" clId="{D75116DC-27F0-4E16-A913-163E65D3EEAA}" dt="2025-02-11T19:22:12.799" v="4352"/>
          <ac:spMkLst>
            <pc:docMk/>
            <pc:sldMk cId="731393111" sldId="2147347732"/>
            <ac:spMk id="153" creationId="{D7E53AB7-5072-3C85-D7B4-E6C2B2E5744E}"/>
          </ac:spMkLst>
        </pc:spChg>
        <pc:spChg chg="add mod">
          <ac:chgData name="Mukherjee, Shouvik" userId="8a0946e8-3a6b-4d5c-947d-73f4cd578335" providerId="ADAL" clId="{D75116DC-27F0-4E16-A913-163E65D3EEAA}" dt="2025-02-11T19:22:12.799" v="4352"/>
          <ac:spMkLst>
            <pc:docMk/>
            <pc:sldMk cId="731393111" sldId="2147347732"/>
            <ac:spMk id="154" creationId="{015F31A9-B3ED-CBA5-65E1-44572A616CC1}"/>
          </ac:spMkLst>
        </pc:spChg>
        <pc:spChg chg="add mod">
          <ac:chgData name="Mukherjee, Shouvik" userId="8a0946e8-3a6b-4d5c-947d-73f4cd578335" providerId="ADAL" clId="{D75116DC-27F0-4E16-A913-163E65D3EEAA}" dt="2025-02-11T19:22:12.799" v="4352"/>
          <ac:spMkLst>
            <pc:docMk/>
            <pc:sldMk cId="731393111" sldId="2147347732"/>
            <ac:spMk id="155" creationId="{C7157A58-A671-D36E-F2E3-6C3C9BD01E6B}"/>
          </ac:spMkLst>
        </pc:spChg>
        <pc:spChg chg="add mod">
          <ac:chgData name="Mukherjee, Shouvik" userId="8a0946e8-3a6b-4d5c-947d-73f4cd578335" providerId="ADAL" clId="{D75116DC-27F0-4E16-A913-163E65D3EEAA}" dt="2025-02-11T19:22:12.799" v="4352"/>
          <ac:spMkLst>
            <pc:docMk/>
            <pc:sldMk cId="731393111" sldId="2147347732"/>
            <ac:spMk id="156" creationId="{C88DE033-47AA-2804-ACE8-3CCADF7A58B4}"/>
          </ac:spMkLst>
        </pc:spChg>
        <pc:spChg chg="add mod">
          <ac:chgData name="Mukherjee, Shouvik" userId="8a0946e8-3a6b-4d5c-947d-73f4cd578335" providerId="ADAL" clId="{D75116DC-27F0-4E16-A913-163E65D3EEAA}" dt="2025-02-11T19:22:12.799" v="4352"/>
          <ac:spMkLst>
            <pc:docMk/>
            <pc:sldMk cId="731393111" sldId="2147347732"/>
            <ac:spMk id="157" creationId="{EDF00827-30AF-DF6B-76C7-B75BFE90E988}"/>
          </ac:spMkLst>
        </pc:spChg>
        <pc:spChg chg="add mod">
          <ac:chgData name="Mukherjee, Shouvik" userId="8a0946e8-3a6b-4d5c-947d-73f4cd578335" providerId="ADAL" clId="{D75116DC-27F0-4E16-A913-163E65D3EEAA}" dt="2025-02-11T19:22:12.799" v="4352"/>
          <ac:spMkLst>
            <pc:docMk/>
            <pc:sldMk cId="731393111" sldId="2147347732"/>
            <ac:spMk id="158" creationId="{5E8DD1B3-DA53-0611-64D8-93C480BB4088}"/>
          </ac:spMkLst>
        </pc:spChg>
        <pc:spChg chg="add mod">
          <ac:chgData name="Mukherjee, Shouvik" userId="8a0946e8-3a6b-4d5c-947d-73f4cd578335" providerId="ADAL" clId="{D75116DC-27F0-4E16-A913-163E65D3EEAA}" dt="2025-02-11T19:22:12.799" v="4352"/>
          <ac:spMkLst>
            <pc:docMk/>
            <pc:sldMk cId="731393111" sldId="2147347732"/>
            <ac:spMk id="160" creationId="{B88B38C0-630A-9FF9-780E-6C26FA09C221}"/>
          </ac:spMkLst>
        </pc:spChg>
        <pc:spChg chg="add mod">
          <ac:chgData name="Mukherjee, Shouvik" userId="8a0946e8-3a6b-4d5c-947d-73f4cd578335" providerId="ADAL" clId="{D75116DC-27F0-4E16-A913-163E65D3EEAA}" dt="2025-02-11T19:22:12.799" v="4352"/>
          <ac:spMkLst>
            <pc:docMk/>
            <pc:sldMk cId="731393111" sldId="2147347732"/>
            <ac:spMk id="161" creationId="{C43704C0-A8CC-E134-F331-2D6568D298AC}"/>
          </ac:spMkLst>
        </pc:spChg>
        <pc:spChg chg="add mod">
          <ac:chgData name="Mukherjee, Shouvik" userId="8a0946e8-3a6b-4d5c-947d-73f4cd578335" providerId="ADAL" clId="{D75116DC-27F0-4E16-A913-163E65D3EEAA}" dt="2025-02-11T19:22:12.799" v="4352"/>
          <ac:spMkLst>
            <pc:docMk/>
            <pc:sldMk cId="731393111" sldId="2147347732"/>
            <ac:spMk id="162" creationId="{56152C6A-85D0-2EEE-8D2C-92F9C5218BDA}"/>
          </ac:spMkLst>
        </pc:spChg>
        <pc:spChg chg="add mod">
          <ac:chgData name="Mukherjee, Shouvik" userId="8a0946e8-3a6b-4d5c-947d-73f4cd578335" providerId="ADAL" clId="{D75116DC-27F0-4E16-A913-163E65D3EEAA}" dt="2025-02-11T19:22:12.799" v="4352"/>
          <ac:spMkLst>
            <pc:docMk/>
            <pc:sldMk cId="731393111" sldId="2147347732"/>
            <ac:spMk id="163" creationId="{40E08B7B-E7E3-164C-71DA-89A1B0AC2F69}"/>
          </ac:spMkLst>
        </pc:spChg>
        <pc:spChg chg="add mod">
          <ac:chgData name="Mukherjee, Shouvik" userId="8a0946e8-3a6b-4d5c-947d-73f4cd578335" providerId="ADAL" clId="{D75116DC-27F0-4E16-A913-163E65D3EEAA}" dt="2025-02-11T19:22:12.799" v="4352"/>
          <ac:spMkLst>
            <pc:docMk/>
            <pc:sldMk cId="731393111" sldId="2147347732"/>
            <ac:spMk id="164" creationId="{D1A9A1C6-32CE-97BB-A234-46206B6D39D0}"/>
          </ac:spMkLst>
        </pc:spChg>
        <pc:spChg chg="add mod">
          <ac:chgData name="Mukherjee, Shouvik" userId="8a0946e8-3a6b-4d5c-947d-73f4cd578335" providerId="ADAL" clId="{D75116DC-27F0-4E16-A913-163E65D3EEAA}" dt="2025-02-11T19:22:12.799" v="4352"/>
          <ac:spMkLst>
            <pc:docMk/>
            <pc:sldMk cId="731393111" sldId="2147347732"/>
            <ac:spMk id="165" creationId="{B6968527-5E49-E189-198B-1DE58FA098D7}"/>
          </ac:spMkLst>
        </pc:spChg>
        <pc:spChg chg="add mod">
          <ac:chgData name="Mukherjee, Shouvik" userId="8a0946e8-3a6b-4d5c-947d-73f4cd578335" providerId="ADAL" clId="{D75116DC-27F0-4E16-A913-163E65D3EEAA}" dt="2025-02-11T19:22:12.799" v="4352"/>
          <ac:spMkLst>
            <pc:docMk/>
            <pc:sldMk cId="731393111" sldId="2147347732"/>
            <ac:spMk id="166" creationId="{F9374FF7-7617-BEE0-EFCA-ECD3B04F4C0A}"/>
          </ac:spMkLst>
        </pc:spChg>
        <pc:spChg chg="add mod">
          <ac:chgData name="Mukherjee, Shouvik" userId="8a0946e8-3a6b-4d5c-947d-73f4cd578335" providerId="ADAL" clId="{D75116DC-27F0-4E16-A913-163E65D3EEAA}" dt="2025-02-11T19:22:12.799" v="4352"/>
          <ac:spMkLst>
            <pc:docMk/>
            <pc:sldMk cId="731393111" sldId="2147347732"/>
            <ac:spMk id="167" creationId="{B7EF5F31-5DA1-39BF-0B69-E46F30070646}"/>
          </ac:spMkLst>
        </pc:spChg>
        <pc:spChg chg="add mod">
          <ac:chgData name="Mukherjee, Shouvik" userId="8a0946e8-3a6b-4d5c-947d-73f4cd578335" providerId="ADAL" clId="{D75116DC-27F0-4E16-A913-163E65D3EEAA}" dt="2025-02-11T19:22:12.799" v="4352"/>
          <ac:spMkLst>
            <pc:docMk/>
            <pc:sldMk cId="731393111" sldId="2147347732"/>
            <ac:spMk id="169" creationId="{1BD59CE2-3C62-65E0-39B4-50405A2C1F1F}"/>
          </ac:spMkLst>
        </pc:spChg>
        <pc:spChg chg="add mod">
          <ac:chgData name="Mukherjee, Shouvik" userId="8a0946e8-3a6b-4d5c-947d-73f4cd578335" providerId="ADAL" clId="{D75116DC-27F0-4E16-A913-163E65D3EEAA}" dt="2025-02-11T19:22:12.799" v="4352"/>
          <ac:spMkLst>
            <pc:docMk/>
            <pc:sldMk cId="731393111" sldId="2147347732"/>
            <ac:spMk id="170" creationId="{20ABB67F-BA5E-184D-A9A7-0875C6C294EE}"/>
          </ac:spMkLst>
        </pc:spChg>
        <pc:spChg chg="add mod">
          <ac:chgData name="Mukherjee, Shouvik" userId="8a0946e8-3a6b-4d5c-947d-73f4cd578335" providerId="ADAL" clId="{D75116DC-27F0-4E16-A913-163E65D3EEAA}" dt="2025-02-11T19:22:12.799" v="4352"/>
          <ac:spMkLst>
            <pc:docMk/>
            <pc:sldMk cId="731393111" sldId="2147347732"/>
            <ac:spMk id="171" creationId="{A1E6AA29-FCF8-CA5B-FBF3-6E83E5BA9351}"/>
          </ac:spMkLst>
        </pc:spChg>
        <pc:spChg chg="add mod">
          <ac:chgData name="Mukherjee, Shouvik" userId="8a0946e8-3a6b-4d5c-947d-73f4cd578335" providerId="ADAL" clId="{D75116DC-27F0-4E16-A913-163E65D3EEAA}" dt="2025-02-11T19:22:12.799" v="4352"/>
          <ac:spMkLst>
            <pc:docMk/>
            <pc:sldMk cId="731393111" sldId="2147347732"/>
            <ac:spMk id="172" creationId="{62C5DBFE-633E-DF2D-3BF1-55DAC21434C2}"/>
          </ac:spMkLst>
        </pc:spChg>
        <pc:spChg chg="add mod">
          <ac:chgData name="Mukherjee, Shouvik" userId="8a0946e8-3a6b-4d5c-947d-73f4cd578335" providerId="ADAL" clId="{D75116DC-27F0-4E16-A913-163E65D3EEAA}" dt="2025-02-11T19:22:44.799" v="4388" actId="1036"/>
          <ac:spMkLst>
            <pc:docMk/>
            <pc:sldMk cId="731393111" sldId="2147347732"/>
            <ac:spMk id="184" creationId="{9812777C-4234-5553-342D-4A4B190FB2D3}"/>
          </ac:spMkLst>
        </pc:spChg>
        <pc:spChg chg="add mod">
          <ac:chgData name="Mukherjee, Shouvik" userId="8a0946e8-3a6b-4d5c-947d-73f4cd578335" providerId="ADAL" clId="{D75116DC-27F0-4E16-A913-163E65D3EEAA}" dt="2025-02-11T19:22:44.799" v="4388" actId="1036"/>
          <ac:spMkLst>
            <pc:docMk/>
            <pc:sldMk cId="731393111" sldId="2147347732"/>
            <ac:spMk id="185" creationId="{F8CA6BC0-1298-6931-52E8-4D02D0490C7E}"/>
          </ac:spMkLst>
        </pc:spChg>
        <pc:spChg chg="add mod">
          <ac:chgData name="Mukherjee, Shouvik" userId="8a0946e8-3a6b-4d5c-947d-73f4cd578335" providerId="ADAL" clId="{D75116DC-27F0-4E16-A913-163E65D3EEAA}" dt="2025-02-11T19:22:44.799" v="4388" actId="1036"/>
          <ac:spMkLst>
            <pc:docMk/>
            <pc:sldMk cId="731393111" sldId="2147347732"/>
            <ac:spMk id="187" creationId="{8AABEE60-07C3-65A0-8C7C-143D84D567C2}"/>
          </ac:spMkLst>
        </pc:spChg>
        <pc:spChg chg="add mod">
          <ac:chgData name="Mukherjee, Shouvik" userId="8a0946e8-3a6b-4d5c-947d-73f4cd578335" providerId="ADAL" clId="{D75116DC-27F0-4E16-A913-163E65D3EEAA}" dt="2025-02-13T10:25:10.738" v="5595" actId="14100"/>
          <ac:spMkLst>
            <pc:docMk/>
            <pc:sldMk cId="731393111" sldId="2147347732"/>
            <ac:spMk id="188" creationId="{D12DE771-40EE-6A80-B7B2-8D8A90B948E1}"/>
          </ac:spMkLst>
        </pc:spChg>
        <pc:spChg chg="add mod">
          <ac:chgData name="Mukherjee, Shouvik" userId="8a0946e8-3a6b-4d5c-947d-73f4cd578335" providerId="ADAL" clId="{D75116DC-27F0-4E16-A913-163E65D3EEAA}" dt="2025-02-11T19:22:44.799" v="4388" actId="1036"/>
          <ac:spMkLst>
            <pc:docMk/>
            <pc:sldMk cId="731393111" sldId="2147347732"/>
            <ac:spMk id="190" creationId="{407546CD-E6B1-3BD3-EB73-164F1E74380A}"/>
          </ac:spMkLst>
        </pc:spChg>
        <pc:spChg chg="add mod">
          <ac:chgData name="Mukherjee, Shouvik" userId="8a0946e8-3a6b-4d5c-947d-73f4cd578335" providerId="ADAL" clId="{D75116DC-27F0-4E16-A913-163E65D3EEAA}" dt="2025-02-11T19:22:44.799" v="4388" actId="1036"/>
          <ac:spMkLst>
            <pc:docMk/>
            <pc:sldMk cId="731393111" sldId="2147347732"/>
            <ac:spMk id="191" creationId="{E7B8D6D8-4C5D-4291-3146-321F97507B65}"/>
          </ac:spMkLst>
        </pc:spChg>
        <pc:spChg chg="add mod">
          <ac:chgData name="Mukherjee, Shouvik" userId="8a0946e8-3a6b-4d5c-947d-73f4cd578335" providerId="ADAL" clId="{D75116DC-27F0-4E16-A913-163E65D3EEAA}" dt="2025-02-11T19:22:44.799" v="4388" actId="1036"/>
          <ac:spMkLst>
            <pc:docMk/>
            <pc:sldMk cId="731393111" sldId="2147347732"/>
            <ac:spMk id="194" creationId="{6CC65FE1-477D-839D-7740-0C9DC43BD428}"/>
          </ac:spMkLst>
        </pc:spChg>
        <pc:spChg chg="add mod">
          <ac:chgData name="Mukherjee, Shouvik" userId="8a0946e8-3a6b-4d5c-947d-73f4cd578335" providerId="ADAL" clId="{D75116DC-27F0-4E16-A913-163E65D3EEAA}" dt="2025-02-11T19:22:44.799" v="4388" actId="1036"/>
          <ac:spMkLst>
            <pc:docMk/>
            <pc:sldMk cId="731393111" sldId="2147347732"/>
            <ac:spMk id="195" creationId="{D3194B62-513B-ED94-D776-C5D87B487F86}"/>
          </ac:spMkLst>
        </pc:spChg>
        <pc:spChg chg="add mod">
          <ac:chgData name="Mukherjee, Shouvik" userId="8a0946e8-3a6b-4d5c-947d-73f4cd578335" providerId="ADAL" clId="{D75116DC-27F0-4E16-A913-163E65D3EEAA}" dt="2025-02-11T19:22:44.799" v="4388" actId="1036"/>
          <ac:spMkLst>
            <pc:docMk/>
            <pc:sldMk cId="731393111" sldId="2147347732"/>
            <ac:spMk id="196" creationId="{80F6C460-CC3B-E325-8FFF-4EF360C91B55}"/>
          </ac:spMkLst>
        </pc:spChg>
        <pc:spChg chg="add mod">
          <ac:chgData name="Mukherjee, Shouvik" userId="8a0946e8-3a6b-4d5c-947d-73f4cd578335" providerId="ADAL" clId="{D75116DC-27F0-4E16-A913-163E65D3EEAA}" dt="2025-02-11T19:22:44.799" v="4388" actId="1036"/>
          <ac:spMkLst>
            <pc:docMk/>
            <pc:sldMk cId="731393111" sldId="2147347732"/>
            <ac:spMk id="201" creationId="{D74A210A-0A0C-FB68-E156-2CEFAFF8883D}"/>
          </ac:spMkLst>
        </pc:spChg>
        <pc:spChg chg="add mod">
          <ac:chgData name="Mukherjee, Shouvik" userId="8a0946e8-3a6b-4d5c-947d-73f4cd578335" providerId="ADAL" clId="{D75116DC-27F0-4E16-A913-163E65D3EEAA}" dt="2025-02-11T19:22:44.799" v="4388" actId="1036"/>
          <ac:spMkLst>
            <pc:docMk/>
            <pc:sldMk cId="731393111" sldId="2147347732"/>
            <ac:spMk id="202" creationId="{94EA81D4-4F80-F85C-360E-763AE7C09BA9}"/>
          </ac:spMkLst>
        </pc:spChg>
        <pc:spChg chg="add mod">
          <ac:chgData name="Mukherjee, Shouvik" userId="8a0946e8-3a6b-4d5c-947d-73f4cd578335" providerId="ADAL" clId="{D75116DC-27F0-4E16-A913-163E65D3EEAA}" dt="2025-02-11T19:22:44.799" v="4388" actId="1036"/>
          <ac:spMkLst>
            <pc:docMk/>
            <pc:sldMk cId="731393111" sldId="2147347732"/>
            <ac:spMk id="203" creationId="{3B2BB669-39D9-7384-532F-45EB7C2220FD}"/>
          </ac:spMkLst>
        </pc:spChg>
        <pc:spChg chg="add mod">
          <ac:chgData name="Mukherjee, Shouvik" userId="8a0946e8-3a6b-4d5c-947d-73f4cd578335" providerId="ADAL" clId="{D75116DC-27F0-4E16-A913-163E65D3EEAA}" dt="2025-02-11T19:22:44.799" v="4388" actId="1036"/>
          <ac:spMkLst>
            <pc:docMk/>
            <pc:sldMk cId="731393111" sldId="2147347732"/>
            <ac:spMk id="204" creationId="{68721989-13CA-2FDF-FCEC-F3BE69125858}"/>
          </ac:spMkLst>
        </pc:spChg>
        <pc:spChg chg="add mod">
          <ac:chgData name="Mukherjee, Shouvik" userId="8a0946e8-3a6b-4d5c-947d-73f4cd578335" providerId="ADAL" clId="{D75116DC-27F0-4E16-A913-163E65D3EEAA}" dt="2025-02-11T19:22:44.799" v="4388" actId="1036"/>
          <ac:spMkLst>
            <pc:docMk/>
            <pc:sldMk cId="731393111" sldId="2147347732"/>
            <ac:spMk id="205" creationId="{83AA3A01-2DE9-4923-AA6D-48A1470F626A}"/>
          </ac:spMkLst>
        </pc:spChg>
        <pc:spChg chg="add mod">
          <ac:chgData name="Mukherjee, Shouvik" userId="8a0946e8-3a6b-4d5c-947d-73f4cd578335" providerId="ADAL" clId="{D75116DC-27F0-4E16-A913-163E65D3EEAA}" dt="2025-02-11T19:22:44.799" v="4388" actId="1036"/>
          <ac:spMkLst>
            <pc:docMk/>
            <pc:sldMk cId="731393111" sldId="2147347732"/>
            <ac:spMk id="208" creationId="{29EAF9D0-F7A6-E9C1-7F1C-3ED19AE8B7CD}"/>
          </ac:spMkLst>
        </pc:spChg>
        <pc:spChg chg="add mod">
          <ac:chgData name="Mukherjee, Shouvik" userId="8a0946e8-3a6b-4d5c-947d-73f4cd578335" providerId="ADAL" clId="{D75116DC-27F0-4E16-A913-163E65D3EEAA}" dt="2025-02-11T19:22:44.799" v="4388" actId="1036"/>
          <ac:spMkLst>
            <pc:docMk/>
            <pc:sldMk cId="731393111" sldId="2147347732"/>
            <ac:spMk id="209" creationId="{4A2C7675-5DC9-562E-2956-73EB3C1FDF42}"/>
          </ac:spMkLst>
        </pc:spChg>
        <pc:spChg chg="add mod">
          <ac:chgData name="Mukherjee, Shouvik" userId="8a0946e8-3a6b-4d5c-947d-73f4cd578335" providerId="ADAL" clId="{D75116DC-27F0-4E16-A913-163E65D3EEAA}" dt="2025-02-11T19:22:44.799" v="4388" actId="1036"/>
          <ac:spMkLst>
            <pc:docMk/>
            <pc:sldMk cId="731393111" sldId="2147347732"/>
            <ac:spMk id="210" creationId="{74624882-967E-DC76-775F-1196AB28F370}"/>
          </ac:spMkLst>
        </pc:spChg>
        <pc:spChg chg="add mod">
          <ac:chgData name="Mukherjee, Shouvik" userId="8a0946e8-3a6b-4d5c-947d-73f4cd578335" providerId="ADAL" clId="{D75116DC-27F0-4E16-A913-163E65D3EEAA}" dt="2025-02-13T10:25:15.211" v="5597" actId="20577"/>
          <ac:spMkLst>
            <pc:docMk/>
            <pc:sldMk cId="731393111" sldId="2147347732"/>
            <ac:spMk id="211" creationId="{3577F5E3-8942-DD00-A5B7-7406D87335CD}"/>
          </ac:spMkLst>
        </pc:spChg>
        <pc:spChg chg="add mod">
          <ac:chgData name="Mukherjee, Shouvik" userId="8a0946e8-3a6b-4d5c-947d-73f4cd578335" providerId="ADAL" clId="{D75116DC-27F0-4E16-A913-163E65D3EEAA}" dt="2025-02-11T19:22:44.799" v="4388" actId="1036"/>
          <ac:spMkLst>
            <pc:docMk/>
            <pc:sldMk cId="731393111" sldId="2147347732"/>
            <ac:spMk id="213" creationId="{A3E7A65A-0657-6D35-7487-6BD57A56D37A}"/>
          </ac:spMkLst>
        </pc:spChg>
        <pc:spChg chg="add mod">
          <ac:chgData name="Mukherjee, Shouvik" userId="8a0946e8-3a6b-4d5c-947d-73f4cd578335" providerId="ADAL" clId="{D75116DC-27F0-4E16-A913-163E65D3EEAA}" dt="2025-02-11T19:22:44.799" v="4388" actId="1036"/>
          <ac:spMkLst>
            <pc:docMk/>
            <pc:sldMk cId="731393111" sldId="2147347732"/>
            <ac:spMk id="214" creationId="{F294E6A9-F93A-1F17-EA13-5EAF97A78F91}"/>
          </ac:spMkLst>
        </pc:spChg>
        <pc:spChg chg="add mod">
          <ac:chgData name="Mukherjee, Shouvik" userId="8a0946e8-3a6b-4d5c-947d-73f4cd578335" providerId="ADAL" clId="{D75116DC-27F0-4E16-A913-163E65D3EEAA}" dt="2025-02-11T19:22:44.799" v="4388" actId="1036"/>
          <ac:spMkLst>
            <pc:docMk/>
            <pc:sldMk cId="731393111" sldId="2147347732"/>
            <ac:spMk id="215" creationId="{96E3CDFD-4FF3-5101-8307-1BC430C02887}"/>
          </ac:spMkLst>
        </pc:spChg>
        <pc:spChg chg="add mod">
          <ac:chgData name="Mukherjee, Shouvik" userId="8a0946e8-3a6b-4d5c-947d-73f4cd578335" providerId="ADAL" clId="{D75116DC-27F0-4E16-A913-163E65D3EEAA}" dt="2025-02-13T10:25:19.380" v="5599" actId="20577"/>
          <ac:spMkLst>
            <pc:docMk/>
            <pc:sldMk cId="731393111" sldId="2147347732"/>
            <ac:spMk id="216" creationId="{F3C4FE0A-745D-2A79-E0A5-7CF2DF4016E3}"/>
          </ac:spMkLst>
        </pc:spChg>
        <pc:spChg chg="add mod">
          <ac:chgData name="Mukherjee, Shouvik" userId="8a0946e8-3a6b-4d5c-947d-73f4cd578335" providerId="ADAL" clId="{D75116DC-27F0-4E16-A913-163E65D3EEAA}" dt="2025-02-13T10:24:23.884" v="5576" actId="1076"/>
          <ac:spMkLst>
            <pc:docMk/>
            <pc:sldMk cId="731393111" sldId="2147347732"/>
            <ac:spMk id="217" creationId="{7E2B808C-B1E2-41D5-5A05-E10D1AA7EA80}"/>
          </ac:spMkLst>
        </pc:spChg>
        <pc:spChg chg="add mod ord">
          <ac:chgData name="Mukherjee, Shouvik" userId="8a0946e8-3a6b-4d5c-947d-73f4cd578335" providerId="ADAL" clId="{D75116DC-27F0-4E16-A913-163E65D3EEAA}" dt="2025-02-13T10:24:42.790" v="5588" actId="1035"/>
          <ac:spMkLst>
            <pc:docMk/>
            <pc:sldMk cId="731393111" sldId="2147347732"/>
            <ac:spMk id="218" creationId="{BF3133C6-36B8-E3EE-3B79-E6D72E0C3CEC}"/>
          </ac:spMkLst>
        </pc:spChg>
        <pc:spChg chg="add mod">
          <ac:chgData name="Mukherjee, Shouvik" userId="8a0946e8-3a6b-4d5c-947d-73f4cd578335" providerId="ADAL" clId="{D75116DC-27F0-4E16-A913-163E65D3EEAA}" dt="2025-02-11T19:22:44.799" v="4388" actId="1036"/>
          <ac:spMkLst>
            <pc:docMk/>
            <pc:sldMk cId="731393111" sldId="2147347732"/>
            <ac:spMk id="219" creationId="{395C5B8A-D89C-B739-DC5A-14FEC9B5A926}"/>
          </ac:spMkLst>
        </pc:spChg>
        <pc:spChg chg="add mod">
          <ac:chgData name="Mukherjee, Shouvik" userId="8a0946e8-3a6b-4d5c-947d-73f4cd578335" providerId="ADAL" clId="{D75116DC-27F0-4E16-A913-163E65D3EEAA}" dt="2025-02-11T19:22:44.799" v="4388" actId="1036"/>
          <ac:spMkLst>
            <pc:docMk/>
            <pc:sldMk cId="731393111" sldId="2147347732"/>
            <ac:spMk id="220" creationId="{F92A6EA1-23DE-9352-5D29-E997734CDEA6}"/>
          </ac:spMkLst>
        </pc:spChg>
        <pc:spChg chg="add mod ord">
          <ac:chgData name="Mukherjee, Shouvik" userId="8a0946e8-3a6b-4d5c-947d-73f4cd578335" providerId="ADAL" clId="{D75116DC-27F0-4E16-A913-163E65D3EEAA}" dt="2025-02-13T10:21:42.459" v="5427" actId="1038"/>
          <ac:spMkLst>
            <pc:docMk/>
            <pc:sldMk cId="731393111" sldId="2147347732"/>
            <ac:spMk id="221" creationId="{A47E4688-B71A-7626-D8A5-50F4DDFCBB5C}"/>
          </ac:spMkLst>
        </pc:spChg>
        <pc:spChg chg="add mod">
          <ac:chgData name="Mukherjee, Shouvik" userId="8a0946e8-3a6b-4d5c-947d-73f4cd578335" providerId="ADAL" clId="{D75116DC-27F0-4E16-A913-163E65D3EEAA}" dt="2025-02-11T19:22:44.799" v="4388" actId="1036"/>
          <ac:spMkLst>
            <pc:docMk/>
            <pc:sldMk cId="731393111" sldId="2147347732"/>
            <ac:spMk id="222" creationId="{2A0C141C-B024-FC2E-BD2C-6376755D90A2}"/>
          </ac:spMkLst>
        </pc:spChg>
        <pc:spChg chg="add mod">
          <ac:chgData name="Mukherjee, Shouvik" userId="8a0946e8-3a6b-4d5c-947d-73f4cd578335" providerId="ADAL" clId="{D75116DC-27F0-4E16-A913-163E65D3EEAA}" dt="2025-02-11T19:22:44.799" v="4388" actId="1036"/>
          <ac:spMkLst>
            <pc:docMk/>
            <pc:sldMk cId="731393111" sldId="2147347732"/>
            <ac:spMk id="224" creationId="{671C4749-9357-94FD-87AC-545A57543B96}"/>
          </ac:spMkLst>
        </pc:spChg>
        <pc:spChg chg="add mod">
          <ac:chgData name="Mukherjee, Shouvik" userId="8a0946e8-3a6b-4d5c-947d-73f4cd578335" providerId="ADAL" clId="{D75116DC-27F0-4E16-A913-163E65D3EEAA}" dt="2025-02-11T19:22:44.799" v="4388" actId="1036"/>
          <ac:spMkLst>
            <pc:docMk/>
            <pc:sldMk cId="731393111" sldId="2147347732"/>
            <ac:spMk id="225" creationId="{C78CFCCD-C746-54DD-04A3-67086BD88C02}"/>
          </ac:spMkLst>
        </pc:spChg>
        <pc:spChg chg="add mod">
          <ac:chgData name="Mukherjee, Shouvik" userId="8a0946e8-3a6b-4d5c-947d-73f4cd578335" providerId="ADAL" clId="{D75116DC-27F0-4E16-A913-163E65D3EEAA}" dt="2025-02-11T19:22:44.799" v="4388" actId="1036"/>
          <ac:spMkLst>
            <pc:docMk/>
            <pc:sldMk cId="731393111" sldId="2147347732"/>
            <ac:spMk id="226" creationId="{1E4D4DDF-FA18-BF01-0A69-57A5F1578573}"/>
          </ac:spMkLst>
        </pc:spChg>
        <pc:spChg chg="add mod">
          <ac:chgData name="Mukherjee, Shouvik" userId="8a0946e8-3a6b-4d5c-947d-73f4cd578335" providerId="ADAL" clId="{D75116DC-27F0-4E16-A913-163E65D3EEAA}" dt="2025-02-11T19:22:44.799" v="4388" actId="1036"/>
          <ac:spMkLst>
            <pc:docMk/>
            <pc:sldMk cId="731393111" sldId="2147347732"/>
            <ac:spMk id="227" creationId="{FF87D4DF-3D51-3E02-01F3-D84FB986B5D8}"/>
          </ac:spMkLst>
        </pc:spChg>
        <pc:spChg chg="add mod">
          <ac:chgData name="Mukherjee, Shouvik" userId="8a0946e8-3a6b-4d5c-947d-73f4cd578335" providerId="ADAL" clId="{D75116DC-27F0-4E16-A913-163E65D3EEAA}" dt="2025-02-11T19:22:44.799" v="4388" actId="1036"/>
          <ac:spMkLst>
            <pc:docMk/>
            <pc:sldMk cId="731393111" sldId="2147347732"/>
            <ac:spMk id="228" creationId="{92C5A343-77F1-C7D4-44BD-E6D304EB18F2}"/>
          </ac:spMkLst>
        </pc:spChg>
        <pc:spChg chg="add mod">
          <ac:chgData name="Mukherjee, Shouvik" userId="8a0946e8-3a6b-4d5c-947d-73f4cd578335" providerId="ADAL" clId="{D75116DC-27F0-4E16-A913-163E65D3EEAA}" dt="2025-02-11T19:22:44.799" v="4388" actId="1036"/>
          <ac:spMkLst>
            <pc:docMk/>
            <pc:sldMk cId="731393111" sldId="2147347732"/>
            <ac:spMk id="229" creationId="{C743424C-5875-C64E-F09F-7209538E8C3A}"/>
          </ac:spMkLst>
        </pc:spChg>
        <pc:spChg chg="add mod">
          <ac:chgData name="Mukherjee, Shouvik" userId="8a0946e8-3a6b-4d5c-947d-73f4cd578335" providerId="ADAL" clId="{D75116DC-27F0-4E16-A913-163E65D3EEAA}" dt="2025-02-11T19:22:44.799" v="4388" actId="1036"/>
          <ac:spMkLst>
            <pc:docMk/>
            <pc:sldMk cId="731393111" sldId="2147347732"/>
            <ac:spMk id="230" creationId="{6D33ED2F-03DE-4471-C498-408DC3F8EE85}"/>
          </ac:spMkLst>
        </pc:spChg>
        <pc:spChg chg="add mod">
          <ac:chgData name="Mukherjee, Shouvik" userId="8a0946e8-3a6b-4d5c-947d-73f4cd578335" providerId="ADAL" clId="{D75116DC-27F0-4E16-A913-163E65D3EEAA}" dt="2025-02-11T19:22:44.799" v="4388" actId="1036"/>
          <ac:spMkLst>
            <pc:docMk/>
            <pc:sldMk cId="731393111" sldId="2147347732"/>
            <ac:spMk id="231" creationId="{DB216E29-1C9A-F41B-930D-93B147D9A616}"/>
          </ac:spMkLst>
        </pc:spChg>
        <pc:spChg chg="add mod">
          <ac:chgData name="Mukherjee, Shouvik" userId="8a0946e8-3a6b-4d5c-947d-73f4cd578335" providerId="ADAL" clId="{D75116DC-27F0-4E16-A913-163E65D3EEAA}" dt="2025-02-13T10:25:43.539" v="5610" actId="20577"/>
          <ac:spMkLst>
            <pc:docMk/>
            <pc:sldMk cId="731393111" sldId="2147347732"/>
            <ac:spMk id="233" creationId="{5FAEEB24-03E8-B26A-13F0-AC2BE2E5ED6B}"/>
          </ac:spMkLst>
        </pc:spChg>
        <pc:spChg chg="add mod">
          <ac:chgData name="Mukherjee, Shouvik" userId="8a0946e8-3a6b-4d5c-947d-73f4cd578335" providerId="ADAL" clId="{D75116DC-27F0-4E16-A913-163E65D3EEAA}" dt="2025-02-11T19:22:44.799" v="4388" actId="1036"/>
          <ac:spMkLst>
            <pc:docMk/>
            <pc:sldMk cId="731393111" sldId="2147347732"/>
            <ac:spMk id="234" creationId="{A8F11DA3-46D6-C6DD-A7FE-A5E9DC0303BA}"/>
          </ac:spMkLst>
        </pc:spChg>
        <pc:spChg chg="add mod">
          <ac:chgData name="Mukherjee, Shouvik" userId="8a0946e8-3a6b-4d5c-947d-73f4cd578335" providerId="ADAL" clId="{D75116DC-27F0-4E16-A913-163E65D3EEAA}" dt="2025-02-13T10:23:16.555" v="5529" actId="1035"/>
          <ac:spMkLst>
            <pc:docMk/>
            <pc:sldMk cId="731393111" sldId="2147347732"/>
            <ac:spMk id="235" creationId="{A7C1AC9E-F2CD-7E0B-6B82-D62378E0EC1A}"/>
          </ac:spMkLst>
        </pc:spChg>
        <pc:spChg chg="add mod">
          <ac:chgData name="Mukherjee, Shouvik" userId="8a0946e8-3a6b-4d5c-947d-73f4cd578335" providerId="ADAL" clId="{D75116DC-27F0-4E16-A913-163E65D3EEAA}" dt="2025-02-11T19:22:44.799" v="4388" actId="1036"/>
          <ac:spMkLst>
            <pc:docMk/>
            <pc:sldMk cId="731393111" sldId="2147347732"/>
            <ac:spMk id="236" creationId="{E4616193-1160-D383-C0B4-1F370FDBC9D6}"/>
          </ac:spMkLst>
        </pc:spChg>
        <pc:grpChg chg="del">
          <ac:chgData name="Mukherjee, Shouvik" userId="8a0946e8-3a6b-4d5c-947d-73f4cd578335" providerId="ADAL" clId="{D75116DC-27F0-4E16-A913-163E65D3EEAA}" dt="2025-02-11T19:22:05.280" v="4351" actId="478"/>
          <ac:grpSpMkLst>
            <pc:docMk/>
            <pc:sldMk cId="731393111" sldId="2147347732"/>
            <ac:grpSpMk id="27" creationId="{7BBA126C-CFC4-4CE6-7775-7DA80092C2B9}"/>
          </ac:grpSpMkLst>
        </pc:grpChg>
        <pc:grpChg chg="del">
          <ac:chgData name="Mukherjee, Shouvik" userId="8a0946e8-3a6b-4d5c-947d-73f4cd578335" providerId="ADAL" clId="{D75116DC-27F0-4E16-A913-163E65D3EEAA}" dt="2025-02-11T19:22:04.192" v="4350" actId="478"/>
          <ac:grpSpMkLst>
            <pc:docMk/>
            <pc:sldMk cId="731393111" sldId="2147347732"/>
            <ac:grpSpMk id="30" creationId="{FE010355-F1C8-B3D9-80D1-37C2E60F2B7A}"/>
          </ac:grpSpMkLst>
        </pc:grpChg>
        <pc:grpChg chg="del">
          <ac:chgData name="Mukherjee, Shouvik" userId="8a0946e8-3a6b-4d5c-947d-73f4cd578335" providerId="ADAL" clId="{D75116DC-27F0-4E16-A913-163E65D3EEAA}" dt="2025-02-11T19:22:04.192" v="4350" actId="478"/>
          <ac:grpSpMkLst>
            <pc:docMk/>
            <pc:sldMk cId="731393111" sldId="2147347732"/>
            <ac:grpSpMk id="35" creationId="{5F44FFB2-5F92-F564-692A-EC6EFF5D9C60}"/>
          </ac:grpSpMkLst>
        </pc:grpChg>
        <pc:grpChg chg="del">
          <ac:chgData name="Mukherjee, Shouvik" userId="8a0946e8-3a6b-4d5c-947d-73f4cd578335" providerId="ADAL" clId="{D75116DC-27F0-4E16-A913-163E65D3EEAA}" dt="2025-02-11T19:22:04.192" v="4350" actId="478"/>
          <ac:grpSpMkLst>
            <pc:docMk/>
            <pc:sldMk cId="731393111" sldId="2147347732"/>
            <ac:grpSpMk id="39" creationId="{11F53ED1-0BFF-72C3-1F00-5574568D046E}"/>
          </ac:grpSpMkLst>
        </pc:grpChg>
        <pc:grpChg chg="del">
          <ac:chgData name="Mukherjee, Shouvik" userId="8a0946e8-3a6b-4d5c-947d-73f4cd578335" providerId="ADAL" clId="{D75116DC-27F0-4E16-A913-163E65D3EEAA}" dt="2025-02-11T19:22:04.192" v="4350" actId="478"/>
          <ac:grpSpMkLst>
            <pc:docMk/>
            <pc:sldMk cId="731393111" sldId="2147347732"/>
            <ac:grpSpMk id="44" creationId="{98CAB5E3-DA77-64FD-53FE-EC7EC121DB6D}"/>
          </ac:grpSpMkLst>
        </pc:grpChg>
        <pc:grpChg chg="del">
          <ac:chgData name="Mukherjee, Shouvik" userId="8a0946e8-3a6b-4d5c-947d-73f4cd578335" providerId="ADAL" clId="{D75116DC-27F0-4E16-A913-163E65D3EEAA}" dt="2025-02-11T19:22:04.192" v="4350" actId="478"/>
          <ac:grpSpMkLst>
            <pc:docMk/>
            <pc:sldMk cId="731393111" sldId="2147347732"/>
            <ac:grpSpMk id="68" creationId="{D2DB481A-6164-6E45-703E-C63A69FEED99}"/>
          </ac:grpSpMkLst>
        </pc:grpChg>
        <pc:grpChg chg="del">
          <ac:chgData name="Mukherjee, Shouvik" userId="8a0946e8-3a6b-4d5c-947d-73f4cd578335" providerId="ADAL" clId="{D75116DC-27F0-4E16-A913-163E65D3EEAA}" dt="2025-02-11T19:22:04.192" v="4350" actId="478"/>
          <ac:grpSpMkLst>
            <pc:docMk/>
            <pc:sldMk cId="731393111" sldId="2147347732"/>
            <ac:grpSpMk id="74" creationId="{BAFDCEC1-E164-B542-4AB5-F666E97B3BBB}"/>
          </ac:grpSpMkLst>
        </pc:grpChg>
        <pc:grpChg chg="del">
          <ac:chgData name="Mukherjee, Shouvik" userId="8a0946e8-3a6b-4d5c-947d-73f4cd578335" providerId="ADAL" clId="{D75116DC-27F0-4E16-A913-163E65D3EEAA}" dt="2025-02-11T19:22:04.192" v="4350" actId="478"/>
          <ac:grpSpMkLst>
            <pc:docMk/>
            <pc:sldMk cId="731393111" sldId="2147347732"/>
            <ac:grpSpMk id="77" creationId="{D55F45C7-B0E1-173B-33B8-50957F839984}"/>
          </ac:grpSpMkLst>
        </pc:grpChg>
        <pc:grpChg chg="del">
          <ac:chgData name="Mukherjee, Shouvik" userId="8a0946e8-3a6b-4d5c-947d-73f4cd578335" providerId="ADAL" clId="{D75116DC-27F0-4E16-A913-163E65D3EEAA}" dt="2025-02-11T19:22:04.192" v="4350" actId="478"/>
          <ac:grpSpMkLst>
            <pc:docMk/>
            <pc:sldMk cId="731393111" sldId="2147347732"/>
            <ac:grpSpMk id="80" creationId="{404EF510-C3C0-A8F8-BFAB-72A8202D66FF}"/>
          </ac:grpSpMkLst>
        </pc:grpChg>
        <pc:grpChg chg="del">
          <ac:chgData name="Mukherjee, Shouvik" userId="8a0946e8-3a6b-4d5c-947d-73f4cd578335" providerId="ADAL" clId="{D75116DC-27F0-4E16-A913-163E65D3EEAA}" dt="2025-02-11T19:22:04.192" v="4350" actId="478"/>
          <ac:grpSpMkLst>
            <pc:docMk/>
            <pc:sldMk cId="731393111" sldId="2147347732"/>
            <ac:grpSpMk id="95" creationId="{18ED44B8-1CCF-C4B1-D518-5860D1AD1B69}"/>
          </ac:grpSpMkLst>
        </pc:grpChg>
        <pc:grpChg chg="del">
          <ac:chgData name="Mukherjee, Shouvik" userId="8a0946e8-3a6b-4d5c-947d-73f4cd578335" providerId="ADAL" clId="{D75116DC-27F0-4E16-A913-163E65D3EEAA}" dt="2025-02-11T19:22:04.192" v="4350" actId="478"/>
          <ac:grpSpMkLst>
            <pc:docMk/>
            <pc:sldMk cId="731393111" sldId="2147347732"/>
            <ac:grpSpMk id="101" creationId="{D90EB091-21D0-0F39-A9BA-73A3A310DCF5}"/>
          </ac:grpSpMkLst>
        </pc:grpChg>
        <pc:grpChg chg="del">
          <ac:chgData name="Mukherjee, Shouvik" userId="8a0946e8-3a6b-4d5c-947d-73f4cd578335" providerId="ADAL" clId="{D75116DC-27F0-4E16-A913-163E65D3EEAA}" dt="2025-02-11T19:22:04.192" v="4350" actId="478"/>
          <ac:grpSpMkLst>
            <pc:docMk/>
            <pc:sldMk cId="731393111" sldId="2147347732"/>
            <ac:grpSpMk id="107" creationId="{4001C68E-1592-6D9B-9EB4-AF02D8490648}"/>
          </ac:grpSpMkLst>
        </pc:grpChg>
        <pc:grpChg chg="del">
          <ac:chgData name="Mukherjee, Shouvik" userId="8a0946e8-3a6b-4d5c-947d-73f4cd578335" providerId="ADAL" clId="{D75116DC-27F0-4E16-A913-163E65D3EEAA}" dt="2025-02-11T19:22:04.192" v="4350" actId="478"/>
          <ac:grpSpMkLst>
            <pc:docMk/>
            <pc:sldMk cId="731393111" sldId="2147347732"/>
            <ac:grpSpMk id="115" creationId="{B9E16428-4B6A-D162-D906-6F22B3ED395A}"/>
          </ac:grpSpMkLst>
        </pc:grpChg>
        <pc:grpChg chg="del">
          <ac:chgData name="Mukherjee, Shouvik" userId="8a0946e8-3a6b-4d5c-947d-73f4cd578335" providerId="ADAL" clId="{D75116DC-27F0-4E16-A913-163E65D3EEAA}" dt="2025-02-11T19:22:04.192" v="4350" actId="478"/>
          <ac:grpSpMkLst>
            <pc:docMk/>
            <pc:sldMk cId="731393111" sldId="2147347732"/>
            <ac:grpSpMk id="126" creationId="{3C70ACD2-E61C-4E72-DFFA-835FDA06E207}"/>
          </ac:grpSpMkLst>
        </pc:grpChg>
        <pc:grpChg chg="del">
          <ac:chgData name="Mukherjee, Shouvik" userId="8a0946e8-3a6b-4d5c-947d-73f4cd578335" providerId="ADAL" clId="{D75116DC-27F0-4E16-A913-163E65D3EEAA}" dt="2025-02-11T19:22:04.192" v="4350" actId="478"/>
          <ac:grpSpMkLst>
            <pc:docMk/>
            <pc:sldMk cId="731393111" sldId="2147347732"/>
            <ac:grpSpMk id="133" creationId="{E3C04A2E-8D67-0C09-6FDB-BBD69DB6BE57}"/>
          </ac:grpSpMkLst>
        </pc:grpChg>
        <pc:graphicFrameChg chg="add mod">
          <ac:chgData name="Mukherjee, Shouvik" userId="8a0946e8-3a6b-4d5c-947d-73f4cd578335" providerId="ADAL" clId="{D75116DC-27F0-4E16-A913-163E65D3EEAA}" dt="2025-02-11T19:22:12.799" v="4352"/>
          <ac:graphicFrameMkLst>
            <pc:docMk/>
            <pc:sldMk cId="731393111" sldId="2147347732"/>
            <ac:graphicFrameMk id="48" creationId="{CCE9E1A8-0902-ED06-BF94-14E76FAF5ED0}"/>
          </ac:graphicFrameMkLst>
        </pc:graphicFrameChg>
        <pc:graphicFrameChg chg="add mod">
          <ac:chgData name="Mukherjee, Shouvik" userId="8a0946e8-3a6b-4d5c-947d-73f4cd578335" providerId="ADAL" clId="{D75116DC-27F0-4E16-A913-163E65D3EEAA}" dt="2025-02-11T19:22:12.799" v="4352"/>
          <ac:graphicFrameMkLst>
            <pc:docMk/>
            <pc:sldMk cId="731393111" sldId="2147347732"/>
            <ac:graphicFrameMk id="49" creationId="{8F9BDDD7-49DF-61BA-3399-F533FA3E033E}"/>
          </ac:graphicFrameMkLst>
        </pc:graphicFrameChg>
        <pc:graphicFrameChg chg="add mod">
          <ac:chgData name="Mukherjee, Shouvik" userId="8a0946e8-3a6b-4d5c-947d-73f4cd578335" providerId="ADAL" clId="{D75116DC-27F0-4E16-A913-163E65D3EEAA}" dt="2025-02-11T19:22:12.799" v="4352"/>
          <ac:graphicFrameMkLst>
            <pc:docMk/>
            <pc:sldMk cId="731393111" sldId="2147347732"/>
            <ac:graphicFrameMk id="50" creationId="{56922240-D95A-76B7-D9DB-26F6656F5E61}"/>
          </ac:graphicFrameMkLst>
        </pc:graphicFrameChg>
        <pc:graphicFrameChg chg="add mod">
          <ac:chgData name="Mukherjee, Shouvik" userId="8a0946e8-3a6b-4d5c-947d-73f4cd578335" providerId="ADAL" clId="{D75116DC-27F0-4E16-A913-163E65D3EEAA}" dt="2025-02-11T19:22:12.799" v="4352"/>
          <ac:graphicFrameMkLst>
            <pc:docMk/>
            <pc:sldMk cId="731393111" sldId="2147347732"/>
            <ac:graphicFrameMk id="51" creationId="{5CDC340D-9223-52B3-2F39-BD83BA49C894}"/>
          </ac:graphicFrameMkLst>
        </pc:graphicFrameChg>
        <pc:graphicFrameChg chg="add mod">
          <ac:chgData name="Mukherjee, Shouvik" userId="8a0946e8-3a6b-4d5c-947d-73f4cd578335" providerId="ADAL" clId="{D75116DC-27F0-4E16-A913-163E65D3EEAA}" dt="2025-02-11T19:22:44.799" v="4388" actId="1036"/>
          <ac:graphicFrameMkLst>
            <pc:docMk/>
            <pc:sldMk cId="731393111" sldId="2147347732"/>
            <ac:graphicFrameMk id="197" creationId="{CEACD13E-9212-9F03-D8B6-5C48696669BA}"/>
          </ac:graphicFrameMkLst>
        </pc:graphicFrameChg>
        <pc:graphicFrameChg chg="add mod">
          <ac:chgData name="Mukherjee, Shouvik" userId="8a0946e8-3a6b-4d5c-947d-73f4cd578335" providerId="ADAL" clId="{D75116DC-27F0-4E16-A913-163E65D3EEAA}" dt="2025-02-11T19:22:44.799" v="4388" actId="1036"/>
          <ac:graphicFrameMkLst>
            <pc:docMk/>
            <pc:sldMk cId="731393111" sldId="2147347732"/>
            <ac:graphicFrameMk id="198" creationId="{A5AB30A2-152D-EC0B-907B-D26815BE3B6D}"/>
          </ac:graphicFrameMkLst>
        </pc:graphicFrameChg>
        <pc:graphicFrameChg chg="add mod">
          <ac:chgData name="Mukherjee, Shouvik" userId="8a0946e8-3a6b-4d5c-947d-73f4cd578335" providerId="ADAL" clId="{D75116DC-27F0-4E16-A913-163E65D3EEAA}" dt="2025-02-11T19:22:44.799" v="4388" actId="1036"/>
          <ac:graphicFrameMkLst>
            <pc:docMk/>
            <pc:sldMk cId="731393111" sldId="2147347732"/>
            <ac:graphicFrameMk id="199" creationId="{711EACF1-C813-1F85-D58A-3FE907C52361}"/>
          </ac:graphicFrameMkLst>
        </pc:graphicFrameChg>
        <pc:graphicFrameChg chg="add mod">
          <ac:chgData name="Mukherjee, Shouvik" userId="8a0946e8-3a6b-4d5c-947d-73f4cd578335" providerId="ADAL" clId="{D75116DC-27F0-4E16-A913-163E65D3EEAA}" dt="2025-02-11T19:22:44.799" v="4388" actId="1036"/>
          <ac:graphicFrameMkLst>
            <pc:docMk/>
            <pc:sldMk cId="731393111" sldId="2147347732"/>
            <ac:graphicFrameMk id="200" creationId="{9CC9BE90-CE30-CB6F-1E97-24E52D939DF2}"/>
          </ac:graphicFrameMkLst>
        </pc:graphicFrameChg>
        <pc:cxnChg chg="add mod">
          <ac:chgData name="Mukherjee, Shouvik" userId="8a0946e8-3a6b-4d5c-947d-73f4cd578335" providerId="ADAL" clId="{D75116DC-27F0-4E16-A913-163E65D3EEAA}" dt="2025-02-11T19:22:12.799" v="4352"/>
          <ac:cxnSpMkLst>
            <pc:docMk/>
            <pc:sldMk cId="731393111" sldId="2147347732"/>
            <ac:cxnSpMk id="3" creationId="{1DC2D412-CCC4-F43B-70F6-CB4E4610E42A}"/>
          </ac:cxnSpMkLst>
        </pc:cxnChg>
        <pc:cxnChg chg="add mod">
          <ac:chgData name="Mukherjee, Shouvik" userId="8a0946e8-3a6b-4d5c-947d-73f4cd578335" providerId="ADAL" clId="{D75116DC-27F0-4E16-A913-163E65D3EEAA}" dt="2025-02-11T19:22:12.799" v="4352"/>
          <ac:cxnSpMkLst>
            <pc:docMk/>
            <pc:sldMk cId="731393111" sldId="2147347732"/>
            <ac:cxnSpMk id="4" creationId="{7B3E58B6-A91F-FFFD-042F-70BFC08AE80C}"/>
          </ac:cxnSpMkLst>
        </pc:cxnChg>
        <pc:cxnChg chg="add mod">
          <ac:chgData name="Mukherjee, Shouvik" userId="8a0946e8-3a6b-4d5c-947d-73f4cd578335" providerId="ADAL" clId="{D75116DC-27F0-4E16-A913-163E65D3EEAA}" dt="2025-02-11T19:22:12.799" v="4352"/>
          <ac:cxnSpMkLst>
            <pc:docMk/>
            <pc:sldMk cId="731393111" sldId="2147347732"/>
            <ac:cxnSpMk id="5" creationId="{47C70CF6-64B6-F194-5E5A-77E19C28ACEC}"/>
          </ac:cxnSpMkLst>
        </pc:cxnChg>
        <pc:cxnChg chg="add mod">
          <ac:chgData name="Mukherjee, Shouvik" userId="8a0946e8-3a6b-4d5c-947d-73f4cd578335" providerId="ADAL" clId="{D75116DC-27F0-4E16-A913-163E65D3EEAA}" dt="2025-02-11T19:22:12.799" v="4352"/>
          <ac:cxnSpMkLst>
            <pc:docMk/>
            <pc:sldMk cId="731393111" sldId="2147347732"/>
            <ac:cxnSpMk id="7" creationId="{B226C8D5-9899-9857-968E-A9F48981BC30}"/>
          </ac:cxnSpMkLst>
        </pc:cxnChg>
        <pc:cxnChg chg="add mod">
          <ac:chgData name="Mukherjee, Shouvik" userId="8a0946e8-3a6b-4d5c-947d-73f4cd578335" providerId="ADAL" clId="{D75116DC-27F0-4E16-A913-163E65D3EEAA}" dt="2025-02-13T10:24:50.544" v="5589" actId="14100"/>
          <ac:cxnSpMkLst>
            <pc:docMk/>
            <pc:sldMk cId="731393111" sldId="2147347732"/>
            <ac:cxnSpMk id="8" creationId="{50A96B3F-FD35-E76F-DFF0-BCD5CFA1BFD6}"/>
          </ac:cxnSpMkLst>
        </pc:cxnChg>
        <pc:cxnChg chg="add mod">
          <ac:chgData name="Mukherjee, Shouvik" userId="8a0946e8-3a6b-4d5c-947d-73f4cd578335" providerId="ADAL" clId="{D75116DC-27F0-4E16-A913-163E65D3EEAA}" dt="2025-02-11T19:22:12.799" v="4352"/>
          <ac:cxnSpMkLst>
            <pc:docMk/>
            <pc:sldMk cId="731393111" sldId="2147347732"/>
            <ac:cxnSpMk id="8" creationId="{BC955156-59FB-80EE-9F76-7A7CF1DD6122}"/>
          </ac:cxnSpMkLst>
        </pc:cxnChg>
        <pc:cxnChg chg="add mod">
          <ac:chgData name="Mukherjee, Shouvik" userId="8a0946e8-3a6b-4d5c-947d-73f4cd578335" providerId="ADAL" clId="{D75116DC-27F0-4E16-A913-163E65D3EEAA}" dt="2025-02-11T19:22:12.799" v="4352"/>
          <ac:cxnSpMkLst>
            <pc:docMk/>
            <pc:sldMk cId="731393111" sldId="2147347732"/>
            <ac:cxnSpMk id="9" creationId="{43DAED84-7B8B-A3DE-7727-1A63FBFA3911}"/>
          </ac:cxnSpMkLst>
        </pc:cxnChg>
        <pc:cxnChg chg="add mod">
          <ac:chgData name="Mukherjee, Shouvik" userId="8a0946e8-3a6b-4d5c-947d-73f4cd578335" providerId="ADAL" clId="{D75116DC-27F0-4E16-A913-163E65D3EEAA}" dt="2025-02-11T19:22:12.799" v="4352"/>
          <ac:cxnSpMkLst>
            <pc:docMk/>
            <pc:sldMk cId="731393111" sldId="2147347732"/>
            <ac:cxnSpMk id="11" creationId="{4D872BBA-A677-D06F-6CB9-ABEDD9A47FE2}"/>
          </ac:cxnSpMkLst>
        </pc:cxnChg>
        <pc:cxnChg chg="add mod">
          <ac:chgData name="Mukherjee, Shouvik" userId="8a0946e8-3a6b-4d5c-947d-73f4cd578335" providerId="ADAL" clId="{D75116DC-27F0-4E16-A913-163E65D3EEAA}" dt="2025-02-11T19:22:12.799" v="4352"/>
          <ac:cxnSpMkLst>
            <pc:docMk/>
            <pc:sldMk cId="731393111" sldId="2147347732"/>
            <ac:cxnSpMk id="12" creationId="{2A5BC1C3-4F37-9D91-6BB2-37DD3E75EE36}"/>
          </ac:cxnSpMkLst>
        </pc:cxnChg>
        <pc:cxnChg chg="add mod">
          <ac:chgData name="Mukherjee, Shouvik" userId="8a0946e8-3a6b-4d5c-947d-73f4cd578335" providerId="ADAL" clId="{D75116DC-27F0-4E16-A913-163E65D3EEAA}" dt="2025-02-11T19:22:12.799" v="4352"/>
          <ac:cxnSpMkLst>
            <pc:docMk/>
            <pc:sldMk cId="731393111" sldId="2147347732"/>
            <ac:cxnSpMk id="13" creationId="{AB9938AF-2AC5-F970-C15B-05534C91E88C}"/>
          </ac:cxnSpMkLst>
        </pc:cxnChg>
        <pc:cxnChg chg="add mod">
          <ac:chgData name="Mukherjee, Shouvik" userId="8a0946e8-3a6b-4d5c-947d-73f4cd578335" providerId="ADAL" clId="{D75116DC-27F0-4E16-A913-163E65D3EEAA}" dt="2025-02-11T19:22:12.799" v="4352"/>
          <ac:cxnSpMkLst>
            <pc:docMk/>
            <pc:sldMk cId="731393111" sldId="2147347732"/>
            <ac:cxnSpMk id="14" creationId="{C6EFE49C-7EDD-CFC8-0112-BB974DF5CC8D}"/>
          </ac:cxnSpMkLst>
        </pc:cxnChg>
        <pc:cxnChg chg="add mod">
          <ac:chgData name="Mukherjee, Shouvik" userId="8a0946e8-3a6b-4d5c-947d-73f4cd578335" providerId="ADAL" clId="{D75116DC-27F0-4E16-A913-163E65D3EEAA}" dt="2025-02-11T19:22:12.799" v="4352"/>
          <ac:cxnSpMkLst>
            <pc:docMk/>
            <pc:sldMk cId="731393111" sldId="2147347732"/>
            <ac:cxnSpMk id="17" creationId="{604C3BDC-4C41-B19C-E70B-7FF0960009B4}"/>
          </ac:cxnSpMkLst>
        </pc:cxnChg>
        <pc:cxnChg chg="add mod">
          <ac:chgData name="Mukherjee, Shouvik" userId="8a0946e8-3a6b-4d5c-947d-73f4cd578335" providerId="ADAL" clId="{D75116DC-27F0-4E16-A913-163E65D3EEAA}" dt="2025-02-11T19:22:12.799" v="4352"/>
          <ac:cxnSpMkLst>
            <pc:docMk/>
            <pc:sldMk cId="731393111" sldId="2147347732"/>
            <ac:cxnSpMk id="20" creationId="{9770217F-DFE2-58A2-6E87-79EEE1C7708B}"/>
          </ac:cxnSpMkLst>
        </pc:cxnChg>
        <pc:cxnChg chg="add mod">
          <ac:chgData name="Mukherjee, Shouvik" userId="8a0946e8-3a6b-4d5c-947d-73f4cd578335" providerId="ADAL" clId="{D75116DC-27F0-4E16-A913-163E65D3EEAA}" dt="2025-02-11T19:22:12.799" v="4352"/>
          <ac:cxnSpMkLst>
            <pc:docMk/>
            <pc:sldMk cId="731393111" sldId="2147347732"/>
            <ac:cxnSpMk id="23" creationId="{59074674-61EA-9E71-8F35-6CBB5D58153B}"/>
          </ac:cxnSpMkLst>
        </pc:cxnChg>
        <pc:cxnChg chg="add mod">
          <ac:chgData name="Mukherjee, Shouvik" userId="8a0946e8-3a6b-4d5c-947d-73f4cd578335" providerId="ADAL" clId="{D75116DC-27F0-4E16-A913-163E65D3EEAA}" dt="2025-02-11T19:22:12.799" v="4352"/>
          <ac:cxnSpMkLst>
            <pc:docMk/>
            <pc:sldMk cId="731393111" sldId="2147347732"/>
            <ac:cxnSpMk id="24" creationId="{58975F4F-903E-ED59-B775-3E675FE3E29B}"/>
          </ac:cxnSpMkLst>
        </pc:cxnChg>
        <pc:cxnChg chg="del">
          <ac:chgData name="Mukherjee, Shouvik" userId="8a0946e8-3a6b-4d5c-947d-73f4cd578335" providerId="ADAL" clId="{D75116DC-27F0-4E16-A913-163E65D3EEAA}" dt="2025-02-11T19:22:04.192" v="4350" actId="478"/>
          <ac:cxnSpMkLst>
            <pc:docMk/>
            <pc:sldMk cId="731393111" sldId="2147347732"/>
            <ac:cxnSpMk id="53" creationId="{202218B1-E990-0928-DA16-AB0FFD5466D6}"/>
          </ac:cxnSpMkLst>
        </pc:cxnChg>
        <pc:cxnChg chg="del">
          <ac:chgData name="Mukherjee, Shouvik" userId="8a0946e8-3a6b-4d5c-947d-73f4cd578335" providerId="ADAL" clId="{D75116DC-27F0-4E16-A913-163E65D3EEAA}" dt="2025-02-11T19:22:04.192" v="4350" actId="478"/>
          <ac:cxnSpMkLst>
            <pc:docMk/>
            <pc:sldMk cId="731393111" sldId="2147347732"/>
            <ac:cxnSpMk id="54" creationId="{C8AAA7DC-4AD1-7D87-F51D-B35211C0097A}"/>
          </ac:cxnSpMkLst>
        </pc:cxnChg>
        <pc:cxnChg chg="del">
          <ac:chgData name="Mukherjee, Shouvik" userId="8a0946e8-3a6b-4d5c-947d-73f4cd578335" providerId="ADAL" clId="{D75116DC-27F0-4E16-A913-163E65D3EEAA}" dt="2025-02-11T19:22:04.192" v="4350" actId="478"/>
          <ac:cxnSpMkLst>
            <pc:docMk/>
            <pc:sldMk cId="731393111" sldId="2147347732"/>
            <ac:cxnSpMk id="55" creationId="{282278CB-590A-D597-6D72-55B355C402B8}"/>
          </ac:cxnSpMkLst>
        </pc:cxnChg>
        <pc:cxnChg chg="del">
          <ac:chgData name="Mukherjee, Shouvik" userId="8a0946e8-3a6b-4d5c-947d-73f4cd578335" providerId="ADAL" clId="{D75116DC-27F0-4E16-A913-163E65D3EEAA}" dt="2025-02-11T19:22:04.192" v="4350" actId="478"/>
          <ac:cxnSpMkLst>
            <pc:docMk/>
            <pc:sldMk cId="731393111" sldId="2147347732"/>
            <ac:cxnSpMk id="56" creationId="{A30F50C6-3487-54AC-202A-BC3C9B7E20FE}"/>
          </ac:cxnSpMkLst>
        </pc:cxnChg>
        <pc:cxnChg chg="add mod">
          <ac:chgData name="Mukherjee, Shouvik" userId="8a0946e8-3a6b-4d5c-947d-73f4cd578335" providerId="ADAL" clId="{D75116DC-27F0-4E16-A913-163E65D3EEAA}" dt="2025-02-11T19:22:12.799" v="4352"/>
          <ac:cxnSpMkLst>
            <pc:docMk/>
            <pc:sldMk cId="731393111" sldId="2147347732"/>
            <ac:cxnSpMk id="65" creationId="{1615BC34-E083-C272-D566-5AD5E32724E7}"/>
          </ac:cxnSpMkLst>
        </pc:cxnChg>
        <pc:cxnChg chg="add mod">
          <ac:chgData name="Mukherjee, Shouvik" userId="8a0946e8-3a6b-4d5c-947d-73f4cd578335" providerId="ADAL" clId="{D75116DC-27F0-4E16-A913-163E65D3EEAA}" dt="2025-02-11T19:22:12.799" v="4352"/>
          <ac:cxnSpMkLst>
            <pc:docMk/>
            <pc:sldMk cId="731393111" sldId="2147347732"/>
            <ac:cxnSpMk id="66" creationId="{D000F9E4-3027-A307-0714-F71C17954287}"/>
          </ac:cxnSpMkLst>
        </pc:cxnChg>
        <pc:cxnChg chg="add mod">
          <ac:chgData name="Mukherjee, Shouvik" userId="8a0946e8-3a6b-4d5c-947d-73f4cd578335" providerId="ADAL" clId="{D75116DC-27F0-4E16-A913-163E65D3EEAA}" dt="2025-02-11T19:22:12.799" v="4352"/>
          <ac:cxnSpMkLst>
            <pc:docMk/>
            <pc:sldMk cId="731393111" sldId="2147347732"/>
            <ac:cxnSpMk id="83" creationId="{B24DFD3E-209E-3272-01D4-482654E47955}"/>
          </ac:cxnSpMkLst>
        </pc:cxnChg>
        <pc:cxnChg chg="del">
          <ac:chgData name="Mukherjee, Shouvik" userId="8a0946e8-3a6b-4d5c-947d-73f4cd578335" providerId="ADAL" clId="{D75116DC-27F0-4E16-A913-163E65D3EEAA}" dt="2025-02-11T19:22:04.192" v="4350" actId="478"/>
          <ac:cxnSpMkLst>
            <pc:docMk/>
            <pc:sldMk cId="731393111" sldId="2147347732"/>
            <ac:cxnSpMk id="85" creationId="{468FBBF2-64C7-FA34-5B9C-46D6F8649DCD}"/>
          </ac:cxnSpMkLst>
        </pc:cxnChg>
        <pc:cxnChg chg="del">
          <ac:chgData name="Mukherjee, Shouvik" userId="8a0946e8-3a6b-4d5c-947d-73f4cd578335" providerId="ADAL" clId="{D75116DC-27F0-4E16-A913-163E65D3EEAA}" dt="2025-02-11T19:22:04.192" v="4350" actId="478"/>
          <ac:cxnSpMkLst>
            <pc:docMk/>
            <pc:sldMk cId="731393111" sldId="2147347732"/>
            <ac:cxnSpMk id="88" creationId="{5F3C793F-89EF-E275-4CF4-E0C3D8D2E21C}"/>
          </ac:cxnSpMkLst>
        </pc:cxnChg>
        <pc:cxnChg chg="del">
          <ac:chgData name="Mukherjee, Shouvik" userId="8a0946e8-3a6b-4d5c-947d-73f4cd578335" providerId="ADAL" clId="{D75116DC-27F0-4E16-A913-163E65D3EEAA}" dt="2025-02-11T19:22:04.192" v="4350" actId="478"/>
          <ac:cxnSpMkLst>
            <pc:docMk/>
            <pc:sldMk cId="731393111" sldId="2147347732"/>
            <ac:cxnSpMk id="90" creationId="{C5C35034-3AAF-E224-D159-B966AFEFED15}"/>
          </ac:cxnSpMkLst>
        </pc:cxnChg>
        <pc:cxnChg chg="del">
          <ac:chgData name="Mukherjee, Shouvik" userId="8a0946e8-3a6b-4d5c-947d-73f4cd578335" providerId="ADAL" clId="{D75116DC-27F0-4E16-A913-163E65D3EEAA}" dt="2025-02-11T19:22:04.192" v="4350" actId="478"/>
          <ac:cxnSpMkLst>
            <pc:docMk/>
            <pc:sldMk cId="731393111" sldId="2147347732"/>
            <ac:cxnSpMk id="92" creationId="{A0C0DF5B-3FE2-BC4E-42B3-0AB801F8309E}"/>
          </ac:cxnSpMkLst>
        </pc:cxnChg>
        <pc:cxnChg chg="add mod">
          <ac:chgData name="Mukherjee, Shouvik" userId="8a0946e8-3a6b-4d5c-947d-73f4cd578335" providerId="ADAL" clId="{D75116DC-27F0-4E16-A913-163E65D3EEAA}" dt="2025-02-11T19:22:12.799" v="4352"/>
          <ac:cxnSpMkLst>
            <pc:docMk/>
            <pc:sldMk cId="731393111" sldId="2147347732"/>
            <ac:cxnSpMk id="159" creationId="{CEF749F0-C591-30C3-61A1-49DD0E6E06A4}"/>
          </ac:cxnSpMkLst>
        </pc:cxnChg>
        <pc:cxnChg chg="add mod">
          <ac:chgData name="Mukherjee, Shouvik" userId="8a0946e8-3a6b-4d5c-947d-73f4cd578335" providerId="ADAL" clId="{D75116DC-27F0-4E16-A913-163E65D3EEAA}" dt="2025-02-11T19:22:12.799" v="4352"/>
          <ac:cxnSpMkLst>
            <pc:docMk/>
            <pc:sldMk cId="731393111" sldId="2147347732"/>
            <ac:cxnSpMk id="168" creationId="{F30CA9E0-7298-2011-729D-9BBC57BD50F4}"/>
          </ac:cxnSpMkLst>
        </pc:cxnChg>
        <pc:cxnChg chg="add mod">
          <ac:chgData name="Mukherjee, Shouvik" userId="8a0946e8-3a6b-4d5c-947d-73f4cd578335" providerId="ADAL" clId="{D75116DC-27F0-4E16-A913-163E65D3EEAA}" dt="2025-02-11T19:22:12.799" v="4352"/>
          <ac:cxnSpMkLst>
            <pc:docMk/>
            <pc:sldMk cId="731393111" sldId="2147347732"/>
            <ac:cxnSpMk id="173" creationId="{6182FDA4-CE67-2649-1CFE-10D7075DA2C8}"/>
          </ac:cxnSpMkLst>
        </pc:cxnChg>
        <pc:cxnChg chg="add mod ord">
          <ac:chgData name="Mukherjee, Shouvik" userId="8a0946e8-3a6b-4d5c-947d-73f4cd578335" providerId="ADAL" clId="{D75116DC-27F0-4E16-A913-163E65D3EEAA}" dt="2025-02-13T10:21:22.559" v="5395" actId="1037"/>
          <ac:cxnSpMkLst>
            <pc:docMk/>
            <pc:sldMk cId="731393111" sldId="2147347732"/>
            <ac:cxnSpMk id="174" creationId="{DA9B7BA8-7AB0-AC3E-DA05-E1B8DA79F416}"/>
          </ac:cxnSpMkLst>
        </pc:cxnChg>
        <pc:cxnChg chg="add mod">
          <ac:chgData name="Mukherjee, Shouvik" userId="8a0946e8-3a6b-4d5c-947d-73f4cd578335" providerId="ADAL" clId="{D75116DC-27F0-4E16-A913-163E65D3EEAA}" dt="2025-02-11T19:22:44.799" v="4388" actId="1036"/>
          <ac:cxnSpMkLst>
            <pc:docMk/>
            <pc:sldMk cId="731393111" sldId="2147347732"/>
            <ac:cxnSpMk id="175" creationId="{64F36F01-91DF-C118-9B91-043A683C3953}"/>
          </ac:cxnSpMkLst>
        </pc:cxnChg>
        <pc:cxnChg chg="add mod">
          <ac:chgData name="Mukherjee, Shouvik" userId="8a0946e8-3a6b-4d5c-947d-73f4cd578335" providerId="ADAL" clId="{D75116DC-27F0-4E16-A913-163E65D3EEAA}" dt="2025-02-11T19:22:44.799" v="4388" actId="1036"/>
          <ac:cxnSpMkLst>
            <pc:docMk/>
            <pc:sldMk cId="731393111" sldId="2147347732"/>
            <ac:cxnSpMk id="176" creationId="{A5F720CC-572D-8020-1F28-BAB21015A510}"/>
          </ac:cxnSpMkLst>
        </pc:cxnChg>
        <pc:cxnChg chg="add mod">
          <ac:chgData name="Mukherjee, Shouvik" userId="8a0946e8-3a6b-4d5c-947d-73f4cd578335" providerId="ADAL" clId="{D75116DC-27F0-4E16-A913-163E65D3EEAA}" dt="2025-02-11T19:22:44.799" v="4388" actId="1036"/>
          <ac:cxnSpMkLst>
            <pc:docMk/>
            <pc:sldMk cId="731393111" sldId="2147347732"/>
            <ac:cxnSpMk id="177" creationId="{D3B9913F-602E-E62A-04BF-1ABAF0186DD7}"/>
          </ac:cxnSpMkLst>
        </pc:cxnChg>
        <pc:cxnChg chg="add mod">
          <ac:chgData name="Mukherjee, Shouvik" userId="8a0946e8-3a6b-4d5c-947d-73f4cd578335" providerId="ADAL" clId="{D75116DC-27F0-4E16-A913-163E65D3EEAA}" dt="2025-02-11T19:22:44.799" v="4388" actId="1036"/>
          <ac:cxnSpMkLst>
            <pc:docMk/>
            <pc:sldMk cId="731393111" sldId="2147347732"/>
            <ac:cxnSpMk id="178" creationId="{0A7775FC-4E39-12C1-BE70-479FB1A1C921}"/>
          </ac:cxnSpMkLst>
        </pc:cxnChg>
        <pc:cxnChg chg="add mod">
          <ac:chgData name="Mukherjee, Shouvik" userId="8a0946e8-3a6b-4d5c-947d-73f4cd578335" providerId="ADAL" clId="{D75116DC-27F0-4E16-A913-163E65D3EEAA}" dt="2025-02-11T19:22:44.799" v="4388" actId="1036"/>
          <ac:cxnSpMkLst>
            <pc:docMk/>
            <pc:sldMk cId="731393111" sldId="2147347732"/>
            <ac:cxnSpMk id="179" creationId="{B4A1A127-413A-0FB2-FB64-83C6ABDBDF86}"/>
          </ac:cxnSpMkLst>
        </pc:cxnChg>
        <pc:cxnChg chg="add mod">
          <ac:chgData name="Mukherjee, Shouvik" userId="8a0946e8-3a6b-4d5c-947d-73f4cd578335" providerId="ADAL" clId="{D75116DC-27F0-4E16-A913-163E65D3EEAA}" dt="2025-02-13T10:20:32.534" v="5344" actId="1037"/>
          <ac:cxnSpMkLst>
            <pc:docMk/>
            <pc:sldMk cId="731393111" sldId="2147347732"/>
            <ac:cxnSpMk id="180" creationId="{0DDFC2E6-D0DE-C79F-C8DE-B3B1E2492A1B}"/>
          </ac:cxnSpMkLst>
        </pc:cxnChg>
        <pc:cxnChg chg="add mod">
          <ac:chgData name="Mukherjee, Shouvik" userId="8a0946e8-3a6b-4d5c-947d-73f4cd578335" providerId="ADAL" clId="{D75116DC-27F0-4E16-A913-163E65D3EEAA}" dt="2025-02-11T19:22:44.799" v="4388" actId="1036"/>
          <ac:cxnSpMkLst>
            <pc:docMk/>
            <pc:sldMk cId="731393111" sldId="2147347732"/>
            <ac:cxnSpMk id="181" creationId="{66568C38-59D0-9630-2B30-B01465359FF0}"/>
          </ac:cxnSpMkLst>
        </pc:cxnChg>
        <pc:cxnChg chg="add mod">
          <ac:chgData name="Mukherjee, Shouvik" userId="8a0946e8-3a6b-4d5c-947d-73f4cd578335" providerId="ADAL" clId="{D75116DC-27F0-4E16-A913-163E65D3EEAA}" dt="2025-02-11T19:22:44.799" v="4388" actId="1036"/>
          <ac:cxnSpMkLst>
            <pc:docMk/>
            <pc:sldMk cId="731393111" sldId="2147347732"/>
            <ac:cxnSpMk id="182" creationId="{D821EDC3-DC87-88D2-6ADB-6552F75EB04A}"/>
          </ac:cxnSpMkLst>
        </pc:cxnChg>
        <pc:cxnChg chg="add mod">
          <ac:chgData name="Mukherjee, Shouvik" userId="8a0946e8-3a6b-4d5c-947d-73f4cd578335" providerId="ADAL" clId="{D75116DC-27F0-4E16-A913-163E65D3EEAA}" dt="2025-02-13T10:21:01.845" v="5370" actId="14100"/>
          <ac:cxnSpMkLst>
            <pc:docMk/>
            <pc:sldMk cId="731393111" sldId="2147347732"/>
            <ac:cxnSpMk id="183" creationId="{D3E82C04-B5C7-230A-F6E4-FC8F764227F1}"/>
          </ac:cxnSpMkLst>
        </pc:cxnChg>
        <pc:cxnChg chg="add mod">
          <ac:chgData name="Mukherjee, Shouvik" userId="8a0946e8-3a6b-4d5c-947d-73f4cd578335" providerId="ADAL" clId="{D75116DC-27F0-4E16-A913-163E65D3EEAA}" dt="2025-02-11T19:22:44.799" v="4388" actId="1036"/>
          <ac:cxnSpMkLst>
            <pc:docMk/>
            <pc:sldMk cId="731393111" sldId="2147347732"/>
            <ac:cxnSpMk id="186" creationId="{1433155E-7F28-D774-0D3A-F049E5F3850D}"/>
          </ac:cxnSpMkLst>
        </pc:cxnChg>
        <pc:cxnChg chg="add mod">
          <ac:chgData name="Mukherjee, Shouvik" userId="8a0946e8-3a6b-4d5c-947d-73f4cd578335" providerId="ADAL" clId="{D75116DC-27F0-4E16-A913-163E65D3EEAA}" dt="2025-02-11T19:22:44.799" v="4388" actId="1036"/>
          <ac:cxnSpMkLst>
            <pc:docMk/>
            <pc:sldMk cId="731393111" sldId="2147347732"/>
            <ac:cxnSpMk id="189" creationId="{183F619E-649A-DECE-737C-56C18D312938}"/>
          </ac:cxnSpMkLst>
        </pc:cxnChg>
        <pc:cxnChg chg="add mod">
          <ac:chgData name="Mukherjee, Shouvik" userId="8a0946e8-3a6b-4d5c-947d-73f4cd578335" providerId="ADAL" clId="{D75116DC-27F0-4E16-A913-163E65D3EEAA}" dt="2025-02-11T19:22:44.799" v="4388" actId="1036"/>
          <ac:cxnSpMkLst>
            <pc:docMk/>
            <pc:sldMk cId="731393111" sldId="2147347732"/>
            <ac:cxnSpMk id="192" creationId="{4330A6EE-BAAB-52E6-4AF9-63E1C82A82A8}"/>
          </ac:cxnSpMkLst>
        </pc:cxnChg>
        <pc:cxnChg chg="add mod">
          <ac:chgData name="Mukherjee, Shouvik" userId="8a0946e8-3a6b-4d5c-947d-73f4cd578335" providerId="ADAL" clId="{D75116DC-27F0-4E16-A913-163E65D3EEAA}" dt="2025-02-11T19:22:44.799" v="4388" actId="1036"/>
          <ac:cxnSpMkLst>
            <pc:docMk/>
            <pc:sldMk cId="731393111" sldId="2147347732"/>
            <ac:cxnSpMk id="193" creationId="{542B3E0A-0B32-E7B5-3355-2799C4C61CA5}"/>
          </ac:cxnSpMkLst>
        </pc:cxnChg>
        <pc:cxnChg chg="add mod">
          <ac:chgData name="Mukherjee, Shouvik" userId="8a0946e8-3a6b-4d5c-947d-73f4cd578335" providerId="ADAL" clId="{D75116DC-27F0-4E16-A913-163E65D3EEAA}" dt="2025-02-11T19:22:44.799" v="4388" actId="1036"/>
          <ac:cxnSpMkLst>
            <pc:docMk/>
            <pc:sldMk cId="731393111" sldId="2147347732"/>
            <ac:cxnSpMk id="206" creationId="{8891992C-3BC0-5286-9A26-EF1CAFF2689C}"/>
          </ac:cxnSpMkLst>
        </pc:cxnChg>
        <pc:cxnChg chg="add mod">
          <ac:chgData name="Mukherjee, Shouvik" userId="8a0946e8-3a6b-4d5c-947d-73f4cd578335" providerId="ADAL" clId="{D75116DC-27F0-4E16-A913-163E65D3EEAA}" dt="2025-02-11T19:22:44.799" v="4388" actId="1036"/>
          <ac:cxnSpMkLst>
            <pc:docMk/>
            <pc:sldMk cId="731393111" sldId="2147347732"/>
            <ac:cxnSpMk id="207" creationId="{D9FD1FF4-7068-A2AB-D2D6-4667E4DCFEF5}"/>
          </ac:cxnSpMkLst>
        </pc:cxnChg>
        <pc:cxnChg chg="add mod">
          <ac:chgData name="Mukherjee, Shouvik" userId="8a0946e8-3a6b-4d5c-947d-73f4cd578335" providerId="ADAL" clId="{D75116DC-27F0-4E16-A913-163E65D3EEAA}" dt="2025-02-13T10:22:52.046" v="5428" actId="14100"/>
          <ac:cxnSpMkLst>
            <pc:docMk/>
            <pc:sldMk cId="731393111" sldId="2147347732"/>
            <ac:cxnSpMk id="212" creationId="{C1366DA6-CC16-AF58-27F3-0E4E588747E0}"/>
          </ac:cxnSpMkLst>
        </pc:cxnChg>
        <pc:cxnChg chg="add mod ord">
          <ac:chgData name="Mukherjee, Shouvik" userId="8a0946e8-3a6b-4d5c-947d-73f4cd578335" providerId="ADAL" clId="{D75116DC-27F0-4E16-A913-163E65D3EEAA}" dt="2025-02-13T10:19:32.670" v="5324" actId="167"/>
          <ac:cxnSpMkLst>
            <pc:docMk/>
            <pc:sldMk cId="731393111" sldId="2147347732"/>
            <ac:cxnSpMk id="223" creationId="{3771024D-3F5F-9F81-05CB-6121742AA680}"/>
          </ac:cxnSpMkLst>
        </pc:cxnChg>
        <pc:cxnChg chg="add mod">
          <ac:chgData name="Mukherjee, Shouvik" userId="8a0946e8-3a6b-4d5c-947d-73f4cd578335" providerId="ADAL" clId="{D75116DC-27F0-4E16-A913-163E65D3EEAA}" dt="2025-02-11T19:22:44.799" v="4388" actId="1036"/>
          <ac:cxnSpMkLst>
            <pc:docMk/>
            <pc:sldMk cId="731393111" sldId="2147347732"/>
            <ac:cxnSpMk id="232" creationId="{6B9CCDE4-E2CB-A644-8753-FCBE35CB7C37}"/>
          </ac:cxnSpMkLst>
        </pc:cxnChg>
        <pc:cxnChg chg="add mod">
          <ac:chgData name="Mukherjee, Shouvik" userId="8a0946e8-3a6b-4d5c-947d-73f4cd578335" providerId="ADAL" clId="{D75116DC-27F0-4E16-A913-163E65D3EEAA}" dt="2025-02-13T10:24:03.504" v="5574" actId="14100"/>
          <ac:cxnSpMkLst>
            <pc:docMk/>
            <pc:sldMk cId="731393111" sldId="2147347732"/>
            <ac:cxnSpMk id="237" creationId="{8F3079F5-E505-B178-1C74-338F518BCD6B}"/>
          </ac:cxnSpMkLst>
        </pc:cxnChg>
      </pc:sldChg>
      <pc:sldChg chg="add">
        <pc:chgData name="Mukherjee, Shouvik" userId="8a0946e8-3a6b-4d5c-947d-73f4cd578335" providerId="ADAL" clId="{D75116DC-27F0-4E16-A913-163E65D3EEAA}" dt="2025-02-11T19:24:25.456" v="4410"/>
        <pc:sldMkLst>
          <pc:docMk/>
          <pc:sldMk cId="3063834027" sldId="2147347738"/>
        </pc:sldMkLst>
      </pc:sldChg>
      <pc:sldChg chg="addSp delSp modSp add mod">
        <pc:chgData name="Mukherjee, Shouvik" userId="8a0946e8-3a6b-4d5c-947d-73f4cd578335" providerId="ADAL" clId="{D75116DC-27F0-4E16-A913-163E65D3EEAA}" dt="2025-02-13T10:27:14.333" v="5650"/>
        <pc:sldMkLst>
          <pc:docMk/>
          <pc:sldMk cId="2935134037" sldId="2147347739"/>
        </pc:sldMkLst>
        <pc:spChg chg="mod">
          <ac:chgData name="Mukherjee, Shouvik" userId="8a0946e8-3a6b-4d5c-947d-73f4cd578335" providerId="ADAL" clId="{D75116DC-27F0-4E16-A913-163E65D3EEAA}" dt="2025-02-11T19:28:13.970" v="4555" actId="20577"/>
          <ac:spMkLst>
            <pc:docMk/>
            <pc:sldMk cId="2935134037" sldId="2147347739"/>
            <ac:spMk id="2" creationId="{00000000-0000-0000-0000-000000000000}"/>
          </ac:spMkLst>
        </pc:spChg>
        <pc:spChg chg="del">
          <ac:chgData name="Mukherjee, Shouvik" userId="8a0946e8-3a6b-4d5c-947d-73f4cd578335" providerId="ADAL" clId="{D75116DC-27F0-4E16-A913-163E65D3EEAA}" dt="2025-02-11T19:28:18.425" v="4556" actId="478"/>
          <ac:spMkLst>
            <pc:docMk/>
            <pc:sldMk cId="2935134037" sldId="2147347739"/>
            <ac:spMk id="4" creationId="{D2602E27-7CCF-078D-11F6-EFC8E89849D4}"/>
          </ac:spMkLst>
        </pc:spChg>
        <pc:spChg chg="mod">
          <ac:chgData name="Mukherjee, Shouvik" userId="8a0946e8-3a6b-4d5c-947d-73f4cd578335" providerId="ADAL" clId="{D75116DC-27F0-4E16-A913-163E65D3EEAA}" dt="2025-02-11T19:26:37.586" v="4444" actId="20577"/>
          <ac:spMkLst>
            <pc:docMk/>
            <pc:sldMk cId="2935134037" sldId="2147347739"/>
            <ac:spMk id="6" creationId="{00000000-0000-0000-0000-000000000000}"/>
          </ac:spMkLst>
        </pc:spChg>
        <pc:spChg chg="del">
          <ac:chgData name="Mukherjee, Shouvik" userId="8a0946e8-3a6b-4d5c-947d-73f4cd578335" providerId="ADAL" clId="{D75116DC-27F0-4E16-A913-163E65D3EEAA}" dt="2025-02-11T19:28:18.425" v="4556" actId="478"/>
          <ac:spMkLst>
            <pc:docMk/>
            <pc:sldMk cId="2935134037" sldId="2147347739"/>
            <ac:spMk id="9" creationId="{4464FD08-704D-A95E-1E48-BF213CFC3C5B}"/>
          </ac:spMkLst>
        </pc:spChg>
        <pc:spChg chg="del">
          <ac:chgData name="Mukherjee, Shouvik" userId="8a0946e8-3a6b-4d5c-947d-73f4cd578335" providerId="ADAL" clId="{D75116DC-27F0-4E16-A913-163E65D3EEAA}" dt="2025-02-11T19:28:18.425" v="4556" actId="478"/>
          <ac:spMkLst>
            <pc:docMk/>
            <pc:sldMk cId="2935134037" sldId="2147347739"/>
            <ac:spMk id="11" creationId="{11C17D5D-ED07-7C6E-3C95-B60677BA3432}"/>
          </ac:spMkLst>
        </pc:spChg>
        <pc:spChg chg="del">
          <ac:chgData name="Mukherjee, Shouvik" userId="8a0946e8-3a6b-4d5c-947d-73f4cd578335" providerId="ADAL" clId="{D75116DC-27F0-4E16-A913-163E65D3EEAA}" dt="2025-02-11T19:28:18.425" v="4556" actId="478"/>
          <ac:spMkLst>
            <pc:docMk/>
            <pc:sldMk cId="2935134037" sldId="2147347739"/>
            <ac:spMk id="13" creationId="{CFFE5491-65EA-9372-DD9E-7060AD0E1377}"/>
          </ac:spMkLst>
        </pc:spChg>
        <pc:spChg chg="del">
          <ac:chgData name="Mukherjee, Shouvik" userId="8a0946e8-3a6b-4d5c-947d-73f4cd578335" providerId="ADAL" clId="{D75116DC-27F0-4E16-A913-163E65D3EEAA}" dt="2025-02-11T19:28:18.425" v="4556" actId="478"/>
          <ac:spMkLst>
            <pc:docMk/>
            <pc:sldMk cId="2935134037" sldId="2147347739"/>
            <ac:spMk id="23" creationId="{416389BC-1AB0-DA63-A153-EFEC1107AABF}"/>
          </ac:spMkLst>
        </pc:spChg>
        <pc:spChg chg="del">
          <ac:chgData name="Mukherjee, Shouvik" userId="8a0946e8-3a6b-4d5c-947d-73f4cd578335" providerId="ADAL" clId="{D75116DC-27F0-4E16-A913-163E65D3EEAA}" dt="2025-02-11T19:28:18.425" v="4556" actId="478"/>
          <ac:spMkLst>
            <pc:docMk/>
            <pc:sldMk cId="2935134037" sldId="2147347739"/>
            <ac:spMk id="24" creationId="{B30E2ADE-A098-66CD-4F00-DC7BABA03F59}"/>
          </ac:spMkLst>
        </pc:spChg>
        <pc:spChg chg="del">
          <ac:chgData name="Mukherjee, Shouvik" userId="8a0946e8-3a6b-4d5c-947d-73f4cd578335" providerId="ADAL" clId="{D75116DC-27F0-4E16-A913-163E65D3EEAA}" dt="2025-02-11T19:28:18.425" v="4556" actId="478"/>
          <ac:spMkLst>
            <pc:docMk/>
            <pc:sldMk cId="2935134037" sldId="2147347739"/>
            <ac:spMk id="29" creationId="{2DE43FD7-866B-1C83-50DF-99C22641F425}"/>
          </ac:spMkLst>
        </pc:spChg>
        <pc:spChg chg="del">
          <ac:chgData name="Mukherjee, Shouvik" userId="8a0946e8-3a6b-4d5c-947d-73f4cd578335" providerId="ADAL" clId="{D75116DC-27F0-4E16-A913-163E65D3EEAA}" dt="2025-02-11T19:28:18.425" v="4556" actId="478"/>
          <ac:spMkLst>
            <pc:docMk/>
            <pc:sldMk cId="2935134037" sldId="2147347739"/>
            <ac:spMk id="36" creationId="{8DD202A2-2135-A738-2650-753E5E3BFA44}"/>
          </ac:spMkLst>
        </pc:spChg>
        <pc:spChg chg="del">
          <ac:chgData name="Mukherjee, Shouvik" userId="8a0946e8-3a6b-4d5c-947d-73f4cd578335" providerId="ADAL" clId="{D75116DC-27F0-4E16-A913-163E65D3EEAA}" dt="2025-02-11T19:28:18.425" v="4556" actId="478"/>
          <ac:spMkLst>
            <pc:docMk/>
            <pc:sldMk cId="2935134037" sldId="2147347739"/>
            <ac:spMk id="37" creationId="{B4F29C93-DDDD-82E4-5093-E4C89472A766}"/>
          </ac:spMkLst>
        </pc:spChg>
        <pc:spChg chg="del">
          <ac:chgData name="Mukherjee, Shouvik" userId="8a0946e8-3a6b-4d5c-947d-73f4cd578335" providerId="ADAL" clId="{D75116DC-27F0-4E16-A913-163E65D3EEAA}" dt="2025-02-11T19:28:18.425" v="4556" actId="478"/>
          <ac:spMkLst>
            <pc:docMk/>
            <pc:sldMk cId="2935134037" sldId="2147347739"/>
            <ac:spMk id="38" creationId="{04198199-03B2-56EE-FB00-9BFAB9D56FBB}"/>
          </ac:spMkLst>
        </pc:spChg>
        <pc:spChg chg="del">
          <ac:chgData name="Mukherjee, Shouvik" userId="8a0946e8-3a6b-4d5c-947d-73f4cd578335" providerId="ADAL" clId="{D75116DC-27F0-4E16-A913-163E65D3EEAA}" dt="2025-02-11T19:28:18.425" v="4556" actId="478"/>
          <ac:spMkLst>
            <pc:docMk/>
            <pc:sldMk cId="2935134037" sldId="2147347739"/>
            <ac:spMk id="61" creationId="{912F396F-7C2B-4D4C-1E15-996B9431CD96}"/>
          </ac:spMkLst>
        </pc:spChg>
        <pc:spChg chg="del">
          <ac:chgData name="Mukherjee, Shouvik" userId="8a0946e8-3a6b-4d5c-947d-73f4cd578335" providerId="ADAL" clId="{D75116DC-27F0-4E16-A913-163E65D3EEAA}" dt="2025-02-11T19:28:18.425" v="4556" actId="478"/>
          <ac:spMkLst>
            <pc:docMk/>
            <pc:sldMk cId="2935134037" sldId="2147347739"/>
            <ac:spMk id="62" creationId="{C3A6BA92-DE94-8A8F-3BFB-F3DEAD5E7708}"/>
          </ac:spMkLst>
        </pc:spChg>
        <pc:spChg chg="del">
          <ac:chgData name="Mukherjee, Shouvik" userId="8a0946e8-3a6b-4d5c-947d-73f4cd578335" providerId="ADAL" clId="{D75116DC-27F0-4E16-A913-163E65D3EEAA}" dt="2025-02-11T19:28:18.425" v="4556" actId="478"/>
          <ac:spMkLst>
            <pc:docMk/>
            <pc:sldMk cId="2935134037" sldId="2147347739"/>
            <ac:spMk id="63" creationId="{A9B2FC61-F2A7-A1E3-55E7-8626F946D202}"/>
          </ac:spMkLst>
        </pc:spChg>
        <pc:grpChg chg="del">
          <ac:chgData name="Mukherjee, Shouvik" userId="8a0946e8-3a6b-4d5c-947d-73f4cd578335" providerId="ADAL" clId="{D75116DC-27F0-4E16-A913-163E65D3EEAA}" dt="2025-02-11T19:28:18.425" v="4556" actId="478"/>
          <ac:grpSpMkLst>
            <pc:docMk/>
            <pc:sldMk cId="2935134037" sldId="2147347739"/>
            <ac:grpSpMk id="5" creationId="{816C935B-E4E9-1FE5-D241-EA00A96FC7F0}"/>
          </ac:grpSpMkLst>
        </pc:grpChg>
        <pc:grpChg chg="del">
          <ac:chgData name="Mukherjee, Shouvik" userId="8a0946e8-3a6b-4d5c-947d-73f4cd578335" providerId="ADAL" clId="{D75116DC-27F0-4E16-A913-163E65D3EEAA}" dt="2025-02-11T19:28:18.425" v="4556" actId="478"/>
          <ac:grpSpMkLst>
            <pc:docMk/>
            <pc:sldMk cId="2935134037" sldId="2147347739"/>
            <ac:grpSpMk id="19" creationId="{C087B2BF-6368-920F-D736-18E6A964F418}"/>
          </ac:grpSpMkLst>
        </pc:grpChg>
        <pc:grpChg chg="del">
          <ac:chgData name="Mukherjee, Shouvik" userId="8a0946e8-3a6b-4d5c-947d-73f4cd578335" providerId="ADAL" clId="{D75116DC-27F0-4E16-A913-163E65D3EEAA}" dt="2025-02-11T19:28:18.425" v="4556" actId="478"/>
          <ac:grpSpMkLst>
            <pc:docMk/>
            <pc:sldMk cId="2935134037" sldId="2147347739"/>
            <ac:grpSpMk id="31" creationId="{DB35F778-1316-E358-3366-3EC587EA9051}"/>
          </ac:grpSpMkLst>
        </pc:grpChg>
        <pc:grpChg chg="del">
          <ac:chgData name="Mukherjee, Shouvik" userId="8a0946e8-3a6b-4d5c-947d-73f4cd578335" providerId="ADAL" clId="{D75116DC-27F0-4E16-A913-163E65D3EEAA}" dt="2025-02-11T19:28:18.425" v="4556" actId="478"/>
          <ac:grpSpMkLst>
            <pc:docMk/>
            <pc:sldMk cId="2935134037" sldId="2147347739"/>
            <ac:grpSpMk id="39" creationId="{FE24EB12-9990-6DA5-BC9B-3086E2F5081C}"/>
          </ac:grpSpMkLst>
        </pc:grpChg>
        <pc:grpChg chg="del">
          <ac:chgData name="Mukherjee, Shouvik" userId="8a0946e8-3a6b-4d5c-947d-73f4cd578335" providerId="ADAL" clId="{D75116DC-27F0-4E16-A913-163E65D3EEAA}" dt="2025-02-11T19:28:18.425" v="4556" actId="478"/>
          <ac:grpSpMkLst>
            <pc:docMk/>
            <pc:sldMk cId="2935134037" sldId="2147347739"/>
            <ac:grpSpMk id="64" creationId="{28A06D20-76D4-0D39-0F35-F27EA651C666}"/>
          </ac:grpSpMkLst>
        </pc:grpChg>
        <pc:grpChg chg="del">
          <ac:chgData name="Mukherjee, Shouvik" userId="8a0946e8-3a6b-4d5c-947d-73f4cd578335" providerId="ADAL" clId="{D75116DC-27F0-4E16-A913-163E65D3EEAA}" dt="2025-02-11T19:28:18.425" v="4556" actId="478"/>
          <ac:grpSpMkLst>
            <pc:docMk/>
            <pc:sldMk cId="2935134037" sldId="2147347739"/>
            <ac:grpSpMk id="67" creationId="{3892D7D1-BEEF-A90B-E91C-253A51993489}"/>
          </ac:grpSpMkLst>
        </pc:grpChg>
        <pc:grpChg chg="del">
          <ac:chgData name="Mukherjee, Shouvik" userId="8a0946e8-3a6b-4d5c-947d-73f4cd578335" providerId="ADAL" clId="{D75116DC-27F0-4E16-A913-163E65D3EEAA}" dt="2025-02-11T19:28:18.425" v="4556" actId="478"/>
          <ac:grpSpMkLst>
            <pc:docMk/>
            <pc:sldMk cId="2935134037" sldId="2147347739"/>
            <ac:grpSpMk id="75" creationId="{068414C4-000A-7985-F88D-D5F5C3F95B99}"/>
          </ac:grpSpMkLst>
        </pc:grpChg>
        <pc:grpChg chg="del">
          <ac:chgData name="Mukherjee, Shouvik" userId="8a0946e8-3a6b-4d5c-947d-73f4cd578335" providerId="ADAL" clId="{D75116DC-27F0-4E16-A913-163E65D3EEAA}" dt="2025-02-11T19:28:18.425" v="4556" actId="478"/>
          <ac:grpSpMkLst>
            <pc:docMk/>
            <pc:sldMk cId="2935134037" sldId="2147347739"/>
            <ac:grpSpMk id="78" creationId="{DAAB14CE-592E-562B-6322-53048842EDCD}"/>
          </ac:grpSpMkLst>
        </pc:grpChg>
        <pc:graphicFrameChg chg="add del mod modGraphic">
          <ac:chgData name="Mukherjee, Shouvik" userId="8a0946e8-3a6b-4d5c-947d-73f4cd578335" providerId="ADAL" clId="{D75116DC-27F0-4E16-A913-163E65D3EEAA}" dt="2025-02-11T19:28:51.570" v="4560" actId="478"/>
          <ac:graphicFrameMkLst>
            <pc:docMk/>
            <pc:sldMk cId="2935134037" sldId="2147347739"/>
            <ac:graphicFrameMk id="12" creationId="{DBB107A8-7364-930F-CB97-8F9DCEDD26FA}"/>
          </ac:graphicFrameMkLst>
        </pc:graphicFrameChg>
        <pc:graphicFrameChg chg="add mod modGraphic">
          <ac:chgData name="Mukherjee, Shouvik" userId="8a0946e8-3a6b-4d5c-947d-73f4cd578335" providerId="ADAL" clId="{D75116DC-27F0-4E16-A913-163E65D3EEAA}" dt="2025-02-13T10:27:14.333" v="5650"/>
          <ac:graphicFrameMkLst>
            <pc:docMk/>
            <pc:sldMk cId="2935134037" sldId="2147347739"/>
            <ac:graphicFrameMk id="14" creationId="{BCE1F67E-928A-F030-99F4-355DBF9E33F4}"/>
          </ac:graphicFrameMkLst>
        </pc:graphicFrameChg>
        <pc:cxnChg chg="del">
          <ac:chgData name="Mukherjee, Shouvik" userId="8a0946e8-3a6b-4d5c-947d-73f4cd578335" providerId="ADAL" clId="{D75116DC-27F0-4E16-A913-163E65D3EEAA}" dt="2025-02-11T19:28:18.425" v="4556" actId="478"/>
          <ac:cxnSpMkLst>
            <pc:docMk/>
            <pc:sldMk cId="2935134037" sldId="2147347739"/>
            <ac:cxnSpMk id="3" creationId="{8B2CCF8A-C73D-54F8-AADF-55C5E7CBC582}"/>
          </ac:cxnSpMkLst>
        </pc:cxnChg>
      </pc:sldChg>
      <pc:sldChg chg="addSp delSp modSp add mod">
        <pc:chgData name="Mukherjee, Shouvik" userId="8a0946e8-3a6b-4d5c-947d-73f4cd578335" providerId="ADAL" clId="{D75116DC-27F0-4E16-A913-163E65D3EEAA}" dt="2025-02-13T10:15:03.356" v="5200" actId="20577"/>
        <pc:sldMkLst>
          <pc:docMk/>
          <pc:sldMk cId="1194493291" sldId="2147347740"/>
        </pc:sldMkLst>
        <pc:spChg chg="mod">
          <ac:chgData name="Mukherjee, Shouvik" userId="8a0946e8-3a6b-4d5c-947d-73f4cd578335" providerId="ADAL" clId="{D75116DC-27F0-4E16-A913-163E65D3EEAA}" dt="2025-02-13T09:58:02.942" v="5043" actId="20577"/>
          <ac:spMkLst>
            <pc:docMk/>
            <pc:sldMk cId="1194493291" sldId="2147347740"/>
            <ac:spMk id="2" creationId="{00000000-0000-0000-0000-000000000000}"/>
          </ac:spMkLst>
        </pc:spChg>
        <pc:spChg chg="mod topLvl">
          <ac:chgData name="Mukherjee, Shouvik" userId="8a0946e8-3a6b-4d5c-947d-73f4cd578335" providerId="ADAL" clId="{D75116DC-27F0-4E16-A913-163E65D3EEAA}" dt="2025-02-13T10:07:11.508" v="5106" actId="164"/>
          <ac:spMkLst>
            <pc:docMk/>
            <pc:sldMk cId="1194493291" sldId="2147347740"/>
            <ac:spMk id="4" creationId="{78C30FF0-50AE-A695-C679-058E3F06A8DB}"/>
          </ac:spMkLst>
        </pc:spChg>
        <pc:spChg chg="mod topLvl">
          <ac:chgData name="Mukherjee, Shouvik" userId="8a0946e8-3a6b-4d5c-947d-73f4cd578335" providerId="ADAL" clId="{D75116DC-27F0-4E16-A913-163E65D3EEAA}" dt="2025-02-13T10:09:49.405" v="5123" actId="20577"/>
          <ac:spMkLst>
            <pc:docMk/>
            <pc:sldMk cId="1194493291" sldId="2147347740"/>
            <ac:spMk id="5" creationId="{F6231D18-3E58-128F-1BE0-ACE686D77B03}"/>
          </ac:spMkLst>
        </pc:spChg>
        <pc:spChg chg="add del mod topLvl">
          <ac:chgData name="Mukherjee, Shouvik" userId="8a0946e8-3a6b-4d5c-947d-73f4cd578335" providerId="ADAL" clId="{D75116DC-27F0-4E16-A913-163E65D3EEAA}" dt="2025-02-13T10:15:03.356" v="5200" actId="20577"/>
          <ac:spMkLst>
            <pc:docMk/>
            <pc:sldMk cId="1194493291" sldId="2147347740"/>
            <ac:spMk id="7" creationId="{3CE80CA5-D44C-75E3-0E92-6C14B26361DC}"/>
          </ac:spMkLst>
        </pc:spChg>
        <pc:spChg chg="mod">
          <ac:chgData name="Mukherjee, Shouvik" userId="8a0946e8-3a6b-4d5c-947d-73f4cd578335" providerId="ADAL" clId="{D75116DC-27F0-4E16-A913-163E65D3EEAA}" dt="2025-02-13T07:15:03.046" v="4598" actId="165"/>
          <ac:spMkLst>
            <pc:docMk/>
            <pc:sldMk cId="1194493291" sldId="2147347740"/>
            <ac:spMk id="15" creationId="{AE67E894-820A-2190-74B2-0E0179A2254C}"/>
          </ac:spMkLst>
        </pc:spChg>
        <pc:spChg chg="mod">
          <ac:chgData name="Mukherjee, Shouvik" userId="8a0946e8-3a6b-4d5c-947d-73f4cd578335" providerId="ADAL" clId="{D75116DC-27F0-4E16-A913-163E65D3EEAA}" dt="2025-02-13T07:15:03.046" v="4598" actId="165"/>
          <ac:spMkLst>
            <pc:docMk/>
            <pc:sldMk cId="1194493291" sldId="2147347740"/>
            <ac:spMk id="16" creationId="{853F6717-F0B8-2279-A867-DB379BA50045}"/>
          </ac:spMkLst>
        </pc:spChg>
        <pc:spChg chg="mod">
          <ac:chgData name="Mukherjee, Shouvik" userId="8a0946e8-3a6b-4d5c-947d-73f4cd578335" providerId="ADAL" clId="{D75116DC-27F0-4E16-A913-163E65D3EEAA}" dt="2025-02-13T07:15:03.046" v="4598" actId="165"/>
          <ac:spMkLst>
            <pc:docMk/>
            <pc:sldMk cId="1194493291" sldId="2147347740"/>
            <ac:spMk id="17" creationId="{46152ADA-AD25-6E77-E41F-FCC4B8CCD2C8}"/>
          </ac:spMkLst>
        </pc:spChg>
        <pc:spChg chg="mod">
          <ac:chgData name="Mukherjee, Shouvik" userId="8a0946e8-3a6b-4d5c-947d-73f4cd578335" providerId="ADAL" clId="{D75116DC-27F0-4E16-A913-163E65D3EEAA}" dt="2025-02-13T07:15:03.046" v="4598" actId="165"/>
          <ac:spMkLst>
            <pc:docMk/>
            <pc:sldMk cId="1194493291" sldId="2147347740"/>
            <ac:spMk id="18" creationId="{872E88A4-2E15-65E0-BBB3-B7175B62D305}"/>
          </ac:spMkLst>
        </pc:spChg>
        <pc:spChg chg="mod">
          <ac:chgData name="Mukherjee, Shouvik" userId="8a0946e8-3a6b-4d5c-947d-73f4cd578335" providerId="ADAL" clId="{D75116DC-27F0-4E16-A913-163E65D3EEAA}" dt="2025-02-13T07:15:03.046" v="4598" actId="165"/>
          <ac:spMkLst>
            <pc:docMk/>
            <pc:sldMk cId="1194493291" sldId="2147347740"/>
            <ac:spMk id="19" creationId="{6BA91777-1A56-88D0-3500-524BC5E72E29}"/>
          </ac:spMkLst>
        </pc:spChg>
        <pc:spChg chg="mod">
          <ac:chgData name="Mukherjee, Shouvik" userId="8a0946e8-3a6b-4d5c-947d-73f4cd578335" providerId="ADAL" clId="{D75116DC-27F0-4E16-A913-163E65D3EEAA}" dt="2025-02-13T07:15:03.046" v="4598" actId="165"/>
          <ac:spMkLst>
            <pc:docMk/>
            <pc:sldMk cId="1194493291" sldId="2147347740"/>
            <ac:spMk id="20" creationId="{DA362C68-EE3F-A907-86FD-8FF5E271940C}"/>
          </ac:spMkLst>
        </pc:spChg>
        <pc:spChg chg="del">
          <ac:chgData name="Mukherjee, Shouvik" userId="8a0946e8-3a6b-4d5c-947d-73f4cd578335" providerId="ADAL" clId="{D75116DC-27F0-4E16-A913-163E65D3EEAA}" dt="2025-02-13T07:07:58.911" v="4594" actId="478"/>
          <ac:spMkLst>
            <pc:docMk/>
            <pc:sldMk cId="1194493291" sldId="2147347740"/>
            <ac:spMk id="44" creationId="{0FEDBD58-ABFC-5FCF-884B-0EE8D4AE0803}"/>
          </ac:spMkLst>
        </pc:spChg>
        <pc:spChg chg="del">
          <ac:chgData name="Mukherjee, Shouvik" userId="8a0946e8-3a6b-4d5c-947d-73f4cd578335" providerId="ADAL" clId="{D75116DC-27F0-4E16-A913-163E65D3EEAA}" dt="2025-02-13T07:07:58.911" v="4594" actId="478"/>
          <ac:spMkLst>
            <pc:docMk/>
            <pc:sldMk cId="1194493291" sldId="2147347740"/>
            <ac:spMk id="450" creationId="{1B6750FD-EFC7-8C95-A5FF-F016704247DC}"/>
          </ac:spMkLst>
        </pc:spChg>
        <pc:spChg chg="del">
          <ac:chgData name="Mukherjee, Shouvik" userId="8a0946e8-3a6b-4d5c-947d-73f4cd578335" providerId="ADAL" clId="{D75116DC-27F0-4E16-A913-163E65D3EEAA}" dt="2025-02-13T07:07:58.911" v="4594" actId="478"/>
          <ac:spMkLst>
            <pc:docMk/>
            <pc:sldMk cId="1194493291" sldId="2147347740"/>
            <ac:spMk id="455" creationId="{81A2135E-A4B1-F51A-F76D-EB3D35CB225B}"/>
          </ac:spMkLst>
        </pc:spChg>
        <pc:spChg chg="del">
          <ac:chgData name="Mukherjee, Shouvik" userId="8a0946e8-3a6b-4d5c-947d-73f4cd578335" providerId="ADAL" clId="{D75116DC-27F0-4E16-A913-163E65D3EEAA}" dt="2025-02-13T07:07:58.911" v="4594" actId="478"/>
          <ac:spMkLst>
            <pc:docMk/>
            <pc:sldMk cId="1194493291" sldId="2147347740"/>
            <ac:spMk id="456" creationId="{6E5B7B9B-EA09-8670-5A19-C5AA5BF4D307}"/>
          </ac:spMkLst>
        </pc:spChg>
        <pc:spChg chg="del">
          <ac:chgData name="Mukherjee, Shouvik" userId="8a0946e8-3a6b-4d5c-947d-73f4cd578335" providerId="ADAL" clId="{D75116DC-27F0-4E16-A913-163E65D3EEAA}" dt="2025-02-13T07:07:58.911" v="4594" actId="478"/>
          <ac:spMkLst>
            <pc:docMk/>
            <pc:sldMk cId="1194493291" sldId="2147347740"/>
            <ac:spMk id="457" creationId="{58BE16FC-11C0-8A70-A410-4B8A193CC5E4}"/>
          </ac:spMkLst>
        </pc:spChg>
        <pc:spChg chg="del">
          <ac:chgData name="Mukherjee, Shouvik" userId="8a0946e8-3a6b-4d5c-947d-73f4cd578335" providerId="ADAL" clId="{D75116DC-27F0-4E16-A913-163E65D3EEAA}" dt="2025-02-13T07:07:58.911" v="4594" actId="478"/>
          <ac:spMkLst>
            <pc:docMk/>
            <pc:sldMk cId="1194493291" sldId="2147347740"/>
            <ac:spMk id="461" creationId="{B77DB600-3F87-6E69-9A8E-9ACA6086E36C}"/>
          </ac:spMkLst>
        </pc:spChg>
        <pc:spChg chg="del">
          <ac:chgData name="Mukherjee, Shouvik" userId="8a0946e8-3a6b-4d5c-947d-73f4cd578335" providerId="ADAL" clId="{D75116DC-27F0-4E16-A913-163E65D3EEAA}" dt="2025-02-13T07:07:58.911" v="4594" actId="478"/>
          <ac:spMkLst>
            <pc:docMk/>
            <pc:sldMk cId="1194493291" sldId="2147347740"/>
            <ac:spMk id="463" creationId="{3ED0CD0C-7487-2C60-9ABD-31BBF4B1A9DB}"/>
          </ac:spMkLst>
        </pc:spChg>
        <pc:spChg chg="del">
          <ac:chgData name="Mukherjee, Shouvik" userId="8a0946e8-3a6b-4d5c-947d-73f4cd578335" providerId="ADAL" clId="{D75116DC-27F0-4E16-A913-163E65D3EEAA}" dt="2025-02-13T07:07:58.911" v="4594" actId="478"/>
          <ac:spMkLst>
            <pc:docMk/>
            <pc:sldMk cId="1194493291" sldId="2147347740"/>
            <ac:spMk id="468" creationId="{A64CF929-896B-D5E6-8561-8302C0F874E2}"/>
          </ac:spMkLst>
        </pc:spChg>
        <pc:grpChg chg="add del mod">
          <ac:chgData name="Mukherjee, Shouvik" userId="8a0946e8-3a6b-4d5c-947d-73f4cd578335" providerId="ADAL" clId="{D75116DC-27F0-4E16-A913-163E65D3EEAA}" dt="2025-02-13T07:15:03.046" v="4598" actId="165"/>
          <ac:grpSpMkLst>
            <pc:docMk/>
            <pc:sldMk cId="1194493291" sldId="2147347740"/>
            <ac:grpSpMk id="3" creationId="{8C9ED5BE-88C2-D17A-15AC-11A8CF1E17A3}"/>
          </ac:grpSpMkLst>
        </pc:grpChg>
        <pc:grpChg chg="del mod topLvl">
          <ac:chgData name="Mukherjee, Shouvik" userId="8a0946e8-3a6b-4d5c-947d-73f4cd578335" providerId="ADAL" clId="{D75116DC-27F0-4E16-A913-163E65D3EEAA}" dt="2025-02-13T07:15:09.059" v="4599" actId="478"/>
          <ac:grpSpMkLst>
            <pc:docMk/>
            <pc:sldMk cId="1194493291" sldId="2147347740"/>
            <ac:grpSpMk id="9" creationId="{525DF5D5-D341-C4C2-49B2-A348313D364B}"/>
          </ac:grpSpMkLst>
        </pc:grpChg>
        <pc:grpChg chg="del mod topLvl">
          <ac:chgData name="Mukherjee, Shouvik" userId="8a0946e8-3a6b-4d5c-947d-73f4cd578335" providerId="ADAL" clId="{D75116DC-27F0-4E16-A913-163E65D3EEAA}" dt="2025-02-13T09:49:43.009" v="4744" actId="478"/>
          <ac:grpSpMkLst>
            <pc:docMk/>
            <pc:sldMk cId="1194493291" sldId="2147347740"/>
            <ac:grpSpMk id="12" creationId="{0F4551BF-94B7-FECB-1DF0-92956485778D}"/>
          </ac:grpSpMkLst>
        </pc:grpChg>
        <pc:grpChg chg="del mod topLvl">
          <ac:chgData name="Mukherjee, Shouvik" userId="8a0946e8-3a6b-4d5c-947d-73f4cd578335" providerId="ADAL" clId="{D75116DC-27F0-4E16-A913-163E65D3EEAA}" dt="2025-02-13T09:52:03.453" v="4763" actId="478"/>
          <ac:grpSpMkLst>
            <pc:docMk/>
            <pc:sldMk cId="1194493291" sldId="2147347740"/>
            <ac:grpSpMk id="14" creationId="{5CABEB9C-3EAA-E6EB-45B5-393A640CCFFE}"/>
          </ac:grpSpMkLst>
        </pc:grpChg>
        <pc:grpChg chg="add mod">
          <ac:chgData name="Mukherjee, Shouvik" userId="8a0946e8-3a6b-4d5c-947d-73f4cd578335" providerId="ADAL" clId="{D75116DC-27F0-4E16-A913-163E65D3EEAA}" dt="2025-02-13T10:07:43.004" v="5113" actId="465"/>
          <ac:grpSpMkLst>
            <pc:docMk/>
            <pc:sldMk cId="1194493291" sldId="2147347740"/>
            <ac:grpSpMk id="22" creationId="{ECDFF180-8E13-580A-977E-45809C04E3E7}"/>
          </ac:grpSpMkLst>
        </pc:grpChg>
        <pc:grpChg chg="add mod">
          <ac:chgData name="Mukherjee, Shouvik" userId="8a0946e8-3a6b-4d5c-947d-73f4cd578335" providerId="ADAL" clId="{D75116DC-27F0-4E16-A913-163E65D3EEAA}" dt="2025-02-13T10:07:43.004" v="5113" actId="465"/>
          <ac:grpSpMkLst>
            <pc:docMk/>
            <pc:sldMk cId="1194493291" sldId="2147347740"/>
            <ac:grpSpMk id="23" creationId="{416C1CD5-DA0B-3DB3-7541-B14F5885AB67}"/>
          </ac:grpSpMkLst>
        </pc:grpChg>
        <pc:grpChg chg="add mod">
          <ac:chgData name="Mukherjee, Shouvik" userId="8a0946e8-3a6b-4d5c-947d-73f4cd578335" providerId="ADAL" clId="{D75116DC-27F0-4E16-A913-163E65D3EEAA}" dt="2025-02-13T10:07:43.004" v="5113" actId="465"/>
          <ac:grpSpMkLst>
            <pc:docMk/>
            <pc:sldMk cId="1194493291" sldId="2147347740"/>
            <ac:grpSpMk id="24" creationId="{228F72F8-C897-1BAA-8AAC-BBF1468E407F}"/>
          </ac:grpSpMkLst>
        </pc:grpChg>
        <pc:grpChg chg="del">
          <ac:chgData name="Mukherjee, Shouvik" userId="8a0946e8-3a6b-4d5c-947d-73f4cd578335" providerId="ADAL" clId="{D75116DC-27F0-4E16-A913-163E65D3EEAA}" dt="2025-02-13T07:07:58.911" v="4594" actId="478"/>
          <ac:grpSpMkLst>
            <pc:docMk/>
            <pc:sldMk cId="1194493291" sldId="2147347740"/>
            <ac:grpSpMk id="56" creationId="{334AFA84-9E34-2AB5-950A-B0D71537806C}"/>
          </ac:grpSpMkLst>
        </pc:grpChg>
        <pc:grpChg chg="del">
          <ac:chgData name="Mukherjee, Shouvik" userId="8a0946e8-3a6b-4d5c-947d-73f4cd578335" providerId="ADAL" clId="{D75116DC-27F0-4E16-A913-163E65D3EEAA}" dt="2025-02-13T07:07:58.911" v="4594" actId="478"/>
          <ac:grpSpMkLst>
            <pc:docMk/>
            <pc:sldMk cId="1194493291" sldId="2147347740"/>
            <ac:grpSpMk id="465" creationId="{59095C89-8E6A-FF52-8881-3D5446E196F9}"/>
          </ac:grpSpMkLst>
        </pc:grpChg>
        <pc:graphicFrameChg chg="del">
          <ac:chgData name="Mukherjee, Shouvik" userId="8a0946e8-3a6b-4d5c-947d-73f4cd578335" providerId="ADAL" clId="{D75116DC-27F0-4E16-A913-163E65D3EEAA}" dt="2025-02-13T07:07:58.911" v="4594" actId="478"/>
          <ac:graphicFrameMkLst>
            <pc:docMk/>
            <pc:sldMk cId="1194493291" sldId="2147347740"/>
            <ac:graphicFrameMk id="26" creationId="{E33E5B11-444B-5E99-29E6-104FF7ABE72C}"/>
          </ac:graphicFrameMkLst>
        </pc:graphicFrameChg>
        <pc:graphicFrameChg chg="del">
          <ac:chgData name="Mukherjee, Shouvik" userId="8a0946e8-3a6b-4d5c-947d-73f4cd578335" providerId="ADAL" clId="{D75116DC-27F0-4E16-A913-163E65D3EEAA}" dt="2025-02-13T07:07:58.911" v="4594" actId="478"/>
          <ac:graphicFrameMkLst>
            <pc:docMk/>
            <pc:sldMk cId="1194493291" sldId="2147347740"/>
            <ac:graphicFrameMk id="452" creationId="{B912E424-305C-C163-B2CD-DBAABDFB957A}"/>
          </ac:graphicFrameMkLst>
        </pc:graphicFrameChg>
        <pc:graphicFrameChg chg="del">
          <ac:chgData name="Mukherjee, Shouvik" userId="8a0946e8-3a6b-4d5c-947d-73f4cd578335" providerId="ADAL" clId="{D75116DC-27F0-4E16-A913-163E65D3EEAA}" dt="2025-02-13T07:07:58.911" v="4594" actId="478"/>
          <ac:graphicFrameMkLst>
            <pc:docMk/>
            <pc:sldMk cId="1194493291" sldId="2147347740"/>
            <ac:graphicFrameMk id="453" creationId="{8D75814E-8024-3A29-EC8C-FB3C0C3F5191}"/>
          </ac:graphicFrameMkLst>
        </pc:graphicFrameChg>
        <pc:graphicFrameChg chg="del">
          <ac:chgData name="Mukherjee, Shouvik" userId="8a0946e8-3a6b-4d5c-947d-73f4cd578335" providerId="ADAL" clId="{D75116DC-27F0-4E16-A913-163E65D3EEAA}" dt="2025-02-13T07:07:58.911" v="4594" actId="478"/>
          <ac:graphicFrameMkLst>
            <pc:docMk/>
            <pc:sldMk cId="1194493291" sldId="2147347740"/>
            <ac:graphicFrameMk id="454" creationId="{8D5C0F58-BA3F-F982-EAC5-C4F94BD7164F}"/>
          </ac:graphicFrameMkLst>
        </pc:graphicFrameChg>
        <pc:picChg chg="add">
          <ac:chgData name="Mukherjee, Shouvik" userId="8a0946e8-3a6b-4d5c-947d-73f4cd578335" providerId="ADAL" clId="{D75116DC-27F0-4E16-A913-163E65D3EEAA}" dt="2025-02-13T09:49:45.447" v="4745"/>
          <ac:picMkLst>
            <pc:docMk/>
            <pc:sldMk cId="1194493291" sldId="2147347740"/>
            <ac:picMk id="21" creationId="{A13A687A-3B4D-E738-694C-90E2443AC38E}"/>
          </ac:picMkLst>
        </pc:picChg>
        <pc:picChg chg="add mod">
          <ac:chgData name="Mukherjee, Shouvik" userId="8a0946e8-3a6b-4d5c-947d-73f4cd578335" providerId="ADAL" clId="{D75116DC-27F0-4E16-A913-163E65D3EEAA}" dt="2025-02-13T10:07:11.508" v="5106" actId="164"/>
          <ac:picMkLst>
            <pc:docMk/>
            <pc:sldMk cId="1194493291" sldId="2147347740"/>
            <ac:picMk id="1026" creationId="{1E4462EE-02BC-3523-1BC0-609BA4AF3A2F}"/>
          </ac:picMkLst>
        </pc:picChg>
        <pc:picChg chg="add mod">
          <ac:chgData name="Mukherjee, Shouvik" userId="8a0946e8-3a6b-4d5c-947d-73f4cd578335" providerId="ADAL" clId="{D75116DC-27F0-4E16-A913-163E65D3EEAA}" dt="2025-02-13T10:07:43.004" v="5113" actId="465"/>
          <ac:picMkLst>
            <pc:docMk/>
            <pc:sldMk cId="1194493291" sldId="2147347740"/>
            <ac:picMk id="1028" creationId="{8D173584-D2A4-BB35-74F4-EF95FB59EDA6}"/>
          </ac:picMkLst>
        </pc:picChg>
        <pc:picChg chg="add mod">
          <ac:chgData name="Mukherjee, Shouvik" userId="8a0946e8-3a6b-4d5c-947d-73f4cd578335" providerId="ADAL" clId="{D75116DC-27F0-4E16-A913-163E65D3EEAA}" dt="2025-02-13T09:49:54.670" v="4748"/>
          <ac:picMkLst>
            <pc:docMk/>
            <pc:sldMk cId="1194493291" sldId="2147347740"/>
            <ac:picMk id="1030" creationId="{B11626B8-68BD-B50B-D3ED-FA3DA8D5265E}"/>
          </ac:picMkLst>
        </pc:picChg>
        <pc:picChg chg="add mod">
          <ac:chgData name="Mukherjee, Shouvik" userId="8a0946e8-3a6b-4d5c-947d-73f4cd578335" providerId="ADAL" clId="{D75116DC-27F0-4E16-A913-163E65D3EEAA}" dt="2025-02-13T10:07:32.685" v="5112" actId="164"/>
          <ac:picMkLst>
            <pc:docMk/>
            <pc:sldMk cId="1194493291" sldId="2147347740"/>
            <ac:picMk id="1032" creationId="{0B7A3C9C-2886-AAEF-6B89-50672FF48901}"/>
          </ac:picMkLst>
        </pc:picChg>
        <pc:cxnChg chg="mod topLvl">
          <ac:chgData name="Mukherjee, Shouvik" userId="8a0946e8-3a6b-4d5c-947d-73f4cd578335" providerId="ADAL" clId="{D75116DC-27F0-4E16-A913-163E65D3EEAA}" dt="2025-02-13T10:07:11.508" v="5106" actId="164"/>
          <ac:cxnSpMkLst>
            <pc:docMk/>
            <pc:sldMk cId="1194493291" sldId="2147347740"/>
            <ac:cxnSpMk id="8" creationId="{E62E12FF-7977-3A03-FBB8-D7AE617490C7}"/>
          </ac:cxnSpMkLst>
        </pc:cxnChg>
        <pc:cxnChg chg="mod topLvl">
          <ac:chgData name="Mukherjee, Shouvik" userId="8a0946e8-3a6b-4d5c-947d-73f4cd578335" providerId="ADAL" clId="{D75116DC-27F0-4E16-A913-163E65D3EEAA}" dt="2025-02-13T10:07:43.004" v="5113" actId="465"/>
          <ac:cxnSpMkLst>
            <pc:docMk/>
            <pc:sldMk cId="1194493291" sldId="2147347740"/>
            <ac:cxnSpMk id="11" creationId="{16914833-F41F-A234-5828-2E44F6A7A1EC}"/>
          </ac:cxnSpMkLst>
        </pc:cxnChg>
        <pc:cxnChg chg="mod topLvl">
          <ac:chgData name="Mukherjee, Shouvik" userId="8a0946e8-3a6b-4d5c-947d-73f4cd578335" providerId="ADAL" clId="{D75116DC-27F0-4E16-A913-163E65D3EEAA}" dt="2025-02-13T10:07:32.685" v="5112" actId="164"/>
          <ac:cxnSpMkLst>
            <pc:docMk/>
            <pc:sldMk cId="1194493291" sldId="2147347740"/>
            <ac:cxnSpMk id="13" creationId="{29D088AA-61EF-CDD0-FFA8-92BA025BEA04}"/>
          </ac:cxnSpMkLst>
        </pc:cxnChg>
        <pc:cxnChg chg="del">
          <ac:chgData name="Mukherjee, Shouvik" userId="8a0946e8-3a6b-4d5c-947d-73f4cd578335" providerId="ADAL" clId="{D75116DC-27F0-4E16-A913-163E65D3EEAA}" dt="2025-02-13T07:07:58.911" v="4594" actId="478"/>
          <ac:cxnSpMkLst>
            <pc:docMk/>
            <pc:sldMk cId="1194493291" sldId="2147347740"/>
            <ac:cxnSpMk id="451" creationId="{84EE3877-424A-C980-8351-F1B3DB382E1A}"/>
          </ac:cxnSpMkLst>
        </pc:cxnChg>
        <pc:cxnChg chg="del">
          <ac:chgData name="Mukherjee, Shouvik" userId="8a0946e8-3a6b-4d5c-947d-73f4cd578335" providerId="ADAL" clId="{D75116DC-27F0-4E16-A913-163E65D3EEAA}" dt="2025-02-13T07:07:58.911" v="4594" actId="478"/>
          <ac:cxnSpMkLst>
            <pc:docMk/>
            <pc:sldMk cId="1194493291" sldId="2147347740"/>
            <ac:cxnSpMk id="462" creationId="{0503256E-8573-50C6-1DB3-A45E600FFDAF}"/>
          </ac:cxnSpMkLst>
        </pc:cxnChg>
      </pc:sldChg>
      <pc:sldMasterChg chg="delSldLayout">
        <pc:chgData name="Mukherjee, Shouvik" userId="8a0946e8-3a6b-4d5c-947d-73f4cd578335" providerId="ADAL" clId="{D75116DC-27F0-4E16-A913-163E65D3EEAA}" dt="2025-02-11T19:28:26.859" v="4558" actId="47"/>
        <pc:sldMasterMkLst>
          <pc:docMk/>
          <pc:sldMasterMk cId="3414128804" sldId="2147484991"/>
        </pc:sldMasterMkLst>
        <pc:sldLayoutChg chg="del">
          <pc:chgData name="Mukherjee, Shouvik" userId="8a0946e8-3a6b-4d5c-947d-73f4cd578335" providerId="ADAL" clId="{D75116DC-27F0-4E16-A913-163E65D3EEAA}" dt="2025-02-11T19:28:26.859" v="4558" actId="47"/>
          <pc:sldLayoutMkLst>
            <pc:docMk/>
            <pc:sldMasterMk cId="3414128804" sldId="2147484991"/>
            <pc:sldLayoutMk cId="496447693" sldId="2147485132"/>
          </pc:sldLayoutMkLst>
        </pc:sldLayoutChg>
      </pc:sldMasterChg>
      <pc:sldMasterChg chg="del delSldLayout">
        <pc:chgData name="Mukherjee, Shouvik" userId="8a0946e8-3a6b-4d5c-947d-73f4cd578335" providerId="ADAL" clId="{D75116DC-27F0-4E16-A913-163E65D3EEAA}" dt="2025-02-11T19:22:50.075" v="4389" actId="47"/>
        <pc:sldMasterMkLst>
          <pc:docMk/>
          <pc:sldMasterMk cId="1675994923" sldId="2147485417"/>
        </pc:sldMasterMkLst>
        <pc:sldLayoutChg chg="del">
          <pc:chgData name="Mukherjee, Shouvik" userId="8a0946e8-3a6b-4d5c-947d-73f4cd578335" providerId="ADAL" clId="{D75116DC-27F0-4E16-A913-163E65D3EEAA}" dt="2025-02-11T19:22:50.075" v="4389" actId="47"/>
          <pc:sldLayoutMkLst>
            <pc:docMk/>
            <pc:sldMasterMk cId="1675994923" sldId="2147485417"/>
            <pc:sldLayoutMk cId="2029240746" sldId="214748541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554224419" sldId="214748541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101189626" sldId="214748542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155001472" sldId="214748542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112911448" sldId="214748542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896215267" sldId="214748542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424301134" sldId="214748542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630272281" sldId="214748542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285308331" sldId="214748542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892730787" sldId="214748542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872934251" sldId="214748542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96524898" sldId="214748542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653945486" sldId="214748543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382256379" sldId="214748543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204700028" sldId="214748543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777338319" sldId="214748543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13927595" sldId="214748543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093828191" sldId="214748543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833551940" sldId="214748543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941098325" sldId="214748543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245974614" sldId="214748543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926835601" sldId="214748543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564101581" sldId="214748544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68535248" sldId="214748544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341340934" sldId="214748544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512675108" sldId="214748544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486940298" sldId="214748544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143713942" sldId="214748544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735598219" sldId="214748544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147677022" sldId="214748544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54198240" sldId="214748544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106690491" sldId="214748544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688763993" sldId="214748545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790838793" sldId="214748545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027229156" sldId="214748545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489661826" sldId="214748545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136041166" sldId="214748545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518118359" sldId="214748545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562517907" sldId="214748545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763005358" sldId="214748545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63502828" sldId="214748545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537953336" sldId="214748545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151480495" sldId="214748546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37974749" sldId="214748546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368897876" sldId="214748546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730690243" sldId="214748546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564887491" sldId="214748546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923412861" sldId="214748546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274243067" sldId="214748546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633414958" sldId="214748546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599692542" sldId="214748546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030458983" sldId="214748546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364273739" sldId="214748547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336481960" sldId="214748547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981770956" sldId="214748547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288628910" sldId="214748547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919651693" sldId="214748547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877255942" sldId="214748547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195650067" sldId="2147485476"/>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842900016" sldId="2147485477"/>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178610667" sldId="2147485478"/>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539422316" sldId="2147485479"/>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898414076" sldId="2147485480"/>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4172681492" sldId="2147485481"/>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189576330" sldId="2147485482"/>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1386594448" sldId="2147485483"/>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764795352" sldId="2147485484"/>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3469239390" sldId="2147485485"/>
          </pc:sldLayoutMkLst>
        </pc:sldLayoutChg>
        <pc:sldLayoutChg chg="del">
          <pc:chgData name="Mukherjee, Shouvik" userId="8a0946e8-3a6b-4d5c-947d-73f4cd578335" providerId="ADAL" clId="{D75116DC-27F0-4E16-A913-163E65D3EEAA}" dt="2025-02-11T19:22:50.075" v="4389" actId="47"/>
          <pc:sldLayoutMkLst>
            <pc:docMk/>
            <pc:sldMasterMk cId="1675994923" sldId="2147485417"/>
            <pc:sldLayoutMk cId="2497099349" sldId="2147485486"/>
          </pc:sldLayoutMkLst>
        </pc:sldLayoutChg>
      </pc:sldMasterChg>
    </pc:docChg>
  </pc:docChgLst>
  <pc:docChgLst>
    <pc:chgData name="Mondal, Dipsundar" userId="88dd2544-141d-432e-b70f-f2d97fcf1630" providerId="ADAL" clId="{931D08F3-A2F0-4BEF-B61B-625ACE36BA4E}"/>
    <pc:docChg chg="undo custSel addSld delSld modSld modMainMaster">
      <pc:chgData name="Mondal, Dipsundar" userId="88dd2544-141d-432e-b70f-f2d97fcf1630" providerId="ADAL" clId="{931D08F3-A2F0-4BEF-B61B-625ACE36BA4E}" dt="2025-02-16T16:05:32.411" v="48" actId="20577"/>
      <pc:docMkLst>
        <pc:docMk/>
      </pc:docMkLst>
      <pc:sldChg chg="addSp delSp modSp mod">
        <pc:chgData name="Mondal, Dipsundar" userId="88dd2544-141d-432e-b70f-f2d97fcf1630" providerId="ADAL" clId="{931D08F3-A2F0-4BEF-B61B-625ACE36BA4E}" dt="2025-02-16T15:55:01.952" v="20" actId="478"/>
        <pc:sldMkLst>
          <pc:docMk/>
          <pc:sldMk cId="399483182" sldId="2147347689"/>
        </pc:sldMkLst>
        <pc:spChg chg="add del mod">
          <ac:chgData name="Mondal, Dipsundar" userId="88dd2544-141d-432e-b70f-f2d97fcf1630" providerId="ADAL" clId="{931D08F3-A2F0-4BEF-B61B-625ACE36BA4E}" dt="2025-02-16T15:55:01.952" v="20" actId="478"/>
          <ac:spMkLst>
            <pc:docMk/>
            <pc:sldMk cId="399483182" sldId="2147347689"/>
            <ac:spMk id="22" creationId="{71CFC74F-0E2D-6889-5A49-A74F38240287}"/>
          </ac:spMkLst>
        </pc:spChg>
        <pc:picChg chg="add del mod">
          <ac:chgData name="Mondal, Dipsundar" userId="88dd2544-141d-432e-b70f-f2d97fcf1630" providerId="ADAL" clId="{931D08F3-A2F0-4BEF-B61B-625ACE36BA4E}" dt="2025-02-16T15:54:59.292" v="19" actId="478"/>
          <ac:picMkLst>
            <pc:docMk/>
            <pc:sldMk cId="399483182" sldId="2147347689"/>
            <ac:picMk id="11" creationId="{5D448BE8-2B2E-FEDB-B688-944400D598D6}"/>
          </ac:picMkLst>
        </pc:picChg>
        <pc:picChg chg="add mod">
          <ac:chgData name="Mondal, Dipsundar" userId="88dd2544-141d-432e-b70f-f2d97fcf1630" providerId="ADAL" clId="{931D08F3-A2F0-4BEF-B61B-625ACE36BA4E}" dt="2025-02-16T15:54:53.043" v="17"/>
          <ac:picMkLst>
            <pc:docMk/>
            <pc:sldMk cId="399483182" sldId="2147347689"/>
            <ac:picMk id="25" creationId="{0252280A-31BF-74E6-E78A-1EFFE6C9B8A6}"/>
          </ac:picMkLst>
        </pc:picChg>
      </pc:sldChg>
      <pc:sldChg chg="addSp delSp modSp add del mod">
        <pc:chgData name="Mondal, Dipsundar" userId="88dd2544-141d-432e-b70f-f2d97fcf1630" providerId="ADAL" clId="{931D08F3-A2F0-4BEF-B61B-625ACE36BA4E}" dt="2025-02-16T16:01:51.993" v="46" actId="47"/>
        <pc:sldMkLst>
          <pc:docMk/>
          <pc:sldMk cId="405563981" sldId="2147347747"/>
        </pc:sldMkLst>
        <pc:spChg chg="del">
          <ac:chgData name="Mondal, Dipsundar" userId="88dd2544-141d-432e-b70f-f2d97fcf1630" providerId="ADAL" clId="{931D08F3-A2F0-4BEF-B61B-625ACE36BA4E}" dt="2025-02-16T15:55:20.559" v="23" actId="478"/>
          <ac:spMkLst>
            <pc:docMk/>
            <pc:sldMk cId="405563981" sldId="2147347747"/>
            <ac:spMk id="22" creationId="{71CFC74F-0E2D-6889-5A49-A74F38240287}"/>
          </ac:spMkLst>
        </pc:spChg>
        <pc:spChg chg="add mod">
          <ac:chgData name="Mondal, Dipsundar" userId="88dd2544-141d-432e-b70f-f2d97fcf1630" providerId="ADAL" clId="{931D08F3-A2F0-4BEF-B61B-625ACE36BA4E}" dt="2025-02-16T15:58:16.213" v="39" actId="14100"/>
          <ac:spMkLst>
            <pc:docMk/>
            <pc:sldMk cId="405563981" sldId="2147347747"/>
            <ac:spMk id="29" creationId="{E67342E3-5417-3A32-344A-F3A48DCE79A8}"/>
          </ac:spMkLst>
        </pc:spChg>
        <pc:picChg chg="del mod">
          <ac:chgData name="Mondal, Dipsundar" userId="88dd2544-141d-432e-b70f-f2d97fcf1630" providerId="ADAL" clId="{931D08F3-A2F0-4BEF-B61B-625ACE36BA4E}" dt="2025-02-16T15:55:18.820" v="22" actId="478"/>
          <ac:picMkLst>
            <pc:docMk/>
            <pc:sldMk cId="405563981" sldId="2147347747"/>
            <ac:picMk id="11" creationId="{5D448BE8-2B2E-FEDB-B688-944400D598D6}"/>
          </ac:picMkLst>
        </pc:picChg>
        <pc:picChg chg="add mod">
          <ac:chgData name="Mondal, Dipsundar" userId="88dd2544-141d-432e-b70f-f2d97fcf1630" providerId="ADAL" clId="{931D08F3-A2F0-4BEF-B61B-625ACE36BA4E}" dt="2025-02-16T15:59:01.272" v="43" actId="1076"/>
          <ac:picMkLst>
            <pc:docMk/>
            <pc:sldMk cId="405563981" sldId="2147347747"/>
            <ac:picMk id="25" creationId="{4BC4967B-A693-A133-1313-11A653669605}"/>
          </ac:picMkLst>
        </pc:picChg>
        <pc:picChg chg="add mod">
          <ac:chgData name="Mondal, Dipsundar" userId="88dd2544-141d-432e-b70f-f2d97fcf1630" providerId="ADAL" clId="{931D08F3-A2F0-4BEF-B61B-625ACE36BA4E}" dt="2025-02-16T15:57:40.649" v="29"/>
          <ac:picMkLst>
            <pc:docMk/>
            <pc:sldMk cId="405563981" sldId="2147347747"/>
            <ac:picMk id="27" creationId="{381F3247-6327-C084-C214-9819825DEA79}"/>
          </ac:picMkLst>
        </pc:picChg>
        <pc:picChg chg="add del">
          <ac:chgData name="Mondal, Dipsundar" userId="88dd2544-141d-432e-b70f-f2d97fcf1630" providerId="ADAL" clId="{931D08F3-A2F0-4BEF-B61B-625ACE36BA4E}" dt="2025-02-16T16:01:28.185" v="45" actId="22"/>
          <ac:picMkLst>
            <pc:docMk/>
            <pc:sldMk cId="405563981" sldId="2147347747"/>
            <ac:picMk id="32" creationId="{2A255B8E-B340-E06C-34AF-7E1BB20A2A0A}"/>
          </ac:picMkLst>
        </pc:picChg>
      </pc:sldChg>
      <pc:sldMasterChg chg="modSp mod">
        <pc:chgData name="Mondal, Dipsundar" userId="88dd2544-141d-432e-b70f-f2d97fcf1630" providerId="ADAL" clId="{931D08F3-A2F0-4BEF-B61B-625ACE36BA4E}" dt="2025-02-16T16:05:32.411" v="48" actId="20577"/>
        <pc:sldMasterMkLst>
          <pc:docMk/>
          <pc:sldMasterMk cId="3940311843" sldId="2147485133"/>
        </pc:sldMasterMkLst>
        <pc:spChg chg="mod">
          <ac:chgData name="Mondal, Dipsundar" userId="88dd2544-141d-432e-b70f-f2d97fcf1630" providerId="ADAL" clId="{931D08F3-A2F0-4BEF-B61B-625ACE36BA4E}" dt="2025-02-16T16:05:32.411" v="48" actId="20577"/>
          <ac:spMkLst>
            <pc:docMk/>
            <pc:sldMasterMk cId="3940311843" sldId="2147485133"/>
            <ac:spMk id="18" creationId="{00000000-0000-0000-0000-000000000000}"/>
          </ac:spMkLst>
        </pc:sp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Peak Demand (In MW)</c:v>
                </c:pt>
              </c:strCache>
            </c:strRef>
          </c:cat>
          <c:val>
            <c:numRef>
              <c:f>Sheet1!$B$2</c:f>
              <c:numCache>
                <c:formatCode>General</c:formatCode>
                <c:ptCount val="1"/>
                <c:pt idx="0">
                  <c:v>399.3</c:v>
                </c:pt>
              </c:numCache>
            </c:numRef>
          </c:val>
          <c:extLst>
            <c:ext xmlns:c16="http://schemas.microsoft.com/office/drawing/2014/chart" uri="{C3380CC4-5D6E-409C-BE32-E72D297353CC}">
              <c16:uniqueId val="{00000000-B5B5-49A3-A6E8-F730E50DC05F}"/>
            </c:ext>
          </c:extLst>
        </c:ser>
        <c:ser>
          <c:idx val="1"/>
          <c:order val="1"/>
          <c:tx>
            <c:strRef>
              <c:f>Sheet1!$C$1</c:f>
              <c:strCache>
                <c:ptCount val="1"/>
                <c:pt idx="0">
                  <c:v>2023</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Peak Demand (In MW)</c:v>
                </c:pt>
              </c:strCache>
            </c:strRef>
          </c:cat>
          <c:val>
            <c:numRef>
              <c:f>Sheet1!$C$2</c:f>
              <c:numCache>
                <c:formatCode>General</c:formatCode>
                <c:ptCount val="1"/>
                <c:pt idx="0">
                  <c:v>955.5</c:v>
                </c:pt>
              </c:numCache>
            </c:numRef>
          </c:val>
          <c:extLst>
            <c:ext xmlns:c16="http://schemas.microsoft.com/office/drawing/2014/chart" uri="{C3380CC4-5D6E-409C-BE32-E72D297353CC}">
              <c16:uniqueId val="{00000003-B5B5-49A3-A6E8-F730E50DC05F}"/>
            </c:ext>
          </c:extLst>
        </c:ser>
        <c:dLbls>
          <c:dLblPos val="outEnd"/>
          <c:showLegendKey val="0"/>
          <c:showVal val="1"/>
          <c:showCatName val="0"/>
          <c:showSerName val="0"/>
          <c:showPercent val="0"/>
          <c:showBubbleSize val="0"/>
        </c:dLbls>
        <c:gapWidth val="219"/>
        <c:overlap val="-27"/>
        <c:axId val="885556831"/>
        <c:axId val="885558271"/>
      </c:barChart>
      <c:catAx>
        <c:axId val="885556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crossAx val="885558271"/>
        <c:crosses val="autoZero"/>
        <c:auto val="1"/>
        <c:lblAlgn val="ctr"/>
        <c:lblOffset val="100"/>
        <c:noMultiLvlLbl val="0"/>
      </c:catAx>
      <c:valAx>
        <c:axId val="885558271"/>
        <c:scaling>
          <c:orientation val="minMax"/>
        </c:scaling>
        <c:delete val="1"/>
        <c:axPos val="l"/>
        <c:numFmt formatCode="General" sourceLinked="1"/>
        <c:majorTickMark val="none"/>
        <c:minorTickMark val="none"/>
        <c:tickLblPos val="nextTo"/>
        <c:crossAx val="885556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Arial" panose="020B0604020202020204" pitchFamily="34" charset="0"/>
          <a:ea typeface="Verdana" panose="020B060403050404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2018</c:v>
                </c:pt>
              </c:strCache>
            </c:strRef>
          </c:tx>
          <c:spPr>
            <a:solidFill>
              <a:schemeClr val="accent1"/>
            </a:solidFill>
            <a:ln>
              <a:noFill/>
            </a:ln>
            <a:effectLst/>
          </c:spPr>
          <c:invertIfNegative val="0"/>
          <c:dLbls>
            <c:dLbl>
              <c:idx val="0"/>
              <c:layout>
                <c:manualLayout>
                  <c:x val="-3.0313964354437874E-2"/>
                  <c:y val="-2.5710084183318164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34406349542286985"/>
                      <c:h val="0.12793337889619119"/>
                    </c:manualLayout>
                  </c15:layout>
                </c:ext>
                <c:ext xmlns:c16="http://schemas.microsoft.com/office/drawing/2014/chart" uri="{C3380CC4-5D6E-409C-BE32-E72D297353CC}">
                  <c16:uniqueId val="{00000002-2697-44F0-B871-E4CB60FE9A2B}"/>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Aggregate Generation [DGPC] (In MU)</c:v>
                </c:pt>
              </c:strCache>
            </c:strRef>
          </c:cat>
          <c:val>
            <c:numRef>
              <c:f>Sheet1!$B$2</c:f>
              <c:numCache>
                <c:formatCode>#,##0.0</c:formatCode>
                <c:ptCount val="1"/>
                <c:pt idx="0">
                  <c:v>6940.63</c:v>
                </c:pt>
              </c:numCache>
            </c:numRef>
          </c:val>
          <c:extLst>
            <c:ext xmlns:c16="http://schemas.microsoft.com/office/drawing/2014/chart" uri="{C3380CC4-5D6E-409C-BE32-E72D297353CC}">
              <c16:uniqueId val="{00000000-2697-44F0-B871-E4CB60FE9A2B}"/>
            </c:ext>
          </c:extLst>
        </c:ser>
        <c:ser>
          <c:idx val="1"/>
          <c:order val="1"/>
          <c:tx>
            <c:strRef>
              <c:f>Sheet1!$C$1</c:f>
              <c:strCache>
                <c:ptCount val="1"/>
                <c:pt idx="0">
                  <c:v>2023</c:v>
                </c:pt>
              </c:strCache>
            </c:strRef>
          </c:tx>
          <c:spPr>
            <a:solidFill>
              <a:schemeClr val="accent2"/>
            </a:solidFill>
            <a:ln>
              <a:noFill/>
            </a:ln>
            <a:effectLst/>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0364487628361936"/>
                      <c:h val="0.12793337889619119"/>
                    </c:manualLayout>
                  </c15:layout>
                </c:ext>
                <c:ext xmlns:c16="http://schemas.microsoft.com/office/drawing/2014/chart" uri="{C3380CC4-5D6E-409C-BE32-E72D297353CC}">
                  <c16:uniqueId val="{00000003-2697-44F0-B871-E4CB60FE9A2B}"/>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Aggregate Generation [DGPC] (In MU)</c:v>
                </c:pt>
              </c:strCache>
            </c:strRef>
          </c:cat>
          <c:val>
            <c:numRef>
              <c:f>Sheet1!$C$2</c:f>
              <c:numCache>
                <c:formatCode>#,##0.0</c:formatCode>
                <c:ptCount val="1"/>
                <c:pt idx="0">
                  <c:v>10516.02</c:v>
                </c:pt>
              </c:numCache>
            </c:numRef>
          </c:val>
          <c:extLst>
            <c:ext xmlns:c16="http://schemas.microsoft.com/office/drawing/2014/chart" uri="{C3380CC4-5D6E-409C-BE32-E72D297353CC}">
              <c16:uniqueId val="{00000001-2697-44F0-B871-E4CB60FE9A2B}"/>
            </c:ext>
          </c:extLst>
        </c:ser>
        <c:dLbls>
          <c:dLblPos val="outEnd"/>
          <c:showLegendKey val="0"/>
          <c:showVal val="1"/>
          <c:showCatName val="0"/>
          <c:showSerName val="0"/>
          <c:showPercent val="0"/>
          <c:showBubbleSize val="0"/>
        </c:dLbls>
        <c:gapWidth val="219"/>
        <c:overlap val="-27"/>
        <c:axId val="885556831"/>
        <c:axId val="885558271"/>
      </c:barChart>
      <c:catAx>
        <c:axId val="885556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crossAx val="885558271"/>
        <c:crosses val="autoZero"/>
        <c:auto val="1"/>
        <c:lblAlgn val="ctr"/>
        <c:lblOffset val="100"/>
        <c:noMultiLvlLbl val="0"/>
      </c:catAx>
      <c:valAx>
        <c:axId val="885558271"/>
        <c:scaling>
          <c:orientation val="minMax"/>
        </c:scaling>
        <c:delete val="1"/>
        <c:axPos val="l"/>
        <c:numFmt formatCode="#,##0.0" sourceLinked="1"/>
        <c:majorTickMark val="none"/>
        <c:minorTickMark val="none"/>
        <c:tickLblPos val="nextTo"/>
        <c:crossAx val="885556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Arial" panose="020B0604020202020204" pitchFamily="34" charset="0"/>
          <a:ea typeface="Verdana" panose="020B060403050404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2018</c:v>
                </c:pt>
              </c:strCache>
            </c:strRef>
          </c:tx>
          <c:spPr>
            <a:solidFill>
              <a:schemeClr val="accent1"/>
            </a:solidFill>
            <a:ln>
              <a:noFill/>
            </a:ln>
            <a:effectLst/>
          </c:spPr>
          <c:invertIfNegative val="0"/>
          <c:dLbls>
            <c:dLbl>
              <c:idx val="0"/>
              <c:layout>
                <c:manualLayout>
                  <c:x val="-3.0313964354437874E-2"/>
                  <c:y val="-2.5710084183318164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34406349542286985"/>
                      <c:h val="0.12793337889619119"/>
                    </c:manualLayout>
                  </c15:layout>
                </c:ext>
                <c:ext xmlns:c16="http://schemas.microsoft.com/office/drawing/2014/chart" uri="{C3380CC4-5D6E-409C-BE32-E72D297353CC}">
                  <c16:uniqueId val="{00000000-18FD-4724-A9C0-9D8FE284C469}"/>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Energy Sold (In MU)</c:v>
                </c:pt>
              </c:strCache>
            </c:strRef>
          </c:cat>
          <c:val>
            <c:numRef>
              <c:f>Sheet1!$B$2</c:f>
              <c:numCache>
                <c:formatCode>#,##0.0</c:formatCode>
                <c:ptCount val="1"/>
                <c:pt idx="0">
                  <c:v>2328.4</c:v>
                </c:pt>
              </c:numCache>
            </c:numRef>
          </c:val>
          <c:extLst>
            <c:ext xmlns:c16="http://schemas.microsoft.com/office/drawing/2014/chart" uri="{C3380CC4-5D6E-409C-BE32-E72D297353CC}">
              <c16:uniqueId val="{00000001-18FD-4724-A9C0-9D8FE284C469}"/>
            </c:ext>
          </c:extLst>
        </c:ser>
        <c:ser>
          <c:idx val="1"/>
          <c:order val="1"/>
          <c:tx>
            <c:strRef>
              <c:f>Sheet1!$C$1</c:f>
              <c:strCache>
                <c:ptCount val="1"/>
                <c:pt idx="0">
                  <c:v>2023</c:v>
                </c:pt>
              </c:strCache>
            </c:strRef>
          </c:tx>
          <c:spPr>
            <a:solidFill>
              <a:schemeClr val="accent2"/>
            </a:solidFill>
            <a:ln>
              <a:noFill/>
            </a:ln>
            <a:effectLst/>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30364487628361936"/>
                      <c:h val="0.12793337889619119"/>
                    </c:manualLayout>
                  </c15:layout>
                </c:ext>
                <c:ext xmlns:c16="http://schemas.microsoft.com/office/drawing/2014/chart" uri="{C3380CC4-5D6E-409C-BE32-E72D297353CC}">
                  <c16:uniqueId val="{00000002-18FD-4724-A9C0-9D8FE284C469}"/>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Energy Sold (In MU)</c:v>
                </c:pt>
              </c:strCache>
            </c:strRef>
          </c:cat>
          <c:val>
            <c:numRef>
              <c:f>Sheet1!$C$2</c:f>
              <c:numCache>
                <c:formatCode>#,##0.0</c:formatCode>
                <c:ptCount val="1"/>
                <c:pt idx="0">
                  <c:v>5689.7</c:v>
                </c:pt>
              </c:numCache>
            </c:numRef>
          </c:val>
          <c:extLst>
            <c:ext xmlns:c16="http://schemas.microsoft.com/office/drawing/2014/chart" uri="{C3380CC4-5D6E-409C-BE32-E72D297353CC}">
              <c16:uniqueId val="{00000003-18FD-4724-A9C0-9D8FE284C469}"/>
            </c:ext>
          </c:extLst>
        </c:ser>
        <c:dLbls>
          <c:dLblPos val="outEnd"/>
          <c:showLegendKey val="0"/>
          <c:showVal val="1"/>
          <c:showCatName val="0"/>
          <c:showSerName val="0"/>
          <c:showPercent val="0"/>
          <c:showBubbleSize val="0"/>
        </c:dLbls>
        <c:gapWidth val="219"/>
        <c:overlap val="-27"/>
        <c:axId val="885556831"/>
        <c:axId val="885558271"/>
      </c:barChart>
      <c:catAx>
        <c:axId val="885556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crossAx val="885558271"/>
        <c:crosses val="autoZero"/>
        <c:auto val="1"/>
        <c:lblAlgn val="ctr"/>
        <c:lblOffset val="100"/>
        <c:noMultiLvlLbl val="0"/>
      </c:catAx>
      <c:valAx>
        <c:axId val="885558271"/>
        <c:scaling>
          <c:orientation val="minMax"/>
        </c:scaling>
        <c:delete val="1"/>
        <c:axPos val="l"/>
        <c:numFmt formatCode="#,##0.0" sourceLinked="1"/>
        <c:majorTickMark val="none"/>
        <c:minorTickMark val="none"/>
        <c:tickLblPos val="nextTo"/>
        <c:crossAx val="885556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Arial" panose="020B0604020202020204" pitchFamily="34" charset="0"/>
          <a:ea typeface="Verdana" panose="020B060403050404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2018</c:v>
                </c:pt>
              </c:strCache>
            </c:strRef>
          </c:tx>
          <c:spPr>
            <a:solidFill>
              <a:schemeClr val="accent1"/>
            </a:solidFill>
            <a:ln>
              <a:noFill/>
            </a:ln>
            <a:effectLst/>
          </c:spPr>
          <c:invertIfNegative val="0"/>
          <c:dLbls>
            <c:dLbl>
              <c:idx val="0"/>
              <c:layout>
                <c:manualLayout>
                  <c:x val="-3.0313964354437874E-2"/>
                  <c:y val="-2.5710084183318164E-2"/>
                </c:manualLayout>
              </c:layout>
              <c:showLegendKey val="0"/>
              <c:showVal val="1"/>
              <c:showCatName val="0"/>
              <c:showSerName val="0"/>
              <c:showPercent val="0"/>
              <c:showBubbleSize val="0"/>
              <c:extLst>
                <c:ext xmlns:c15="http://schemas.microsoft.com/office/drawing/2012/chart" uri="{CE6537A1-D6FC-4f65-9D91-7224C49458BB}">
                  <c15:layout>
                    <c:manualLayout>
                      <c:w val="0.34406349542286985"/>
                      <c:h val="0.12793337889619119"/>
                    </c:manualLayout>
                  </c15:layout>
                </c:ext>
                <c:ext xmlns:c16="http://schemas.microsoft.com/office/drawing/2014/chart" uri="{C3380CC4-5D6E-409C-BE32-E72D297353CC}">
                  <c16:uniqueId val="{00000000-3E17-46EA-BA4D-3B43416E7370}"/>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Global System Losses (Including Wheeling) [In %]</c:v>
                </c:pt>
              </c:strCache>
            </c:strRef>
          </c:cat>
          <c:val>
            <c:numRef>
              <c:f>Sheet1!$B$2</c:f>
              <c:numCache>
                <c:formatCode>#,##0.00</c:formatCode>
                <c:ptCount val="1"/>
                <c:pt idx="0">
                  <c:v>2.21</c:v>
                </c:pt>
              </c:numCache>
            </c:numRef>
          </c:val>
          <c:extLst>
            <c:ext xmlns:c16="http://schemas.microsoft.com/office/drawing/2014/chart" uri="{C3380CC4-5D6E-409C-BE32-E72D297353CC}">
              <c16:uniqueId val="{00000001-3E17-46EA-BA4D-3B43416E7370}"/>
            </c:ext>
          </c:extLst>
        </c:ser>
        <c:ser>
          <c:idx val="1"/>
          <c:order val="1"/>
          <c:tx>
            <c:strRef>
              <c:f>Sheet1!$C$1</c:f>
              <c:strCache>
                <c:ptCount val="1"/>
                <c:pt idx="0">
                  <c:v>2023</c:v>
                </c:pt>
              </c:strCache>
            </c:strRef>
          </c:tx>
          <c:spPr>
            <a:solidFill>
              <a:schemeClr val="accent2"/>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15:layout>
                    <c:manualLayout>
                      <c:w val="0.30364487628361936"/>
                      <c:h val="0.12793337889619119"/>
                    </c:manualLayout>
                  </c15:layout>
                </c:ext>
                <c:ext xmlns:c16="http://schemas.microsoft.com/office/drawing/2014/chart" uri="{C3380CC4-5D6E-409C-BE32-E72D297353CC}">
                  <c16:uniqueId val="{00000002-3E17-46EA-BA4D-3B43416E7370}"/>
                </c:ext>
              </c:extLst>
            </c:dLbl>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Global System Losses (Including Wheeling) [In %]</c:v>
                </c:pt>
              </c:strCache>
            </c:strRef>
          </c:cat>
          <c:val>
            <c:numRef>
              <c:f>Sheet1!$C$2</c:f>
              <c:numCache>
                <c:formatCode>#,##0.00</c:formatCode>
                <c:ptCount val="1"/>
                <c:pt idx="0">
                  <c:v>2.14</c:v>
                </c:pt>
              </c:numCache>
            </c:numRef>
          </c:val>
          <c:extLst>
            <c:ext xmlns:c16="http://schemas.microsoft.com/office/drawing/2014/chart" uri="{C3380CC4-5D6E-409C-BE32-E72D297353CC}">
              <c16:uniqueId val="{00000003-3E17-46EA-BA4D-3B43416E7370}"/>
            </c:ext>
          </c:extLst>
        </c:ser>
        <c:dLbls>
          <c:dLblPos val="outEnd"/>
          <c:showLegendKey val="0"/>
          <c:showVal val="1"/>
          <c:showCatName val="0"/>
          <c:showSerName val="0"/>
          <c:showPercent val="0"/>
          <c:showBubbleSize val="0"/>
        </c:dLbls>
        <c:gapWidth val="219"/>
        <c:axId val="885556831"/>
        <c:axId val="885558271"/>
      </c:barChart>
      <c:catAx>
        <c:axId val="885556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crossAx val="885558271"/>
        <c:crosses val="autoZero"/>
        <c:auto val="1"/>
        <c:lblAlgn val="ctr"/>
        <c:lblOffset val="100"/>
        <c:noMultiLvlLbl val="0"/>
      </c:catAx>
      <c:valAx>
        <c:axId val="885558271"/>
        <c:scaling>
          <c:orientation val="minMax"/>
        </c:scaling>
        <c:delete val="1"/>
        <c:axPos val="l"/>
        <c:numFmt formatCode="#,##0.00" sourceLinked="1"/>
        <c:majorTickMark val="none"/>
        <c:minorTickMark val="none"/>
        <c:tickLblPos val="nextTo"/>
        <c:crossAx val="885556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Arial" panose="020B0604020202020204" pitchFamily="34" charset="0"/>
              <a:ea typeface="Verdana" panose="020B0604030504040204" pitchFamily="34" charset="0"/>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Arial" panose="020B0604020202020204" pitchFamily="34" charset="0"/>
          <a:ea typeface="Verdana" panose="020B060403050404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19-03-2025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9B7263-A17B-4449-900E-FD8687FAD364}" type="slidenum">
              <a:rPr lang="en-IN" smtClean="0"/>
              <a:t>6</a:t>
            </a:fld>
            <a:endParaRPr lang="en-IN"/>
          </a:p>
        </p:txBody>
      </p:sp>
    </p:spTree>
    <p:extLst>
      <p:ext uri="{BB962C8B-B14F-4D97-AF65-F5344CB8AC3E}">
        <p14:creationId xmlns:p14="http://schemas.microsoft.com/office/powerpoint/2010/main" val="325745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9B7263-A17B-4449-900E-FD8687FAD364}" type="slidenum">
              <a:rPr lang="en-IN" smtClean="0"/>
              <a:t>9</a:t>
            </a:fld>
            <a:endParaRPr lang="en-IN"/>
          </a:p>
        </p:txBody>
      </p:sp>
    </p:spTree>
    <p:extLst>
      <p:ext uri="{BB962C8B-B14F-4D97-AF65-F5344CB8AC3E}">
        <p14:creationId xmlns:p14="http://schemas.microsoft.com/office/powerpoint/2010/main" val="261446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oleObject" Target="../embeddings/oleObject7.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8.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emf"/><Relationship Id="rId4" Type="http://schemas.openxmlformats.org/officeDocument/2006/relationships/oleObject" Target="../embeddings/oleObject13.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oleObject" Target="../embeddings/oleObject14.bin"/></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1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oleObject" Target="../embeddings/oleObject16.bin"/></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8.emf"/><Relationship Id="rId4" Type="http://schemas.openxmlformats.org/officeDocument/2006/relationships/oleObject" Target="../embeddings/oleObject18.bin"/></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3.emf"/><Relationship Id="rId4" Type="http://schemas.openxmlformats.org/officeDocument/2006/relationships/oleObject" Target="../embeddings/oleObject20.bin"/></Relationships>
</file>

<file path=ppt/slideLayouts/_rels/slideLayout19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3.emf"/><Relationship Id="rId4" Type="http://schemas.openxmlformats.org/officeDocument/2006/relationships/oleObject" Target="../embeddings/oleObject21.bin"/></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emf"/><Relationship Id="rId4" Type="http://schemas.openxmlformats.org/officeDocument/2006/relationships/oleObject" Target="../embeddings/oleObject22.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3.emf"/><Relationship Id="rId4" Type="http://schemas.openxmlformats.org/officeDocument/2006/relationships/oleObject" Target="../embeddings/oleObject23.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3.emf"/><Relationship Id="rId4" Type="http://schemas.openxmlformats.org/officeDocument/2006/relationships/oleObject" Target="../embeddings/oleObject24.bin"/></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3.emf"/><Relationship Id="rId4" Type="http://schemas.openxmlformats.org/officeDocument/2006/relationships/oleObject" Target="../embeddings/oleObject2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26.bin"/></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916339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9052313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56381687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988113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60671139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487141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14762644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6047219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196752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1270537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28664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3405104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357785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1098509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4799195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4814769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101980679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51745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8275587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8689854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4564017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754555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96626303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2643048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8756989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75778310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58798687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51123653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4785156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8780848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16351059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6326860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90707799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86207369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189213770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45284684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44673013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9799792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2476268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12056601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51860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2422607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47524178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6145369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2332820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0996805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911717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30568392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018014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429748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3156764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3261823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14282137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3789886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89999811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2088653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6378933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5411963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4260652"/>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8521874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7314328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443967305"/>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30216269"/>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49327554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9994536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952048716"/>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4112678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6364246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06313993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7677824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69905016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6531131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5414809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0509669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467509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3978559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48063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47354853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17132906"/>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13777351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5273679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67842605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048077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3559412171"/>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5473758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96798602"/>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98837679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51436996"/>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0278713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13827149"/>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47650572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4140227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7441185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289788151"/>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2639530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1540913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1347624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11968588"/>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0932680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059278166"/>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02023863"/>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30830879"/>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806390448"/>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38847226"/>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5875516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95404900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0123081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614500780"/>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98695579"/>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21003638"/>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89990130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30250639"/>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087751744"/>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32167"/>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710953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253286208"/>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0168143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73499823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83639474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57796796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517759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7798971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6881461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8446833"/>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7993375"/>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75482802"/>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1276752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26314031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13514945"/>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7621506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67981681"/>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4646220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33087376"/>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6530613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47069665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88295953"/>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4219828183"/>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68539812"/>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0307340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6874147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536951"/>
      </p:ext>
    </p:extLst>
  </p:cSld>
  <p:clrMapOvr>
    <a:masterClrMapping/>
  </p:clrMapOvr>
  <p:transition>
    <p:fade/>
  </p:transition>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655424844"/>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034048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1466947131"/>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85579908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63181669"/>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75153927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2878162"/>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776661874"/>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34961022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45668440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2656516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8054944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87284597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964541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5688310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9790233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62884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5852850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496236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47422101"/>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53008745"/>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05581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84519042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896771909"/>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040557406"/>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899279225"/>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970953026"/>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56428969"/>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80175154"/>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186852721"/>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72635428"/>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a:solidFill>
                  <a:schemeClr val="bg1"/>
                </a:solidFill>
              </a:endParaRPr>
            </a:p>
          </p:txBody>
        </p:sp>
      </p:grpSp>
    </p:spTree>
    <p:extLst>
      <p:ext uri="{BB962C8B-B14F-4D97-AF65-F5344CB8AC3E}">
        <p14:creationId xmlns:p14="http://schemas.microsoft.com/office/powerpoint/2010/main" val="1803350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882645744"/>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184615245"/>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81015764"/>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00987465"/>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2145113884"/>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1386469450"/>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775924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3655563802"/>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646129747"/>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a:t>BREADCRUMBS</a:t>
            </a:r>
          </a:p>
        </p:txBody>
      </p:sp>
    </p:spTree>
    <p:extLst>
      <p:ext uri="{BB962C8B-B14F-4D97-AF65-F5344CB8AC3E}">
        <p14:creationId xmlns:p14="http://schemas.microsoft.com/office/powerpoint/2010/main" val="19679654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884291121"/>
      </p:ext>
    </p:extLst>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3417459642"/>
      </p:ext>
    </p:extLst>
  </p:cSld>
  <p:clrMapOvr>
    <a:masterClrMapping/>
  </p:clrMapOvr>
  <p:transition>
    <p:fade/>
  </p:transition>
  <p:hf hdr="0" dt="0"/>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6936212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3119022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7764655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3734039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1560491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6794064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61032570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7078653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17528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661513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748272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16720834"/>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23131582"/>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420034492"/>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18405846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29051402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2628296785"/>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81303299"/>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83255008"/>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25359071"/>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0249035"/>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829872751"/>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771038894"/>
      </p:ext>
    </p:extLst>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81148048"/>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12415532"/>
      </p:ext>
    </p:extLst>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857389755"/>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012598567"/>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5677176"/>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042940108"/>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55112847"/>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27997990"/>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39165547"/>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977214701"/>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4757673"/>
      </p:ext>
    </p:extLst>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246989527"/>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785719875"/>
      </p:ext>
    </p:extLst>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47299343"/>
      </p:ext>
    </p:extLst>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787340712"/>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14560902"/>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742429275"/>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475376"/>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0330091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91075786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17909836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00523914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6083356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1704099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94896770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44362092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3640836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766159495"/>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746955201"/>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100679189"/>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678707598"/>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233286780"/>
      </p:ext>
    </p:extLst>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95266130"/>
      </p:ext>
    </p:extLst>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81973286"/>
      </p:ext>
    </p:extLst>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22597110"/>
      </p:ext>
    </p:extLst>
  </p:cSld>
  <p:clrMapOvr>
    <a:masterClrMapping/>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05894463"/>
      </p:ext>
    </p:extLst>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41028368"/>
      </p:ext>
    </p:extLst>
  </p:cSld>
  <p:clrMapOvr>
    <a:masterClrMapping/>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38823029"/>
      </p:ext>
    </p:extLst>
  </p:cSld>
  <p:clrMapOvr>
    <a:masterClrMapping/>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70124655"/>
      </p:ext>
    </p:extLst>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33123255"/>
      </p:ext>
    </p:extLst>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1770616121"/>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691642709"/>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703908232"/>
      </p:ext>
    </p:extLst>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84474101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5.xml"/><Relationship Id="rId21" Type="http://schemas.openxmlformats.org/officeDocument/2006/relationships/slideLayout" Target="../slideLayouts/slideLayout90.xml"/><Relationship Id="rId42" Type="http://schemas.openxmlformats.org/officeDocument/2006/relationships/slideLayout" Target="../slideLayouts/slideLayout111.xml"/><Relationship Id="rId47" Type="http://schemas.openxmlformats.org/officeDocument/2006/relationships/slideLayout" Target="../slideLayouts/slideLayout116.xml"/><Relationship Id="rId63" Type="http://schemas.openxmlformats.org/officeDocument/2006/relationships/slideLayout" Target="../slideLayouts/slideLayout132.xml"/><Relationship Id="rId68" Type="http://schemas.openxmlformats.org/officeDocument/2006/relationships/slideLayout" Target="../slideLayouts/slideLayout137.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9" Type="http://schemas.openxmlformats.org/officeDocument/2006/relationships/slideLayout" Target="../slideLayouts/slideLayout98.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slideLayout" Target="../slideLayouts/slideLayout101.xml"/><Relationship Id="rId37" Type="http://schemas.openxmlformats.org/officeDocument/2006/relationships/slideLayout" Target="../slideLayouts/slideLayout106.xml"/><Relationship Id="rId40" Type="http://schemas.openxmlformats.org/officeDocument/2006/relationships/slideLayout" Target="../slideLayouts/slideLayout109.xml"/><Relationship Id="rId45" Type="http://schemas.openxmlformats.org/officeDocument/2006/relationships/slideLayout" Target="../slideLayouts/slideLayout114.xml"/><Relationship Id="rId53" Type="http://schemas.openxmlformats.org/officeDocument/2006/relationships/slideLayout" Target="../slideLayouts/slideLayout122.xml"/><Relationship Id="rId58" Type="http://schemas.openxmlformats.org/officeDocument/2006/relationships/slideLayout" Target="../slideLayouts/slideLayout127.xml"/><Relationship Id="rId66" Type="http://schemas.openxmlformats.org/officeDocument/2006/relationships/slideLayout" Target="../slideLayouts/slideLayout135.xml"/><Relationship Id="rId5" Type="http://schemas.openxmlformats.org/officeDocument/2006/relationships/slideLayout" Target="../slideLayouts/slideLayout74.xml"/><Relationship Id="rId61" Type="http://schemas.openxmlformats.org/officeDocument/2006/relationships/slideLayout" Target="../slideLayouts/slideLayout130.xml"/><Relationship Id="rId19" Type="http://schemas.openxmlformats.org/officeDocument/2006/relationships/slideLayout" Target="../slideLayouts/slideLayout8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slideLayout" Target="../slideLayouts/slideLayout104.xml"/><Relationship Id="rId43" Type="http://schemas.openxmlformats.org/officeDocument/2006/relationships/slideLayout" Target="../slideLayouts/slideLayout112.xml"/><Relationship Id="rId48" Type="http://schemas.openxmlformats.org/officeDocument/2006/relationships/slideLayout" Target="../slideLayouts/slideLayout117.xml"/><Relationship Id="rId56" Type="http://schemas.openxmlformats.org/officeDocument/2006/relationships/slideLayout" Target="../slideLayouts/slideLayout125.xml"/><Relationship Id="rId64" Type="http://schemas.openxmlformats.org/officeDocument/2006/relationships/slideLayout" Target="../slideLayouts/slideLayout133.xml"/><Relationship Id="rId69" Type="http://schemas.openxmlformats.org/officeDocument/2006/relationships/theme" Target="../theme/theme2.xml"/><Relationship Id="rId8" Type="http://schemas.openxmlformats.org/officeDocument/2006/relationships/slideLayout" Target="../slideLayouts/slideLayout77.xml"/><Relationship Id="rId51" Type="http://schemas.openxmlformats.org/officeDocument/2006/relationships/slideLayout" Target="../slideLayouts/slideLayout120.xml"/><Relationship Id="rId72" Type="http://schemas.openxmlformats.org/officeDocument/2006/relationships/oleObject" Target="../embeddings/oleObject9.bin"/><Relationship Id="rId3" Type="http://schemas.openxmlformats.org/officeDocument/2006/relationships/slideLayout" Target="../slideLayouts/slideLayout72.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slideLayout" Target="../slideLayouts/slideLayout102.xml"/><Relationship Id="rId38" Type="http://schemas.openxmlformats.org/officeDocument/2006/relationships/slideLayout" Target="../slideLayouts/slideLayout107.xml"/><Relationship Id="rId46" Type="http://schemas.openxmlformats.org/officeDocument/2006/relationships/slideLayout" Target="../slideLayouts/slideLayout115.xml"/><Relationship Id="rId59" Type="http://schemas.openxmlformats.org/officeDocument/2006/relationships/slideLayout" Target="../slideLayouts/slideLayout128.xml"/><Relationship Id="rId67" Type="http://schemas.openxmlformats.org/officeDocument/2006/relationships/slideLayout" Target="../slideLayouts/slideLayout136.xml"/><Relationship Id="rId20" Type="http://schemas.openxmlformats.org/officeDocument/2006/relationships/slideLayout" Target="../slideLayouts/slideLayout89.xml"/><Relationship Id="rId41" Type="http://schemas.openxmlformats.org/officeDocument/2006/relationships/slideLayout" Target="../slideLayouts/slideLayout110.xml"/><Relationship Id="rId54" Type="http://schemas.openxmlformats.org/officeDocument/2006/relationships/slideLayout" Target="../slideLayouts/slideLayout123.xml"/><Relationship Id="rId62" Type="http://schemas.openxmlformats.org/officeDocument/2006/relationships/slideLayout" Target="../slideLayouts/slideLayout131.xml"/><Relationship Id="rId70" Type="http://schemas.openxmlformats.org/officeDocument/2006/relationships/tags" Target="../tags/tag18.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36" Type="http://schemas.openxmlformats.org/officeDocument/2006/relationships/slideLayout" Target="../slideLayouts/slideLayout105.xml"/><Relationship Id="rId49" Type="http://schemas.openxmlformats.org/officeDocument/2006/relationships/slideLayout" Target="../slideLayouts/slideLayout118.xml"/><Relationship Id="rId57" Type="http://schemas.openxmlformats.org/officeDocument/2006/relationships/slideLayout" Target="../slideLayouts/slideLayout126.xml"/><Relationship Id="rId10" Type="http://schemas.openxmlformats.org/officeDocument/2006/relationships/slideLayout" Target="../slideLayouts/slideLayout79.xml"/><Relationship Id="rId31" Type="http://schemas.openxmlformats.org/officeDocument/2006/relationships/slideLayout" Target="../slideLayouts/slideLayout100.xml"/><Relationship Id="rId44" Type="http://schemas.openxmlformats.org/officeDocument/2006/relationships/slideLayout" Target="../slideLayouts/slideLayout113.xml"/><Relationship Id="rId52" Type="http://schemas.openxmlformats.org/officeDocument/2006/relationships/slideLayout" Target="../slideLayouts/slideLayout121.xml"/><Relationship Id="rId60" Type="http://schemas.openxmlformats.org/officeDocument/2006/relationships/slideLayout" Target="../slideLayouts/slideLayout129.xml"/><Relationship Id="rId65" Type="http://schemas.openxmlformats.org/officeDocument/2006/relationships/slideLayout" Target="../slideLayouts/slideLayout134.xml"/><Relationship Id="rId73" Type="http://schemas.openxmlformats.org/officeDocument/2006/relationships/image" Target="../media/image1.emf"/><Relationship Id="rId4" Type="http://schemas.openxmlformats.org/officeDocument/2006/relationships/slideLayout" Target="../slideLayouts/slideLayout73.xml"/><Relationship Id="rId9" Type="http://schemas.openxmlformats.org/officeDocument/2006/relationships/slideLayout" Target="../slideLayouts/slideLayout78.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9" Type="http://schemas.openxmlformats.org/officeDocument/2006/relationships/slideLayout" Target="../slideLayouts/slideLayout108.xml"/><Relationship Id="rId34" Type="http://schemas.openxmlformats.org/officeDocument/2006/relationships/slideLayout" Target="../slideLayouts/slideLayout103.xml"/><Relationship Id="rId50" Type="http://schemas.openxmlformats.org/officeDocument/2006/relationships/slideLayout" Target="../slideLayouts/slideLayout119.xml"/><Relationship Id="rId55" Type="http://schemas.openxmlformats.org/officeDocument/2006/relationships/slideLayout" Target="../slideLayouts/slideLayout124.xml"/><Relationship Id="rId7" Type="http://schemas.openxmlformats.org/officeDocument/2006/relationships/slideLayout" Target="../slideLayouts/slideLayout76.xml"/><Relationship Id="rId71" Type="http://schemas.openxmlformats.org/officeDocument/2006/relationships/tags" Target="../tags/tag1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26" Type="http://schemas.openxmlformats.org/officeDocument/2006/relationships/slideLayout" Target="../slideLayouts/slideLayout163.xml"/><Relationship Id="rId39" Type="http://schemas.openxmlformats.org/officeDocument/2006/relationships/slideLayout" Target="../slideLayouts/slideLayout176.xml"/><Relationship Id="rId21" Type="http://schemas.openxmlformats.org/officeDocument/2006/relationships/slideLayout" Target="../slideLayouts/slideLayout158.xml"/><Relationship Id="rId34" Type="http://schemas.openxmlformats.org/officeDocument/2006/relationships/slideLayout" Target="../slideLayouts/slideLayout171.xml"/><Relationship Id="rId42" Type="http://schemas.openxmlformats.org/officeDocument/2006/relationships/theme" Target="../theme/theme3.xml"/><Relationship Id="rId7" Type="http://schemas.openxmlformats.org/officeDocument/2006/relationships/slideLayout" Target="../slideLayouts/slideLayout144.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9" Type="http://schemas.openxmlformats.org/officeDocument/2006/relationships/slideLayout" Target="../slideLayouts/slideLayout166.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24" Type="http://schemas.openxmlformats.org/officeDocument/2006/relationships/slideLayout" Target="../slideLayouts/slideLayout161.xml"/><Relationship Id="rId32" Type="http://schemas.openxmlformats.org/officeDocument/2006/relationships/slideLayout" Target="../slideLayouts/slideLayout169.xml"/><Relationship Id="rId37" Type="http://schemas.openxmlformats.org/officeDocument/2006/relationships/slideLayout" Target="../slideLayouts/slideLayout174.xml"/><Relationship Id="rId40" Type="http://schemas.openxmlformats.org/officeDocument/2006/relationships/slideLayout" Target="../slideLayouts/slideLayout177.xml"/><Relationship Id="rId45" Type="http://schemas.openxmlformats.org/officeDocument/2006/relationships/oleObject" Target="../embeddings/oleObject17.bin"/><Relationship Id="rId5" Type="http://schemas.openxmlformats.org/officeDocument/2006/relationships/slideLayout" Target="../slideLayouts/slideLayout142.xml"/><Relationship Id="rId15" Type="http://schemas.openxmlformats.org/officeDocument/2006/relationships/slideLayout" Target="../slideLayouts/slideLayout152.xml"/><Relationship Id="rId23" Type="http://schemas.openxmlformats.org/officeDocument/2006/relationships/slideLayout" Target="../slideLayouts/slideLayout160.xml"/><Relationship Id="rId28" Type="http://schemas.openxmlformats.org/officeDocument/2006/relationships/slideLayout" Target="../slideLayouts/slideLayout165.xml"/><Relationship Id="rId36" Type="http://schemas.openxmlformats.org/officeDocument/2006/relationships/slideLayout" Target="../slideLayouts/slideLayout173.xml"/><Relationship Id="rId10" Type="http://schemas.openxmlformats.org/officeDocument/2006/relationships/slideLayout" Target="../slideLayouts/slideLayout147.xml"/><Relationship Id="rId19" Type="http://schemas.openxmlformats.org/officeDocument/2006/relationships/slideLayout" Target="../slideLayouts/slideLayout156.xml"/><Relationship Id="rId31" Type="http://schemas.openxmlformats.org/officeDocument/2006/relationships/slideLayout" Target="../slideLayouts/slideLayout168.xml"/><Relationship Id="rId44" Type="http://schemas.openxmlformats.org/officeDocument/2006/relationships/tags" Target="../tags/tag35.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 Id="rId22" Type="http://schemas.openxmlformats.org/officeDocument/2006/relationships/slideLayout" Target="../slideLayouts/slideLayout159.xml"/><Relationship Id="rId27" Type="http://schemas.openxmlformats.org/officeDocument/2006/relationships/slideLayout" Target="../slideLayouts/slideLayout164.xml"/><Relationship Id="rId30" Type="http://schemas.openxmlformats.org/officeDocument/2006/relationships/slideLayout" Target="../slideLayouts/slideLayout167.xml"/><Relationship Id="rId35" Type="http://schemas.openxmlformats.org/officeDocument/2006/relationships/slideLayout" Target="../slideLayouts/slideLayout172.xml"/><Relationship Id="rId43" Type="http://schemas.openxmlformats.org/officeDocument/2006/relationships/tags" Target="../tags/tag34.xml"/><Relationship Id="rId8" Type="http://schemas.openxmlformats.org/officeDocument/2006/relationships/slideLayout" Target="../slideLayouts/slideLayout145.xml"/><Relationship Id="rId3" Type="http://schemas.openxmlformats.org/officeDocument/2006/relationships/slideLayout" Target="../slideLayouts/slideLayout140.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5" Type="http://schemas.openxmlformats.org/officeDocument/2006/relationships/slideLayout" Target="../slideLayouts/slideLayout162.xml"/><Relationship Id="rId33" Type="http://schemas.openxmlformats.org/officeDocument/2006/relationships/slideLayout" Target="../slideLayouts/slideLayout170.xml"/><Relationship Id="rId38" Type="http://schemas.openxmlformats.org/officeDocument/2006/relationships/slideLayout" Target="../slideLayouts/slideLayout175.xml"/><Relationship Id="rId46" Type="http://schemas.openxmlformats.org/officeDocument/2006/relationships/image" Target="../media/image1.emf"/><Relationship Id="rId20" Type="http://schemas.openxmlformats.org/officeDocument/2006/relationships/slideLayout" Target="../slideLayouts/slideLayout157.xml"/><Relationship Id="rId41" Type="http://schemas.openxmlformats.org/officeDocument/2006/relationships/slideLayout" Target="../slideLayouts/slideLayout178.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04.xml"/><Relationship Id="rId21" Type="http://schemas.openxmlformats.org/officeDocument/2006/relationships/slideLayout" Target="../slideLayouts/slideLayout199.xml"/><Relationship Id="rId42" Type="http://schemas.openxmlformats.org/officeDocument/2006/relationships/slideLayout" Target="../slideLayouts/slideLayout220.xml"/><Relationship Id="rId47" Type="http://schemas.openxmlformats.org/officeDocument/2006/relationships/slideLayout" Target="../slideLayouts/slideLayout225.xml"/><Relationship Id="rId63" Type="http://schemas.openxmlformats.org/officeDocument/2006/relationships/slideLayout" Target="../slideLayouts/slideLayout241.xml"/><Relationship Id="rId68" Type="http://schemas.openxmlformats.org/officeDocument/2006/relationships/slideLayout" Target="../slideLayouts/slideLayout246.xml"/><Relationship Id="rId2" Type="http://schemas.openxmlformats.org/officeDocument/2006/relationships/slideLayout" Target="../slideLayouts/slideLayout180.xml"/><Relationship Id="rId16" Type="http://schemas.openxmlformats.org/officeDocument/2006/relationships/slideLayout" Target="../slideLayouts/slideLayout194.xml"/><Relationship Id="rId29" Type="http://schemas.openxmlformats.org/officeDocument/2006/relationships/slideLayout" Target="../slideLayouts/slideLayout207.xml"/><Relationship Id="rId11" Type="http://schemas.openxmlformats.org/officeDocument/2006/relationships/slideLayout" Target="../slideLayouts/slideLayout189.xml"/><Relationship Id="rId24" Type="http://schemas.openxmlformats.org/officeDocument/2006/relationships/slideLayout" Target="../slideLayouts/slideLayout202.xml"/><Relationship Id="rId32" Type="http://schemas.openxmlformats.org/officeDocument/2006/relationships/slideLayout" Target="../slideLayouts/slideLayout210.xml"/><Relationship Id="rId37" Type="http://schemas.openxmlformats.org/officeDocument/2006/relationships/slideLayout" Target="../slideLayouts/slideLayout215.xml"/><Relationship Id="rId40" Type="http://schemas.openxmlformats.org/officeDocument/2006/relationships/slideLayout" Target="../slideLayouts/slideLayout218.xml"/><Relationship Id="rId45" Type="http://schemas.openxmlformats.org/officeDocument/2006/relationships/slideLayout" Target="../slideLayouts/slideLayout223.xml"/><Relationship Id="rId53" Type="http://schemas.openxmlformats.org/officeDocument/2006/relationships/slideLayout" Target="../slideLayouts/slideLayout231.xml"/><Relationship Id="rId58" Type="http://schemas.openxmlformats.org/officeDocument/2006/relationships/slideLayout" Target="../slideLayouts/slideLayout236.xml"/><Relationship Id="rId66" Type="http://schemas.openxmlformats.org/officeDocument/2006/relationships/slideLayout" Target="../slideLayouts/slideLayout244.xml"/><Relationship Id="rId74" Type="http://schemas.openxmlformats.org/officeDocument/2006/relationships/image" Target="../media/image1.emf"/><Relationship Id="rId5" Type="http://schemas.openxmlformats.org/officeDocument/2006/relationships/slideLayout" Target="../slideLayouts/slideLayout183.xml"/><Relationship Id="rId61" Type="http://schemas.openxmlformats.org/officeDocument/2006/relationships/slideLayout" Target="../slideLayouts/slideLayout239.xml"/><Relationship Id="rId19" Type="http://schemas.openxmlformats.org/officeDocument/2006/relationships/slideLayout" Target="../slideLayouts/slideLayout197.xml"/><Relationship Id="rId14" Type="http://schemas.openxmlformats.org/officeDocument/2006/relationships/slideLayout" Target="../slideLayouts/slideLayout192.xml"/><Relationship Id="rId22" Type="http://schemas.openxmlformats.org/officeDocument/2006/relationships/slideLayout" Target="../slideLayouts/slideLayout200.xml"/><Relationship Id="rId27" Type="http://schemas.openxmlformats.org/officeDocument/2006/relationships/slideLayout" Target="../slideLayouts/slideLayout205.xml"/><Relationship Id="rId30" Type="http://schemas.openxmlformats.org/officeDocument/2006/relationships/slideLayout" Target="../slideLayouts/slideLayout208.xml"/><Relationship Id="rId35" Type="http://schemas.openxmlformats.org/officeDocument/2006/relationships/slideLayout" Target="../slideLayouts/slideLayout213.xml"/><Relationship Id="rId43" Type="http://schemas.openxmlformats.org/officeDocument/2006/relationships/slideLayout" Target="../slideLayouts/slideLayout221.xml"/><Relationship Id="rId48" Type="http://schemas.openxmlformats.org/officeDocument/2006/relationships/slideLayout" Target="../slideLayouts/slideLayout226.xml"/><Relationship Id="rId56" Type="http://schemas.openxmlformats.org/officeDocument/2006/relationships/slideLayout" Target="../slideLayouts/slideLayout234.xml"/><Relationship Id="rId64" Type="http://schemas.openxmlformats.org/officeDocument/2006/relationships/slideLayout" Target="../slideLayouts/slideLayout242.xml"/><Relationship Id="rId69" Type="http://schemas.openxmlformats.org/officeDocument/2006/relationships/slideLayout" Target="../slideLayouts/slideLayout247.xml"/><Relationship Id="rId8" Type="http://schemas.openxmlformats.org/officeDocument/2006/relationships/slideLayout" Target="../slideLayouts/slideLayout186.xml"/><Relationship Id="rId51" Type="http://schemas.openxmlformats.org/officeDocument/2006/relationships/slideLayout" Target="../slideLayouts/slideLayout229.xml"/><Relationship Id="rId72" Type="http://schemas.openxmlformats.org/officeDocument/2006/relationships/tags" Target="../tags/tag39.xml"/><Relationship Id="rId3" Type="http://schemas.openxmlformats.org/officeDocument/2006/relationships/slideLayout" Target="../slideLayouts/slideLayout181.xml"/><Relationship Id="rId12" Type="http://schemas.openxmlformats.org/officeDocument/2006/relationships/slideLayout" Target="../slideLayouts/slideLayout190.xml"/><Relationship Id="rId17" Type="http://schemas.openxmlformats.org/officeDocument/2006/relationships/slideLayout" Target="../slideLayouts/slideLayout195.xml"/><Relationship Id="rId25" Type="http://schemas.openxmlformats.org/officeDocument/2006/relationships/slideLayout" Target="../slideLayouts/slideLayout203.xml"/><Relationship Id="rId33" Type="http://schemas.openxmlformats.org/officeDocument/2006/relationships/slideLayout" Target="../slideLayouts/slideLayout211.xml"/><Relationship Id="rId38" Type="http://schemas.openxmlformats.org/officeDocument/2006/relationships/slideLayout" Target="../slideLayouts/slideLayout216.xml"/><Relationship Id="rId46" Type="http://schemas.openxmlformats.org/officeDocument/2006/relationships/slideLayout" Target="../slideLayouts/slideLayout224.xml"/><Relationship Id="rId59" Type="http://schemas.openxmlformats.org/officeDocument/2006/relationships/slideLayout" Target="../slideLayouts/slideLayout237.xml"/><Relationship Id="rId67" Type="http://schemas.openxmlformats.org/officeDocument/2006/relationships/slideLayout" Target="../slideLayouts/slideLayout245.xml"/><Relationship Id="rId20" Type="http://schemas.openxmlformats.org/officeDocument/2006/relationships/slideLayout" Target="../slideLayouts/slideLayout198.xml"/><Relationship Id="rId41" Type="http://schemas.openxmlformats.org/officeDocument/2006/relationships/slideLayout" Target="../slideLayouts/slideLayout219.xml"/><Relationship Id="rId54" Type="http://schemas.openxmlformats.org/officeDocument/2006/relationships/slideLayout" Target="../slideLayouts/slideLayout232.xml"/><Relationship Id="rId62" Type="http://schemas.openxmlformats.org/officeDocument/2006/relationships/slideLayout" Target="../slideLayouts/slideLayout240.xml"/><Relationship Id="rId70" Type="http://schemas.openxmlformats.org/officeDocument/2006/relationships/theme" Target="../theme/theme4.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5" Type="http://schemas.openxmlformats.org/officeDocument/2006/relationships/slideLayout" Target="../slideLayouts/slideLayout193.xml"/><Relationship Id="rId23" Type="http://schemas.openxmlformats.org/officeDocument/2006/relationships/slideLayout" Target="../slideLayouts/slideLayout201.xml"/><Relationship Id="rId28" Type="http://schemas.openxmlformats.org/officeDocument/2006/relationships/slideLayout" Target="../slideLayouts/slideLayout206.xml"/><Relationship Id="rId36" Type="http://schemas.openxmlformats.org/officeDocument/2006/relationships/slideLayout" Target="../slideLayouts/slideLayout214.xml"/><Relationship Id="rId49" Type="http://schemas.openxmlformats.org/officeDocument/2006/relationships/slideLayout" Target="../slideLayouts/slideLayout227.xml"/><Relationship Id="rId57" Type="http://schemas.openxmlformats.org/officeDocument/2006/relationships/slideLayout" Target="../slideLayouts/slideLayout235.xml"/><Relationship Id="rId10" Type="http://schemas.openxmlformats.org/officeDocument/2006/relationships/slideLayout" Target="../slideLayouts/slideLayout188.xml"/><Relationship Id="rId31" Type="http://schemas.openxmlformats.org/officeDocument/2006/relationships/slideLayout" Target="../slideLayouts/slideLayout209.xml"/><Relationship Id="rId44" Type="http://schemas.openxmlformats.org/officeDocument/2006/relationships/slideLayout" Target="../slideLayouts/slideLayout222.xml"/><Relationship Id="rId52" Type="http://schemas.openxmlformats.org/officeDocument/2006/relationships/slideLayout" Target="../slideLayouts/slideLayout230.xml"/><Relationship Id="rId60" Type="http://schemas.openxmlformats.org/officeDocument/2006/relationships/slideLayout" Target="../slideLayouts/slideLayout238.xml"/><Relationship Id="rId65" Type="http://schemas.openxmlformats.org/officeDocument/2006/relationships/slideLayout" Target="../slideLayouts/slideLayout243.xml"/><Relationship Id="rId73" Type="http://schemas.openxmlformats.org/officeDocument/2006/relationships/oleObject" Target="../embeddings/oleObject19.bin"/><Relationship Id="rId4" Type="http://schemas.openxmlformats.org/officeDocument/2006/relationships/slideLayout" Target="../slideLayouts/slideLayout182.xml"/><Relationship Id="rId9" Type="http://schemas.openxmlformats.org/officeDocument/2006/relationships/slideLayout" Target="../slideLayouts/slideLayout187.xml"/><Relationship Id="rId13" Type="http://schemas.openxmlformats.org/officeDocument/2006/relationships/slideLayout" Target="../slideLayouts/slideLayout191.xml"/><Relationship Id="rId18" Type="http://schemas.openxmlformats.org/officeDocument/2006/relationships/slideLayout" Target="../slideLayouts/slideLayout196.xml"/><Relationship Id="rId39" Type="http://schemas.openxmlformats.org/officeDocument/2006/relationships/slideLayout" Target="../slideLayouts/slideLayout217.xml"/><Relationship Id="rId34" Type="http://schemas.openxmlformats.org/officeDocument/2006/relationships/slideLayout" Target="../slideLayouts/slideLayout212.xml"/><Relationship Id="rId50" Type="http://schemas.openxmlformats.org/officeDocument/2006/relationships/slideLayout" Target="../slideLayouts/slideLayout228.xml"/><Relationship Id="rId55" Type="http://schemas.openxmlformats.org/officeDocument/2006/relationships/slideLayout" Target="../slideLayouts/slideLayout233.xml"/><Relationship Id="rId7" Type="http://schemas.openxmlformats.org/officeDocument/2006/relationships/slideLayout" Target="../slideLayouts/slideLayout185.xml"/><Relationship Id="rId71" Type="http://schemas.openxmlformats.org/officeDocument/2006/relationships/tags" Target="../tags/tag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1"/>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4" name="Object 3" hidden="1"/>
                      <p:cNvPicPr/>
                      <p:nvPr/>
                    </p:nvPicPr>
                    <p:blipFill>
                      <a:blip r:embed="rId74"/>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50" y="6576920"/>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646169"/>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8" r:id="rId3"/>
    <p:sldLayoutId id="2147485050" r:id="rId4"/>
    <p:sldLayoutId id="2147485051" r:id="rId5"/>
    <p:sldLayoutId id="2147485052" r:id="rId6"/>
    <p:sldLayoutId id="2147485053" r:id="rId7"/>
    <p:sldLayoutId id="2147485054" r:id="rId8"/>
    <p:sldLayoutId id="2147485055" r:id="rId9"/>
    <p:sldLayoutId id="2147485056" r:id="rId10"/>
    <p:sldLayoutId id="2147485057" r:id="rId11"/>
    <p:sldLayoutId id="2147485058" r:id="rId12"/>
    <p:sldLayoutId id="2147485059" r:id="rId13"/>
    <p:sldLayoutId id="2147485060" r:id="rId14"/>
    <p:sldLayoutId id="2147485061" r:id="rId15"/>
    <p:sldLayoutId id="2147485062" r:id="rId16"/>
    <p:sldLayoutId id="2147485063" r:id="rId17"/>
    <p:sldLayoutId id="2147485064" r:id="rId18"/>
    <p:sldLayoutId id="2147485065" r:id="rId19"/>
    <p:sldLayoutId id="2147485066" r:id="rId20"/>
    <p:sldLayoutId id="2147485067" r:id="rId21"/>
    <p:sldLayoutId id="2147485068" r:id="rId22"/>
    <p:sldLayoutId id="2147485069" r:id="rId23"/>
    <p:sldLayoutId id="2147485070" r:id="rId24"/>
    <p:sldLayoutId id="2147485071" r:id="rId25"/>
    <p:sldLayoutId id="2147485072" r:id="rId26"/>
    <p:sldLayoutId id="2147485073" r:id="rId27"/>
    <p:sldLayoutId id="2147485074" r:id="rId28"/>
    <p:sldLayoutId id="2147485075" r:id="rId29"/>
    <p:sldLayoutId id="2147485076" r:id="rId30"/>
    <p:sldLayoutId id="2147485077" r:id="rId31"/>
    <p:sldLayoutId id="2147485078" r:id="rId32"/>
    <p:sldLayoutId id="2147485079" r:id="rId33"/>
    <p:sldLayoutId id="2147485080" r:id="rId34"/>
    <p:sldLayoutId id="2147485081" r:id="rId35"/>
    <p:sldLayoutId id="2147485082" r:id="rId36"/>
    <p:sldLayoutId id="2147485083" r:id="rId37"/>
    <p:sldLayoutId id="2147485084" r:id="rId38"/>
    <p:sldLayoutId id="2147485085" r:id="rId39"/>
    <p:sldLayoutId id="2147485086" r:id="rId40"/>
    <p:sldLayoutId id="2147485087" r:id="rId41"/>
    <p:sldLayoutId id="2147485088" r:id="rId42"/>
    <p:sldLayoutId id="2147485089" r:id="rId43"/>
    <p:sldLayoutId id="2147485090" r:id="rId44"/>
    <p:sldLayoutId id="2147485091" r:id="rId45"/>
    <p:sldLayoutId id="2147485092" r:id="rId46"/>
    <p:sldLayoutId id="2147485093" r:id="rId47"/>
    <p:sldLayoutId id="2147485094" r:id="rId48"/>
    <p:sldLayoutId id="2147485095" r:id="rId49"/>
    <p:sldLayoutId id="2147485096" r:id="rId50"/>
    <p:sldLayoutId id="2147485097" r:id="rId51"/>
    <p:sldLayoutId id="2147485098" r:id="rId52"/>
    <p:sldLayoutId id="2147485100" r:id="rId53"/>
    <p:sldLayoutId id="2147485101" r:id="rId54"/>
    <p:sldLayoutId id="2147485102" r:id="rId55"/>
    <p:sldLayoutId id="2147485103" r:id="rId56"/>
    <p:sldLayoutId id="2147485105" r:id="rId57"/>
    <p:sldLayoutId id="2147485106" r:id="rId58"/>
    <p:sldLayoutId id="2147485107" r:id="rId59"/>
    <p:sldLayoutId id="2147485108" r:id="rId60"/>
    <p:sldLayoutId id="2147485109" r:id="rId61"/>
    <p:sldLayoutId id="2147485112" r:id="rId62"/>
    <p:sldLayoutId id="2147485113" r:id="rId63"/>
    <p:sldLayoutId id="2147485119" r:id="rId64"/>
    <p:sldLayoutId id="2147485122" r:id="rId65"/>
    <p:sldLayoutId id="2147485123" r:id="rId66"/>
    <p:sldLayoutId id="2147485124" r:id="rId67"/>
    <p:sldLayoutId id="2147485126" r:id="rId68"/>
    <p:sldLayoutId id="2147485130" r:id="rId69"/>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0"/>
            </p:custDataLst>
            <p:extLst>
              <p:ext uri="{D42A27DB-BD31-4B8C-83A1-F6EECF244321}">
                <p14:modId xmlns:p14="http://schemas.microsoft.com/office/powerpoint/2010/main" val="2438642579"/>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4" name="Object 3" hidden="1"/>
                      <p:cNvPicPr/>
                      <p:nvPr/>
                    </p:nvPicPr>
                    <p:blipFill>
                      <a:blip r:embed="rId73"/>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71"/>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2025 Deloitte Touche </a:t>
            </a:r>
            <a:r>
              <a:rPr lang="fr-FR" sz="798" err="1">
                <a:solidFill>
                  <a:prstClr val="black"/>
                </a:solidFill>
              </a:rPr>
              <a:t>Tohmatsu</a:t>
            </a:r>
            <a:r>
              <a:rPr lang="fr-FR" sz="798">
                <a:solidFill>
                  <a:prstClr val="black"/>
                </a:solidFill>
              </a:rPr>
              <a:t> </a:t>
            </a:r>
            <a:r>
              <a:rPr lang="fr-FR" sz="798" err="1">
                <a:solidFill>
                  <a:prstClr val="black"/>
                </a:solidFill>
              </a:rPr>
              <a:t>India</a:t>
            </a:r>
            <a:r>
              <a:rPr lang="fr-FR" sz="798">
                <a:solidFill>
                  <a:prstClr val="black"/>
                </a:solidFill>
              </a:rPr>
              <a:t>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3940311843"/>
      </p:ext>
    </p:extLst>
  </p:cSld>
  <p:clrMap bg1="lt1" tx1="dk1" bg2="lt2" tx2="dk2" accent1="accent1" accent2="accent2" accent3="accent3" accent4="accent4" accent5="accent5" accent6="accent6" hlink="hlink" folHlink="folHlink"/>
  <p:sldLayoutIdLst>
    <p:sldLayoutId id="2147485134" r:id="rId1"/>
    <p:sldLayoutId id="2147485135" r:id="rId2"/>
    <p:sldLayoutId id="2147485136" r:id="rId3"/>
    <p:sldLayoutId id="2147485137" r:id="rId4"/>
    <p:sldLayoutId id="2147485138" r:id="rId5"/>
    <p:sldLayoutId id="2147485139" r:id="rId6"/>
    <p:sldLayoutId id="2147485140" r:id="rId7"/>
    <p:sldLayoutId id="2147485141" r:id="rId8"/>
    <p:sldLayoutId id="2147485142" r:id="rId9"/>
    <p:sldLayoutId id="2147485143" r:id="rId10"/>
    <p:sldLayoutId id="2147485144" r:id="rId11"/>
    <p:sldLayoutId id="2147485145" r:id="rId12"/>
    <p:sldLayoutId id="2147485146" r:id="rId13"/>
    <p:sldLayoutId id="2147485147" r:id="rId14"/>
    <p:sldLayoutId id="2147485148" r:id="rId15"/>
    <p:sldLayoutId id="2147485149" r:id="rId16"/>
    <p:sldLayoutId id="2147485150" r:id="rId17"/>
    <p:sldLayoutId id="2147485151" r:id="rId18"/>
    <p:sldLayoutId id="2147485152" r:id="rId19"/>
    <p:sldLayoutId id="2147485153" r:id="rId20"/>
    <p:sldLayoutId id="2147485154" r:id="rId21"/>
    <p:sldLayoutId id="2147485155" r:id="rId22"/>
    <p:sldLayoutId id="2147485156" r:id="rId23"/>
    <p:sldLayoutId id="2147485157" r:id="rId24"/>
    <p:sldLayoutId id="2147485158" r:id="rId25"/>
    <p:sldLayoutId id="2147485159" r:id="rId26"/>
    <p:sldLayoutId id="2147485160" r:id="rId27"/>
    <p:sldLayoutId id="2147485161" r:id="rId28"/>
    <p:sldLayoutId id="2147485162" r:id="rId29"/>
    <p:sldLayoutId id="2147485163" r:id="rId30"/>
    <p:sldLayoutId id="2147485164" r:id="rId31"/>
    <p:sldLayoutId id="2147485165" r:id="rId32"/>
    <p:sldLayoutId id="2147485166" r:id="rId33"/>
    <p:sldLayoutId id="2147485167" r:id="rId34"/>
    <p:sldLayoutId id="2147485168" r:id="rId35"/>
    <p:sldLayoutId id="2147485169" r:id="rId36"/>
    <p:sldLayoutId id="2147485170" r:id="rId37"/>
    <p:sldLayoutId id="2147485171" r:id="rId38"/>
    <p:sldLayoutId id="2147485172" r:id="rId39"/>
    <p:sldLayoutId id="2147485173" r:id="rId40"/>
    <p:sldLayoutId id="2147485174" r:id="rId41"/>
    <p:sldLayoutId id="2147485175" r:id="rId42"/>
    <p:sldLayoutId id="2147485176" r:id="rId43"/>
    <p:sldLayoutId id="2147485177" r:id="rId44"/>
    <p:sldLayoutId id="2147485178" r:id="rId45"/>
    <p:sldLayoutId id="2147485179" r:id="rId46"/>
    <p:sldLayoutId id="2147485180" r:id="rId47"/>
    <p:sldLayoutId id="2147485181" r:id="rId48"/>
    <p:sldLayoutId id="2147485182" r:id="rId49"/>
    <p:sldLayoutId id="2147485184" r:id="rId50"/>
    <p:sldLayoutId id="2147485185" r:id="rId51"/>
    <p:sldLayoutId id="2147485186" r:id="rId52"/>
    <p:sldLayoutId id="2147485187" r:id="rId53"/>
    <p:sldLayoutId id="2147485189" r:id="rId54"/>
    <p:sldLayoutId id="2147485190" r:id="rId55"/>
    <p:sldLayoutId id="2147485191" r:id="rId56"/>
    <p:sldLayoutId id="2147485192" r:id="rId57"/>
    <p:sldLayoutId id="2147485193" r:id="rId58"/>
    <p:sldLayoutId id="2147485196" r:id="rId59"/>
    <p:sldLayoutId id="2147485197" r:id="rId60"/>
    <p:sldLayoutId id="2147485203" r:id="rId61"/>
    <p:sldLayoutId id="2147485206" r:id="rId62"/>
    <p:sldLayoutId id="2147485207" r:id="rId63"/>
    <p:sldLayoutId id="2147485208" r:id="rId64"/>
    <p:sldLayoutId id="2147485210" r:id="rId65"/>
    <p:sldLayoutId id="2147485214" r:id="rId66"/>
    <p:sldLayoutId id="2147485346" r:id="rId67"/>
    <p:sldLayoutId id="2147485487" r:id="rId68"/>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2453912781"/>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4"/>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870557177"/>
      </p:ext>
    </p:extLst>
  </p:cSld>
  <p:clrMap bg1="lt1" tx1="dk1" bg2="lt2" tx2="dk2" accent1="accent1" accent2="accent2" accent3="accent3" accent4="accent4" accent5="accent5" accent6="accent6" hlink="hlink" folHlink="folHlink"/>
  <p:sldLayoutIdLst>
    <p:sldLayoutId id="2147485305" r:id="rId1"/>
    <p:sldLayoutId id="2147485306" r:id="rId2"/>
    <p:sldLayoutId id="2147485307" r:id="rId3"/>
    <p:sldLayoutId id="2147485308" r:id="rId4"/>
    <p:sldLayoutId id="2147485309" r:id="rId5"/>
    <p:sldLayoutId id="2147485310" r:id="rId6"/>
    <p:sldLayoutId id="2147485311" r:id="rId7"/>
    <p:sldLayoutId id="2147485312" r:id="rId8"/>
    <p:sldLayoutId id="2147485313" r:id="rId9"/>
    <p:sldLayoutId id="2147485314" r:id="rId10"/>
    <p:sldLayoutId id="2147485315" r:id="rId11"/>
    <p:sldLayoutId id="2147485316" r:id="rId12"/>
    <p:sldLayoutId id="2147485317" r:id="rId13"/>
    <p:sldLayoutId id="2147485318" r:id="rId14"/>
    <p:sldLayoutId id="2147485319" r:id="rId15"/>
    <p:sldLayoutId id="2147485320" r:id="rId16"/>
    <p:sldLayoutId id="2147485321" r:id="rId17"/>
    <p:sldLayoutId id="2147485322" r:id="rId18"/>
    <p:sldLayoutId id="2147485323" r:id="rId19"/>
    <p:sldLayoutId id="2147485324" r:id="rId20"/>
    <p:sldLayoutId id="2147485325" r:id="rId21"/>
    <p:sldLayoutId id="2147485326" r:id="rId22"/>
    <p:sldLayoutId id="2147485327" r:id="rId23"/>
    <p:sldLayoutId id="2147485328" r:id="rId24"/>
    <p:sldLayoutId id="2147485329" r:id="rId25"/>
    <p:sldLayoutId id="2147485330" r:id="rId26"/>
    <p:sldLayoutId id="2147485331" r:id="rId27"/>
    <p:sldLayoutId id="2147485332" r:id="rId28"/>
    <p:sldLayoutId id="2147485333" r:id="rId29"/>
    <p:sldLayoutId id="2147485334" r:id="rId30"/>
    <p:sldLayoutId id="2147485335" r:id="rId31"/>
    <p:sldLayoutId id="2147485336" r:id="rId32"/>
    <p:sldLayoutId id="2147485337" r:id="rId33"/>
    <p:sldLayoutId id="2147485338" r:id="rId34"/>
    <p:sldLayoutId id="2147485339" r:id="rId35"/>
    <p:sldLayoutId id="2147485340" r:id="rId36"/>
    <p:sldLayoutId id="2147485341" r:id="rId37"/>
    <p:sldLayoutId id="2147485342" r:id="rId38"/>
    <p:sldLayoutId id="2147485343" r:id="rId39"/>
    <p:sldLayoutId id="2147485344" r:id="rId40"/>
    <p:sldLayoutId id="2147485345" r:id="rId41"/>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1"/>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4" name="Object 3" hidden="1"/>
                      <p:cNvPicPr/>
                      <p:nvPr/>
                    </p:nvPicPr>
                    <p:blipFill>
                      <a:blip r:embed="rId74"/>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50" y="6592306"/>
            <a:ext cx="5355168" cy="123111"/>
          </a:xfrm>
          <a:prstGeom prst="rect">
            <a:avLst/>
          </a:prstGeom>
          <a:noFill/>
        </p:spPr>
        <p:txBody>
          <a:bodyPr wrap="square" lIns="0" tIns="0" rIns="0" bIns="0" rtlCol="0" anchor="ctr">
            <a:spAutoFit/>
          </a:bodyPr>
          <a:lstStyle/>
          <a:p>
            <a:pPr marL="0" indent="0">
              <a:spcBef>
                <a:spcPts val="600"/>
              </a:spcBef>
              <a:buSzPct val="100000"/>
              <a:buFont typeface="Arial"/>
              <a:buNone/>
            </a:pPr>
            <a:r>
              <a:rPr lang="fr-FR" sz="800" noProof="0">
                <a:solidFill>
                  <a:schemeClr val="tx1"/>
                </a:solidFill>
                <a:latin typeface="Arial" panose="020B0604020202020204" pitchFamily="34" charset="0"/>
                <a:cs typeface="Arial" panose="020B0604020202020204" pitchFamily="34" charset="0"/>
              </a:rPr>
              <a:t>© 2025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57094" cy="153888"/>
          </a:xfrm>
          <a:prstGeom prst="rect">
            <a:avLst/>
          </a:prstGeom>
        </p:spPr>
        <p:txBody>
          <a:bodyPr wrap="none" lIns="0" tIns="0" rIns="0" bIns="0">
            <a:spAutoFit/>
          </a:bodyPr>
          <a:lstStyle/>
          <a:p>
            <a:fld id="{C58DF478-B544-4ED8-9ED4-6A2648E2D233}" type="slidenum">
              <a:rPr lang="en-US" sz="1000" noProof="0" smtClean="0">
                <a:solidFill>
                  <a:schemeClr val="tx1"/>
                </a:solidFill>
                <a:latin typeface="Arial" panose="020B0604020202020204" pitchFamily="34" charset="0"/>
                <a:cs typeface="Arial" panose="020B0604020202020204" pitchFamily="34" charset="0"/>
              </a:rPr>
              <a:pPr/>
              <a:t>‹#›</a:t>
            </a:fld>
            <a:endParaRPr lang="en-US" sz="9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9098667"/>
      </p:ext>
    </p:extLst>
  </p:cSld>
  <p:clrMap bg1="lt1" tx1="dk1" bg2="lt2" tx2="dk2" accent1="accent1" accent2="accent2" accent3="accent3" accent4="accent4" accent5="accent5" accent6="accent6" hlink="hlink" folHlink="folHlink"/>
  <p:sldLayoutIdLst>
    <p:sldLayoutId id="2147485348" r:id="rId1"/>
    <p:sldLayoutId id="2147485349" r:id="rId2"/>
    <p:sldLayoutId id="2147485350" r:id="rId3"/>
    <p:sldLayoutId id="2147485351" r:id="rId4"/>
    <p:sldLayoutId id="2147485352" r:id="rId5"/>
    <p:sldLayoutId id="2147485353" r:id="rId6"/>
    <p:sldLayoutId id="2147485354" r:id="rId7"/>
    <p:sldLayoutId id="2147485355" r:id="rId8"/>
    <p:sldLayoutId id="2147485356" r:id="rId9"/>
    <p:sldLayoutId id="2147485357" r:id="rId10"/>
    <p:sldLayoutId id="2147485358" r:id="rId11"/>
    <p:sldLayoutId id="2147485359" r:id="rId12"/>
    <p:sldLayoutId id="2147485360" r:id="rId13"/>
    <p:sldLayoutId id="2147485361" r:id="rId14"/>
    <p:sldLayoutId id="2147485362" r:id="rId15"/>
    <p:sldLayoutId id="2147485363" r:id="rId16"/>
    <p:sldLayoutId id="2147485364" r:id="rId17"/>
    <p:sldLayoutId id="2147485365" r:id="rId18"/>
    <p:sldLayoutId id="2147485366" r:id="rId19"/>
    <p:sldLayoutId id="2147485367" r:id="rId20"/>
    <p:sldLayoutId id="2147485368" r:id="rId21"/>
    <p:sldLayoutId id="2147485369" r:id="rId22"/>
    <p:sldLayoutId id="2147485370" r:id="rId23"/>
    <p:sldLayoutId id="2147485371" r:id="rId24"/>
    <p:sldLayoutId id="2147485372" r:id="rId25"/>
    <p:sldLayoutId id="2147485373" r:id="rId26"/>
    <p:sldLayoutId id="2147485374" r:id="rId27"/>
    <p:sldLayoutId id="2147485375" r:id="rId28"/>
    <p:sldLayoutId id="2147485376" r:id="rId29"/>
    <p:sldLayoutId id="2147485377" r:id="rId30"/>
    <p:sldLayoutId id="2147485378" r:id="rId31"/>
    <p:sldLayoutId id="2147485379" r:id="rId32"/>
    <p:sldLayoutId id="2147485380" r:id="rId33"/>
    <p:sldLayoutId id="2147485381" r:id="rId34"/>
    <p:sldLayoutId id="2147485382" r:id="rId35"/>
    <p:sldLayoutId id="2147485383" r:id="rId36"/>
    <p:sldLayoutId id="2147485384" r:id="rId37"/>
    <p:sldLayoutId id="2147485385" r:id="rId38"/>
    <p:sldLayoutId id="2147485386" r:id="rId39"/>
    <p:sldLayoutId id="2147485387" r:id="rId40"/>
    <p:sldLayoutId id="2147485388" r:id="rId41"/>
    <p:sldLayoutId id="2147485389" r:id="rId42"/>
    <p:sldLayoutId id="2147485390" r:id="rId43"/>
    <p:sldLayoutId id="2147485391" r:id="rId44"/>
    <p:sldLayoutId id="2147485392" r:id="rId45"/>
    <p:sldLayoutId id="2147485393" r:id="rId46"/>
    <p:sldLayoutId id="2147485394" r:id="rId47"/>
    <p:sldLayoutId id="2147485395" r:id="rId48"/>
    <p:sldLayoutId id="2147485396" r:id="rId49"/>
    <p:sldLayoutId id="2147485397" r:id="rId50"/>
    <p:sldLayoutId id="2147485398" r:id="rId51"/>
    <p:sldLayoutId id="2147485399" r:id="rId52"/>
    <p:sldLayoutId id="2147485400" r:id="rId53"/>
    <p:sldLayoutId id="2147485401" r:id="rId54"/>
    <p:sldLayoutId id="2147485402" r:id="rId55"/>
    <p:sldLayoutId id="2147485403" r:id="rId56"/>
    <p:sldLayoutId id="2147485404" r:id="rId57"/>
    <p:sldLayoutId id="2147485405" r:id="rId58"/>
    <p:sldLayoutId id="2147485406" r:id="rId59"/>
    <p:sldLayoutId id="2147485407" r:id="rId60"/>
    <p:sldLayoutId id="2147485408" r:id="rId61"/>
    <p:sldLayoutId id="2147485409" r:id="rId62"/>
    <p:sldLayoutId id="2147485410" r:id="rId63"/>
    <p:sldLayoutId id="2147485411" r:id="rId64"/>
    <p:sldLayoutId id="2147485412" r:id="rId65"/>
    <p:sldLayoutId id="2147485413" r:id="rId66"/>
    <p:sldLayoutId id="2147485414" r:id="rId67"/>
    <p:sldLayoutId id="2147485415" r:id="rId68"/>
    <p:sldLayoutId id="2147485416" r:id="rId69"/>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8.xml"/><Relationship Id="rId7" Type="http://schemas.openxmlformats.org/officeDocument/2006/relationships/image" Target="../media/image3.emf"/><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oleObject" Target="../embeddings/oleObject27.bin"/><Relationship Id="rId5" Type="http://schemas.openxmlformats.org/officeDocument/2006/relationships/image" Target="../media/image10.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9.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6.xml"/></Relationships>
</file>

<file path=ppt/slides/_rels/slide4.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oleObject" Target="../embeddings/oleObject28.bin"/><Relationship Id="rId7" Type="http://schemas.openxmlformats.org/officeDocument/2006/relationships/chart" Target="../charts/chart3.xml"/><Relationship Id="rId2" Type="http://schemas.openxmlformats.org/officeDocument/2006/relationships/slideLayout" Target="../slideLayouts/slideLayout179.xml"/><Relationship Id="rId1" Type="http://schemas.openxmlformats.org/officeDocument/2006/relationships/tags" Target="../tags/tag56.xml"/><Relationship Id="rId6" Type="http://schemas.openxmlformats.org/officeDocument/2006/relationships/chart" Target="../charts/chart2.xml"/><Relationship Id="rId11" Type="http://schemas.openxmlformats.org/officeDocument/2006/relationships/image" Target="../media/image16.jpeg"/><Relationship Id="rId5" Type="http://schemas.openxmlformats.org/officeDocument/2006/relationships/chart" Target="../charts/chart1.xml"/><Relationship Id="rId10" Type="http://schemas.openxmlformats.org/officeDocument/2006/relationships/image" Target="../media/image15.png"/><Relationship Id="rId4" Type="http://schemas.openxmlformats.org/officeDocument/2006/relationships/image" Target="../media/image13.emf"/><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79.xml"/><Relationship Id="rId1" Type="http://schemas.openxmlformats.org/officeDocument/2006/relationships/tags" Target="../tags/tag57.xml"/><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jpeg"/><Relationship Id="rId3" Type="http://schemas.openxmlformats.org/officeDocument/2006/relationships/notesSlide" Target="../notesSlides/notesSlide2.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slideLayout" Target="../slideLayouts/slideLayout137.xml"/><Relationship Id="rId1" Type="http://schemas.openxmlformats.org/officeDocument/2006/relationships/tags" Target="../tags/tag58.xml"/><Relationship Id="rId6" Type="http://schemas.openxmlformats.org/officeDocument/2006/relationships/image" Target="../media/image17.png"/><Relationship Id="rId11" Type="http://schemas.openxmlformats.org/officeDocument/2006/relationships/image" Target="../media/image22.jpeg"/><Relationship Id="rId5" Type="http://schemas.openxmlformats.org/officeDocument/2006/relationships/image" Target="../media/image13.emf"/><Relationship Id="rId10" Type="http://schemas.openxmlformats.org/officeDocument/2006/relationships/image" Target="../media/image21.jpeg"/><Relationship Id="rId4" Type="http://schemas.openxmlformats.org/officeDocument/2006/relationships/oleObject" Target="../embeddings/oleObject29.bin"/><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6.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79.xml"/><Relationship Id="rId1" Type="http://schemas.openxmlformats.org/officeDocument/2006/relationships/tags" Target="../tags/tag59.x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9.xml"/><Relationship Id="rId1" Type="http://schemas.openxmlformats.org/officeDocument/2006/relationships/tags" Target="../tags/tag60.xml"/><Relationship Id="rId5" Type="http://schemas.openxmlformats.org/officeDocument/2006/relationships/image" Target="../media/image13.emf"/><Relationship Id="rId4"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13.emf"/><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oleObject" Target="../embeddings/oleObject30.bin"/><Relationship Id="rId5" Type="http://schemas.openxmlformats.org/officeDocument/2006/relationships/tags" Target="../tags/tag65.xml"/><Relationship Id="rId10" Type="http://schemas.openxmlformats.org/officeDocument/2006/relationships/slideLayout" Target="../slideLayouts/slideLayout137.xml"/><Relationship Id="rId4" Type="http://schemas.openxmlformats.org/officeDocument/2006/relationships/tags" Target="../tags/tag64.xml"/><Relationship Id="rId9" Type="http://schemas.openxmlformats.org/officeDocument/2006/relationships/tags" Target="../tags/tag69.xml"/></Relationships>
</file>

<file path=ppt/slides/_rels/slide1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79.xml"/><Relationship Id="rId1" Type="http://schemas.openxmlformats.org/officeDocument/2006/relationships/tags" Target="../tags/tag70.x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79.xml"/><Relationship Id="rId1" Type="http://schemas.openxmlformats.org/officeDocument/2006/relationships/tags" Target="../tags/tag71.x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79.xml"/><Relationship Id="rId1" Type="http://schemas.openxmlformats.org/officeDocument/2006/relationships/tags" Target="../tags/tag72.xml"/><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7.xml"/><Relationship Id="rId1" Type="http://schemas.openxmlformats.org/officeDocument/2006/relationships/tags" Target="../tags/tag73.xml"/><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6" imgW="530" imgH="531" progId="TCLayout.ActiveDocument.1">
                  <p:embed/>
                </p:oleObj>
              </mc:Choice>
              <mc:Fallback>
                <p:oleObj name="think-cell Slide" r:id="rId6" imgW="530" imgH="531" progId="TCLayout.ActiveDocument.1">
                  <p:embed/>
                  <p:pic>
                    <p:nvPicPr>
                      <p:cNvPr id="8" name="Object 7" hidden="1"/>
                      <p:cNvPicPr/>
                      <p:nvPr/>
                    </p:nvPicPr>
                    <p:blipFill>
                      <a:blip r:embed="rId7"/>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342" rtl="0" eaLnBrk="1" fontAlgn="auto" latinLnBrk="0" hangingPunct="1">
              <a:lnSpc>
                <a:spcPct val="100000"/>
              </a:lnSpc>
              <a:spcBef>
                <a:spcPct val="0"/>
              </a:spcBef>
              <a:spcAft>
                <a:spcPct val="0"/>
              </a:spcAft>
              <a:buClrTx/>
              <a:buSzTx/>
              <a:buFont typeface="Wingdings 2" pitchFamily="18" charset="2"/>
              <a:buNone/>
              <a:tabLst/>
              <a:defRPr/>
            </a:pPr>
            <a:endParaRPr kumimoji="0" lang="en-US" sz="1739" b="0" i="0" u="none" strike="noStrike" kern="1200" cap="none" spc="0" normalizeH="0" baseline="0" noProof="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a:solidFill>
                  <a:schemeClr val="accent1"/>
                </a:solidFill>
              </a:rPr>
              <a:t>Deloitte Touche Tohmatsu India LLP</a:t>
            </a:r>
            <a:endParaRPr lang="en-US" sz="1050">
              <a:solidFill>
                <a:schemeClr val="accent1"/>
              </a:solidFill>
            </a:endParaRPr>
          </a:p>
        </p:txBody>
      </p:sp>
      <p:sp>
        <p:nvSpPr>
          <p:cNvPr id="4" name="Subtitle 3"/>
          <p:cNvSpPr>
            <a:spLocks noGrp="1"/>
          </p:cNvSpPr>
          <p:nvPr>
            <p:ph type="subTitle" idx="1"/>
          </p:nvPr>
        </p:nvSpPr>
        <p:spPr>
          <a:xfrm>
            <a:off x="262166" y="4141692"/>
            <a:ext cx="5115178" cy="1639231"/>
          </a:xfrm>
        </p:spPr>
        <p:txBody>
          <a:bodyPr wrap="square" anchor="ctr" anchorCtr="0">
            <a:spAutoFit/>
          </a:bodyPr>
          <a:lstStyle/>
          <a:p>
            <a:pPr algn="just">
              <a:lnSpc>
                <a:spcPct val="114000"/>
              </a:lnSpc>
              <a:spcAft>
                <a:spcPts val="600"/>
              </a:spcAft>
            </a:pPr>
            <a:r>
              <a:rPr lang="en-US" sz="1400" i="1">
                <a:solidFill>
                  <a:schemeClr val="accent6"/>
                </a:solidFill>
              </a:rPr>
              <a:t>ADB Digital Utility Initiative</a:t>
            </a:r>
          </a:p>
          <a:p>
            <a:pPr algn="just">
              <a:lnSpc>
                <a:spcPct val="114000"/>
              </a:lnSpc>
              <a:spcAft>
                <a:spcPts val="600"/>
              </a:spcAft>
            </a:pPr>
            <a:r>
              <a:rPr lang="en-US" sz="1800" b="0">
                <a:solidFill>
                  <a:srgbClr val="43B02A"/>
                </a:solidFill>
              </a:rPr>
              <a:t>Kick-off Meeting - Digital roadmap for power sector utilities in Bhutan</a:t>
            </a:r>
          </a:p>
          <a:p>
            <a:pPr algn="just">
              <a:lnSpc>
                <a:spcPct val="114000"/>
              </a:lnSpc>
              <a:spcAft>
                <a:spcPts val="600"/>
              </a:spcAft>
            </a:pPr>
            <a:r>
              <a:rPr lang="en-US" sz="1800" b="0">
                <a:solidFill>
                  <a:srgbClr val="00ABAB"/>
                </a:solidFill>
              </a:rPr>
              <a:t>Asian Development Bank</a:t>
            </a:r>
          </a:p>
          <a:p>
            <a:pPr algn="just">
              <a:spcAft>
                <a:spcPts val="600"/>
              </a:spcAft>
            </a:pPr>
            <a:r>
              <a:rPr lang="en-US" sz="1400" b="0"/>
              <a:t>February 2025</a:t>
            </a:r>
            <a:endParaRPr lang="en-US" sz="2400" b="0"/>
          </a:p>
        </p:txBody>
      </p:sp>
    </p:spTree>
    <p:extLst>
      <p:ext uri="{BB962C8B-B14F-4D97-AF65-F5344CB8AC3E}">
        <p14:creationId xmlns:p14="http://schemas.microsoft.com/office/powerpoint/2010/main" val="277458950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1A1AFA-4908-43F3-B780-A4767A349B9F}"/>
              </a:ext>
            </a:extLst>
          </p:cNvPr>
          <p:cNvSpPr/>
          <p:nvPr/>
        </p:nvSpPr>
        <p:spPr bwMode="gray">
          <a:xfrm>
            <a:off x="-20685" y="2"/>
            <a:ext cx="12212685" cy="6857998"/>
          </a:xfrm>
          <a:prstGeom prst="rect">
            <a:avLst/>
          </a:prstGeom>
          <a:solidFill>
            <a:schemeClr val="tx1">
              <a:alpha val="87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a:ln>
                <a:noFill/>
              </a:ln>
              <a:solidFill>
                <a:prstClr val="white"/>
              </a:solidFill>
              <a:effectLst/>
              <a:uLnTx/>
              <a:uFillTx/>
              <a:latin typeface="Verdana"/>
              <a:ea typeface="+mn-ea"/>
              <a:cs typeface="+mn-cs"/>
            </a:endParaRPr>
          </a:p>
        </p:txBody>
      </p:sp>
      <p:sp>
        <p:nvSpPr>
          <p:cNvPr id="4" name="Rectangle 3">
            <a:extLst>
              <a:ext uri="{FF2B5EF4-FFF2-40B4-BE49-F238E27FC236}">
                <a16:creationId xmlns:a16="http://schemas.microsoft.com/office/drawing/2014/main" id="{9D7007A1-C7F4-4CE0-9CDA-3597F295AFFB}"/>
              </a:ext>
            </a:extLst>
          </p:cNvPr>
          <p:cNvSpPr/>
          <p:nvPr/>
        </p:nvSpPr>
        <p:spPr>
          <a:xfrm>
            <a:off x="453294" y="620865"/>
            <a:ext cx="2437205"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a:ln>
                  <a:noFill/>
                </a:ln>
                <a:solidFill>
                  <a:prstClr val="white"/>
                </a:solidFill>
                <a:effectLst/>
                <a:uLnTx/>
                <a:uFillTx/>
                <a:latin typeface="Verdana"/>
                <a:ea typeface="+mn-ea"/>
                <a:cs typeface="+mn-cs"/>
              </a:rPr>
              <a:t>COVERAGE </a:t>
            </a:r>
            <a:endParaRPr kumimoji="0" lang="en-IN" sz="2902" b="0" i="0" u="none" strike="noStrike" kern="1200" cap="none" spc="272" normalizeH="0" baseline="0" noProof="0">
              <a:ln>
                <a:noFill/>
              </a:ln>
              <a:solidFill>
                <a:prstClr val="white"/>
              </a:solidFill>
              <a:effectLst/>
              <a:uLnTx/>
              <a:uFillTx/>
              <a:latin typeface="Verdana"/>
              <a:ea typeface="+mn-ea"/>
              <a:cs typeface="+mn-cs"/>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2064874665"/>
              </p:ext>
            </p:extLst>
          </p:nvPr>
        </p:nvGraphicFramePr>
        <p:xfrm>
          <a:off x="453294" y="1386442"/>
          <a:ext cx="5642706" cy="2140145"/>
        </p:xfrm>
        <a:graphic>
          <a:graphicData uri="http://schemas.openxmlformats.org/drawingml/2006/table">
            <a:tbl>
              <a:tblPr>
                <a:tableStyleId>{2D5ABB26-0587-4C30-8999-92F81FD0307C}</a:tableStyleId>
              </a:tblPr>
              <a:tblGrid>
                <a:gridCol w="794590">
                  <a:extLst>
                    <a:ext uri="{9D8B030D-6E8A-4147-A177-3AD203B41FA5}">
                      <a16:colId xmlns:a16="http://schemas.microsoft.com/office/drawing/2014/main" val="20000"/>
                    </a:ext>
                  </a:extLst>
                </a:gridCol>
                <a:gridCol w="4848116">
                  <a:extLst>
                    <a:ext uri="{9D8B030D-6E8A-4147-A177-3AD203B41FA5}">
                      <a16:colId xmlns:a16="http://schemas.microsoft.com/office/drawing/2014/main" val="20001"/>
                    </a:ext>
                  </a:extLst>
                </a:gridCol>
              </a:tblGrid>
              <a:tr h="74436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Project Context and Engagement Team</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Our understanding of the project and Project team</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73244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Scope of Work, Focus Areas and Work Plan</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Summary of the scope and key deliverables</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663343">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mn-lt"/>
                          <a:ea typeface="+mn-ea"/>
                          <a:cs typeface="+mn-cs"/>
                        </a:rPr>
                        <a:t>Next Steps</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Way Forward</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958107146"/>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60973" y="1537599"/>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60973" y="2275575"/>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60973" y="3018911"/>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47" y="2678726"/>
            <a:ext cx="5721453" cy="4179274"/>
          </a:xfrm>
          <a:prstGeom prst="rect">
            <a:avLst/>
          </a:prstGeom>
        </p:spPr>
      </p:pic>
    </p:spTree>
    <p:extLst>
      <p:ext uri="{BB962C8B-B14F-4D97-AF65-F5344CB8AC3E}">
        <p14:creationId xmlns:p14="http://schemas.microsoft.com/office/powerpoint/2010/main" val="124143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sky, outdoor&#10;&#10;Description automatically generated">
            <a:extLst>
              <a:ext uri="{FF2B5EF4-FFF2-40B4-BE49-F238E27FC236}">
                <a16:creationId xmlns:a16="http://schemas.microsoft.com/office/drawing/2014/main" id="{A69A3CAA-FCA0-4EC4-B815-1FAE58B2FDC0}"/>
              </a:ext>
            </a:extLst>
          </p:cNvPr>
          <p:cNvPicPr>
            <a:picLocks noChangeAspect="1"/>
          </p:cNvPicPr>
          <p:nvPr/>
        </p:nvPicPr>
        <p:blipFill rotWithShape="1">
          <a:blip r:embed="rId2">
            <a:extLst>
              <a:ext uri="{28A0092B-C50C-407E-A947-70E740481C1C}">
                <a14:useLocalDpi xmlns:a14="http://schemas.microsoft.com/office/drawing/2010/main" val="0"/>
              </a:ext>
            </a:extLst>
          </a:blip>
          <a:srcRect t="25000"/>
          <a:stretch/>
        </p:blipFill>
        <p:spPr>
          <a:xfrm>
            <a:off x="0" y="0"/>
            <a:ext cx="12192000" cy="6858000"/>
          </a:xfrm>
          <a:prstGeom prst="rect">
            <a:avLst/>
          </a:prstGeom>
        </p:spPr>
      </p:pic>
      <p:sp>
        <p:nvSpPr>
          <p:cNvPr id="13" name="Rounded Rectangle 5">
            <a:extLst>
              <a:ext uri="{FF2B5EF4-FFF2-40B4-BE49-F238E27FC236}">
                <a16:creationId xmlns:a16="http://schemas.microsoft.com/office/drawing/2014/main" id="{2864358F-2308-40E4-8889-6E8631B5329B}"/>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a:solidFill>
                  <a:schemeClr val="bg1"/>
                </a:solidFill>
                <a:latin typeface="Calibri Light" panose="020F0302020204030204" pitchFamily="34" charset="0"/>
                <a:cs typeface="Calibri Light" panose="020F0302020204030204" pitchFamily="34" charset="0"/>
              </a:rPr>
              <a:t>Project Context and Engagement Team</a:t>
            </a:r>
          </a:p>
        </p:txBody>
      </p:sp>
      <p:sp>
        <p:nvSpPr>
          <p:cNvPr id="14" name="Oval 13">
            <a:extLst>
              <a:ext uri="{FF2B5EF4-FFF2-40B4-BE49-F238E27FC236}">
                <a16:creationId xmlns:a16="http://schemas.microsoft.com/office/drawing/2014/main" id="{385C0C78-E9F5-4A36-B46A-D1CC515D2891}"/>
              </a:ext>
            </a:extLst>
          </p:cNvPr>
          <p:cNvSpPr/>
          <p:nvPr/>
        </p:nvSpPr>
        <p:spPr bwMode="gray">
          <a:xfrm rot="2700000">
            <a:off x="9720589" y="4783959"/>
            <a:ext cx="1427128" cy="1427126"/>
          </a:xfrm>
          <a:prstGeom prst="ellipse">
            <a:avLst/>
          </a:prstGeom>
          <a:solidFill>
            <a:srgbClr val="007680"/>
          </a:solidFill>
          <a:ln w="25400" cap="rnd" algn="ctr">
            <a:solidFill>
              <a:schemeClr val="accent6">
                <a:alpha val="50000"/>
              </a:schemeClr>
            </a:solidFill>
            <a:prstDash val="sysDash"/>
            <a:round/>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nvGrpSpPr>
          <p:cNvPr id="15" name="Group 14">
            <a:extLst>
              <a:ext uri="{FF2B5EF4-FFF2-40B4-BE49-F238E27FC236}">
                <a16:creationId xmlns:a16="http://schemas.microsoft.com/office/drawing/2014/main" id="{72018B98-2C34-4F1E-BF71-E77070241C80}"/>
              </a:ext>
            </a:extLst>
          </p:cNvPr>
          <p:cNvGrpSpPr/>
          <p:nvPr/>
        </p:nvGrpSpPr>
        <p:grpSpPr>
          <a:xfrm>
            <a:off x="9733457" y="4798696"/>
            <a:ext cx="1402578" cy="1397650"/>
            <a:chOff x="9718644" y="4783956"/>
            <a:chExt cx="1432160" cy="1427129"/>
          </a:xfrm>
        </p:grpSpPr>
        <p:sp>
          <p:nvSpPr>
            <p:cNvPr id="16" name="Pie 8">
              <a:extLst>
                <a:ext uri="{FF2B5EF4-FFF2-40B4-BE49-F238E27FC236}">
                  <a16:creationId xmlns:a16="http://schemas.microsoft.com/office/drawing/2014/main" id="{215DA20D-3A7D-42E9-8964-8F46CF65C1A0}"/>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sp>
          <p:nvSpPr>
            <p:cNvPr id="17" name="Pie 9">
              <a:extLst>
                <a:ext uri="{FF2B5EF4-FFF2-40B4-BE49-F238E27FC236}">
                  <a16:creationId xmlns:a16="http://schemas.microsoft.com/office/drawing/2014/main" id="{ACEF4BF5-608B-49CB-87F4-2C664250FAC9}"/>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sp>
        <p:nvSpPr>
          <p:cNvPr id="18" name="Oval 17">
            <a:extLst>
              <a:ext uri="{FF2B5EF4-FFF2-40B4-BE49-F238E27FC236}">
                <a16:creationId xmlns:a16="http://schemas.microsoft.com/office/drawing/2014/main" id="{BC4608E9-0BC3-44A7-953B-1D1D974F4A31}"/>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nvGrpSpPr>
          <p:cNvPr id="11" name="Group 892">
            <a:extLst>
              <a:ext uri="{FF2B5EF4-FFF2-40B4-BE49-F238E27FC236}">
                <a16:creationId xmlns:a16="http://schemas.microsoft.com/office/drawing/2014/main" id="{090EEE7F-5154-4E45-8572-16D9778A72C6}"/>
              </a:ext>
            </a:extLst>
          </p:cNvPr>
          <p:cNvGrpSpPr>
            <a:grpSpLocks noChangeAspect="1"/>
          </p:cNvGrpSpPr>
          <p:nvPr/>
        </p:nvGrpSpPr>
        <p:grpSpPr bwMode="auto">
          <a:xfrm>
            <a:off x="10222598" y="5272435"/>
            <a:ext cx="419392" cy="420624"/>
            <a:chOff x="4270" y="3457"/>
            <a:chExt cx="340" cy="341"/>
          </a:xfrm>
          <a:solidFill>
            <a:schemeClr val="bg1"/>
          </a:solidFill>
        </p:grpSpPr>
        <p:sp>
          <p:nvSpPr>
            <p:cNvPr id="12" name="Freeform 893">
              <a:extLst>
                <a:ext uri="{FF2B5EF4-FFF2-40B4-BE49-F238E27FC236}">
                  <a16:creationId xmlns:a16="http://schemas.microsoft.com/office/drawing/2014/main" id="{DB8C124C-8B85-47C2-AC38-23EECF7F46FF}"/>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894">
              <a:extLst>
                <a:ext uri="{FF2B5EF4-FFF2-40B4-BE49-F238E27FC236}">
                  <a16:creationId xmlns:a16="http://schemas.microsoft.com/office/drawing/2014/main" id="{1A42B033-BCD1-4E93-BE4A-72D34D493C83}"/>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9229559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CFC044-7354-C70F-B72C-BE93A0F31F85}"/>
              </a:ext>
            </a:extLst>
          </p:cNvPr>
          <p:cNvSpPr/>
          <p:nvPr/>
        </p:nvSpPr>
        <p:spPr bwMode="gray">
          <a:xfrm>
            <a:off x="514662" y="1077686"/>
            <a:ext cx="11196000" cy="910617"/>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t" anchorCtr="0"/>
          <a:lstStyle/>
          <a:p>
            <a:pPr>
              <a:lnSpc>
                <a:spcPct val="106000"/>
              </a:lnSpc>
              <a:buFont typeface="Wingdings 2" pitchFamily="18" charset="2"/>
              <a:buNone/>
            </a:pPr>
            <a:endParaRPr lang="en-US" sz="1600" b="1">
              <a:solidFill>
                <a:schemeClr val="bg1"/>
              </a:solidFill>
            </a:endParaRPr>
          </a:p>
        </p:txBody>
      </p:sp>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508378"/>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Bhutan’s power sector has experienced significant growth in recent years, driven by domestic hydropower generation and a strong focus on enhancing operational efficiency and digitalizing business processes within utilities.</a:t>
            </a:r>
          </a:p>
        </p:txBody>
      </p:sp>
      <p:sp>
        <p:nvSpPr>
          <p:cNvPr id="6" name="Title 5"/>
          <p:cNvSpPr>
            <a:spLocks noGrp="1"/>
          </p:cNvSpPr>
          <p:nvPr>
            <p:ph type="title"/>
          </p:nvPr>
        </p:nvSpPr>
        <p:spPr>
          <a:xfrm>
            <a:off x="501650" y="141228"/>
            <a:ext cx="11188700" cy="334099"/>
          </a:xfrm>
        </p:spPr>
        <p:txBody>
          <a:bodyPr vert="horz"/>
          <a:lstStyle/>
          <a:p>
            <a:r>
              <a:rPr lang="en-US" sz="2000" b="1">
                <a:latin typeface="Arial" panose="020B0604020202020204" pitchFamily="34" charset="0"/>
                <a:cs typeface="Arial" panose="020B0604020202020204" pitchFamily="34" charset="0"/>
              </a:rPr>
              <a:t>Project Context and Background …1/2</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26" name="Chart 25">
            <a:extLst>
              <a:ext uri="{FF2B5EF4-FFF2-40B4-BE49-F238E27FC236}">
                <a16:creationId xmlns:a16="http://schemas.microsoft.com/office/drawing/2014/main" id="{E33E5B11-444B-5E99-29E6-104FF7ABE72C}"/>
              </a:ext>
            </a:extLst>
          </p:cNvPr>
          <p:cNvGraphicFramePr/>
          <p:nvPr>
            <p:extLst>
              <p:ext uri="{D42A27DB-BD31-4B8C-83A1-F6EECF244321}">
                <p14:modId xmlns:p14="http://schemas.microsoft.com/office/powerpoint/2010/main" val="2556090625"/>
              </p:ext>
            </p:extLst>
          </p:nvPr>
        </p:nvGraphicFramePr>
        <p:xfrm>
          <a:off x="514663" y="2374928"/>
          <a:ext cx="2520000" cy="2160000"/>
        </p:xfrm>
        <a:graphic>
          <a:graphicData uri="http://schemas.openxmlformats.org/drawingml/2006/chart">
            <c:chart xmlns:c="http://schemas.openxmlformats.org/drawingml/2006/chart" xmlns:r="http://schemas.openxmlformats.org/officeDocument/2006/relationships" r:id="rId5"/>
          </a:graphicData>
        </a:graphic>
      </p:graphicFrame>
      <p:sp>
        <p:nvSpPr>
          <p:cNvPr id="450" name="Rectangle 449">
            <a:extLst>
              <a:ext uri="{FF2B5EF4-FFF2-40B4-BE49-F238E27FC236}">
                <a16:creationId xmlns:a16="http://schemas.microsoft.com/office/drawing/2014/main" id="{1B6750FD-EFC7-8C95-A5FF-F016704247DC}"/>
              </a:ext>
            </a:extLst>
          </p:cNvPr>
          <p:cNvSpPr/>
          <p:nvPr/>
        </p:nvSpPr>
        <p:spPr bwMode="gray">
          <a:xfrm>
            <a:off x="514664" y="2101192"/>
            <a:ext cx="3383280" cy="283824"/>
          </a:xfrm>
          <a:prstGeom prst="rect">
            <a:avLst/>
          </a:prstGeom>
          <a:solidFill>
            <a:schemeClr val="accent5"/>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lang="en-US" sz="1400">
                <a:solidFill>
                  <a:prstClr val="white"/>
                </a:solidFill>
                <a:latin typeface="Arial" panose="020B0604020202020204" pitchFamily="34" charset="0"/>
                <a:cs typeface="Arial" panose="020B0604020202020204" pitchFamily="34" charset="0"/>
              </a:rPr>
              <a:t>Key Metrics of Bhutan's Power Sector</a:t>
            </a: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451" name="Straight Connector 450">
            <a:extLst>
              <a:ext uri="{FF2B5EF4-FFF2-40B4-BE49-F238E27FC236}">
                <a16:creationId xmlns:a16="http://schemas.microsoft.com/office/drawing/2014/main" id="{84EE3877-424A-C980-8351-F1B3DB382E1A}"/>
              </a:ext>
            </a:extLst>
          </p:cNvPr>
          <p:cNvCxnSpPr>
            <a:cxnSpLocks/>
          </p:cNvCxnSpPr>
          <p:nvPr/>
        </p:nvCxnSpPr>
        <p:spPr>
          <a:xfrm>
            <a:off x="514663" y="2385016"/>
            <a:ext cx="11155680" cy="0"/>
          </a:xfrm>
          <a:prstGeom prst="line">
            <a:avLst/>
          </a:prstGeom>
          <a:ln w="12700">
            <a:solidFill>
              <a:srgbClr val="26890D"/>
            </a:solidFill>
          </a:ln>
        </p:spPr>
        <p:style>
          <a:lnRef idx="1">
            <a:schemeClr val="accent1"/>
          </a:lnRef>
          <a:fillRef idx="0">
            <a:schemeClr val="accent1"/>
          </a:fillRef>
          <a:effectRef idx="0">
            <a:schemeClr val="accent1"/>
          </a:effectRef>
          <a:fontRef idx="minor">
            <a:schemeClr val="tx1"/>
          </a:fontRef>
        </p:style>
      </p:cxnSp>
      <p:graphicFrame>
        <p:nvGraphicFramePr>
          <p:cNvPr id="452" name="Chart 451">
            <a:extLst>
              <a:ext uri="{FF2B5EF4-FFF2-40B4-BE49-F238E27FC236}">
                <a16:creationId xmlns:a16="http://schemas.microsoft.com/office/drawing/2014/main" id="{B912E424-305C-C163-B2CD-DBAABDFB957A}"/>
              </a:ext>
            </a:extLst>
          </p:cNvPr>
          <p:cNvGraphicFramePr/>
          <p:nvPr>
            <p:extLst>
              <p:ext uri="{D42A27DB-BD31-4B8C-83A1-F6EECF244321}">
                <p14:modId xmlns:p14="http://schemas.microsoft.com/office/powerpoint/2010/main" val="3453314633"/>
              </p:ext>
            </p:extLst>
          </p:nvPr>
        </p:nvGraphicFramePr>
        <p:xfrm>
          <a:off x="3034663" y="2385016"/>
          <a:ext cx="2556000" cy="216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53" name="Chart 452">
            <a:extLst>
              <a:ext uri="{FF2B5EF4-FFF2-40B4-BE49-F238E27FC236}">
                <a16:creationId xmlns:a16="http://schemas.microsoft.com/office/drawing/2014/main" id="{8D75814E-8024-3A29-EC8C-FB3C0C3F5191}"/>
              </a:ext>
            </a:extLst>
          </p:cNvPr>
          <p:cNvGraphicFramePr/>
          <p:nvPr>
            <p:extLst>
              <p:ext uri="{D42A27DB-BD31-4B8C-83A1-F6EECF244321}">
                <p14:modId xmlns:p14="http://schemas.microsoft.com/office/powerpoint/2010/main" val="2144858268"/>
              </p:ext>
            </p:extLst>
          </p:nvPr>
        </p:nvGraphicFramePr>
        <p:xfrm>
          <a:off x="478663" y="4454571"/>
          <a:ext cx="2556000" cy="2160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54" name="Chart 453">
            <a:extLst>
              <a:ext uri="{FF2B5EF4-FFF2-40B4-BE49-F238E27FC236}">
                <a16:creationId xmlns:a16="http://schemas.microsoft.com/office/drawing/2014/main" id="{8D5C0F58-BA3F-F982-EAC5-C4F94BD7164F}"/>
              </a:ext>
            </a:extLst>
          </p:cNvPr>
          <p:cNvGraphicFramePr/>
          <p:nvPr>
            <p:extLst>
              <p:ext uri="{D42A27DB-BD31-4B8C-83A1-F6EECF244321}">
                <p14:modId xmlns:p14="http://schemas.microsoft.com/office/powerpoint/2010/main" val="204131940"/>
              </p:ext>
            </p:extLst>
          </p:nvPr>
        </p:nvGraphicFramePr>
        <p:xfrm>
          <a:off x="3034663" y="4454571"/>
          <a:ext cx="2556000" cy="2160000"/>
        </p:xfrm>
        <a:graphic>
          <a:graphicData uri="http://schemas.openxmlformats.org/drawingml/2006/chart">
            <c:chart xmlns:c="http://schemas.openxmlformats.org/drawingml/2006/chart" xmlns:r="http://schemas.openxmlformats.org/officeDocument/2006/relationships" r:id="rId8"/>
          </a:graphicData>
        </a:graphic>
      </p:graphicFrame>
      <p:sp>
        <p:nvSpPr>
          <p:cNvPr id="455" name="矩形 14">
            <a:extLst>
              <a:ext uri="{FF2B5EF4-FFF2-40B4-BE49-F238E27FC236}">
                <a16:creationId xmlns:a16="http://schemas.microsoft.com/office/drawing/2014/main" id="{81A2135E-A4B1-F51A-F76D-EB3D35CB225B}"/>
              </a:ext>
            </a:extLst>
          </p:cNvPr>
          <p:cNvSpPr/>
          <p:nvPr/>
        </p:nvSpPr>
        <p:spPr>
          <a:xfrm>
            <a:off x="5805540" y="2676061"/>
            <a:ext cx="5905121" cy="6662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6" name="Oval 455">
            <a:extLst>
              <a:ext uri="{FF2B5EF4-FFF2-40B4-BE49-F238E27FC236}">
                <a16:creationId xmlns:a16="http://schemas.microsoft.com/office/drawing/2014/main" id="{6E5B7B9B-EA09-8670-5A19-C5AA5BF4D307}"/>
              </a:ext>
            </a:extLst>
          </p:cNvPr>
          <p:cNvSpPr/>
          <p:nvPr/>
        </p:nvSpPr>
        <p:spPr bwMode="gray">
          <a:xfrm>
            <a:off x="5709526" y="2600878"/>
            <a:ext cx="192031" cy="204367"/>
          </a:xfrm>
          <a:prstGeom prst="ellips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57" name="Freeform 16">
            <a:extLst>
              <a:ext uri="{FF2B5EF4-FFF2-40B4-BE49-F238E27FC236}">
                <a16:creationId xmlns:a16="http://schemas.microsoft.com/office/drawing/2014/main" id="{58BE16FC-11C0-8A70-A410-4B8A193CC5E4}"/>
              </a:ext>
            </a:extLst>
          </p:cNvPr>
          <p:cNvSpPr>
            <a:spLocks/>
          </p:cNvSpPr>
          <p:nvPr/>
        </p:nvSpPr>
        <p:spPr bwMode="auto">
          <a:xfrm rot="2071784">
            <a:off x="5653107" y="2574137"/>
            <a:ext cx="285592" cy="282491"/>
          </a:xfrm>
          <a:prstGeom prst="arc">
            <a:avLst>
              <a:gd name="adj1" fmla="val 20556016"/>
              <a:gd name="adj2" fmla="val 3440859"/>
            </a:avLst>
          </a:prstGeom>
          <a:noFill/>
          <a:ln w="19050" cap="rnd">
            <a:solidFill>
              <a:srgbClr val="009A44"/>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461" name="Freeform 16">
            <a:extLst>
              <a:ext uri="{FF2B5EF4-FFF2-40B4-BE49-F238E27FC236}">
                <a16:creationId xmlns:a16="http://schemas.microsoft.com/office/drawing/2014/main" id="{B77DB600-3F87-6E69-9A8E-9ACA6086E36C}"/>
              </a:ext>
            </a:extLst>
          </p:cNvPr>
          <p:cNvSpPr>
            <a:spLocks/>
          </p:cNvSpPr>
          <p:nvPr/>
        </p:nvSpPr>
        <p:spPr bwMode="auto">
          <a:xfrm rot="12763226">
            <a:off x="5662744" y="2561815"/>
            <a:ext cx="285592" cy="282491"/>
          </a:xfrm>
          <a:prstGeom prst="arc">
            <a:avLst>
              <a:gd name="adj1" fmla="val 20556016"/>
              <a:gd name="adj2" fmla="val 3440859"/>
            </a:avLst>
          </a:prstGeom>
          <a:noFill/>
          <a:ln w="19050" cap="rnd">
            <a:solidFill>
              <a:srgbClr val="009A44"/>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cxnSp>
        <p:nvCxnSpPr>
          <p:cNvPr id="462" name="Straight Connector 461">
            <a:extLst>
              <a:ext uri="{FF2B5EF4-FFF2-40B4-BE49-F238E27FC236}">
                <a16:creationId xmlns:a16="http://schemas.microsoft.com/office/drawing/2014/main" id="{0503256E-8573-50C6-1DB3-A45E600FFDAF}"/>
              </a:ext>
            </a:extLst>
          </p:cNvPr>
          <p:cNvCxnSpPr>
            <a:cxnSpLocks/>
          </p:cNvCxnSpPr>
          <p:nvPr/>
        </p:nvCxnSpPr>
        <p:spPr>
          <a:xfrm flipV="1">
            <a:off x="6313714" y="2805245"/>
            <a:ext cx="5396947" cy="7999"/>
          </a:xfrm>
          <a:prstGeom prst="line">
            <a:avLst/>
          </a:prstGeom>
          <a:ln w="19050">
            <a:gradFill flip="none" rotWithShape="1">
              <a:gsLst>
                <a:gs pos="1000">
                  <a:schemeClr val="accent4">
                    <a:lumMod val="40000"/>
                    <a:lumOff val="60000"/>
                    <a:alpha val="14000"/>
                  </a:schemeClr>
                </a:gs>
                <a:gs pos="46000">
                  <a:schemeClr val="accent4">
                    <a:lumMod val="95000"/>
                    <a:lumOff val="5000"/>
                  </a:schemeClr>
                </a:gs>
                <a:gs pos="100000">
                  <a:schemeClr val="accent4">
                    <a:lumMod val="60000"/>
                  </a:schemeClr>
                </a:gs>
              </a:gsLst>
              <a:path path="circle">
                <a:fillToRect l="100000" b="100000"/>
              </a:path>
              <a:tileRect t="-100000" r="-100000"/>
            </a:gradFill>
            <a:tailEnd w="lg" len="med"/>
          </a:ln>
        </p:spPr>
        <p:style>
          <a:lnRef idx="3">
            <a:schemeClr val="accent3"/>
          </a:lnRef>
          <a:fillRef idx="0">
            <a:schemeClr val="accent3"/>
          </a:fillRef>
          <a:effectRef idx="2">
            <a:schemeClr val="accent3"/>
          </a:effectRef>
          <a:fontRef idx="minor">
            <a:schemeClr val="tx1"/>
          </a:fontRef>
        </p:style>
      </p:cxnSp>
      <p:sp>
        <p:nvSpPr>
          <p:cNvPr id="463" name="TextBox 462">
            <a:extLst>
              <a:ext uri="{FF2B5EF4-FFF2-40B4-BE49-F238E27FC236}">
                <a16:creationId xmlns:a16="http://schemas.microsoft.com/office/drawing/2014/main" id="{3ED0CD0C-7487-2C60-9ABD-31BBF4B1A9DB}"/>
              </a:ext>
            </a:extLst>
          </p:cNvPr>
          <p:cNvSpPr txBox="1"/>
          <p:nvPr/>
        </p:nvSpPr>
        <p:spPr>
          <a:xfrm>
            <a:off x="5901557" y="2875801"/>
            <a:ext cx="5768786" cy="2846933"/>
          </a:xfrm>
          <a:prstGeom prst="rect">
            <a:avLst/>
          </a:prstGeom>
          <a:noFill/>
        </p:spPr>
        <p:txBody>
          <a:bodyPr wrap="square" lIns="91440" tIns="45720" rIns="91440" bIns="45720" anchor="t">
            <a:spAutoFit/>
          </a:bodyPr>
          <a:lstStyle/>
          <a:p>
            <a:pPr marL="285750" marR="0" lvl="0" indent="-285750" algn="just" defTabSz="914400" rtl="0" eaLnBrk="1" fontAlgn="auto" latinLnBrk="0" hangingPunct="1">
              <a:lnSpc>
                <a:spcPct val="100000"/>
              </a:lnSpc>
              <a:spcBef>
                <a:spcPts val="0"/>
              </a:spcBef>
              <a:spcAft>
                <a:spcPts val="600"/>
              </a:spcAft>
              <a:buClrTx/>
              <a:buSzTx/>
              <a:buFont typeface="Arial" panose="020B0604020202090204" pitchFamily="34" charset="0"/>
              <a:buChar char="•"/>
              <a:tabLst/>
              <a:defRPr/>
            </a:pPr>
            <a:r>
              <a:rPr lang="en-US" sz="1400">
                <a:solidFill>
                  <a:prstClr val="black"/>
                </a:solidFill>
                <a:latin typeface="Arial" panose="020B0604020202090204" pitchFamily="34" charset="0"/>
                <a:cs typeface="Arial" panose="020B0604020202090204" pitchFamily="34" charset="0"/>
              </a:rPr>
              <a:t>Steep demand growth in </a:t>
            </a:r>
            <a:r>
              <a:rPr lang="en-US" sz="1400" b="1">
                <a:solidFill>
                  <a:prstClr val="black"/>
                </a:solidFill>
                <a:latin typeface="Arial" panose="020B0604020202090204" pitchFamily="34" charset="0"/>
                <a:cs typeface="Arial" panose="020B0604020202090204" pitchFamily="34" charset="0"/>
              </a:rPr>
              <a:t>P</a:t>
            </a:r>
            <a:r>
              <a:rPr kumimoji="0" lang="en-US" sz="1400" b="1" i="0" u="none" strike="noStrike" kern="1200" cap="none" spc="0" normalizeH="0" baseline="0" noProof="0" err="1">
                <a:ln>
                  <a:noFill/>
                </a:ln>
                <a:solidFill>
                  <a:prstClr val="black"/>
                </a:solidFill>
                <a:effectLst/>
                <a:uLnTx/>
                <a:uFillTx/>
                <a:latin typeface="Arial" panose="020B0604020202090204" pitchFamily="34" charset="0"/>
                <a:ea typeface="+mn-ea"/>
                <a:cs typeface="Arial" panose="020B0604020202090204" pitchFamily="34" charset="0"/>
              </a:rPr>
              <a:t>eak</a:t>
            </a:r>
            <a:r>
              <a:rPr kumimoji="0" lang="en-US" sz="1400" b="1" i="0" u="none" strike="noStrike" kern="1200" cap="none" spc="0" normalizeH="0" baseline="0" noProof="0">
                <a:ln>
                  <a:noFill/>
                </a:ln>
                <a:solidFill>
                  <a:prstClr val="black"/>
                </a:solidFill>
                <a:effectLst/>
                <a:uLnTx/>
                <a:uFillTx/>
                <a:latin typeface="Arial" panose="020B0604020202090204" pitchFamily="34" charset="0"/>
                <a:ea typeface="+mn-ea"/>
                <a:cs typeface="Arial" panose="020B0604020202090204" pitchFamily="34" charset="0"/>
              </a:rPr>
              <a:t> Demand </a:t>
            </a:r>
            <a:r>
              <a:rPr kumimoji="0" lang="en-US" sz="1400" b="0" i="0" u="none" strike="noStrike" kern="1200" cap="none" spc="0" normalizeH="0" baseline="0" noProof="0">
                <a:ln>
                  <a:noFill/>
                </a:ln>
                <a:solidFill>
                  <a:prstClr val="black"/>
                </a:solidFill>
                <a:effectLst/>
                <a:uLnTx/>
                <a:uFillTx/>
                <a:latin typeface="Arial" panose="020B0604020202090204" pitchFamily="34" charset="0"/>
                <a:ea typeface="+mn-ea"/>
                <a:cs typeface="Arial" panose="020B0604020202090204" pitchFamily="34" charset="0"/>
              </a:rPr>
              <a:t>and </a:t>
            </a:r>
            <a:r>
              <a:rPr lang="en-US" sz="1400" b="1">
                <a:solidFill>
                  <a:prstClr val="black"/>
                </a:solidFill>
                <a:latin typeface="Arial" panose="020B0604020202090204" pitchFamily="34" charset="0"/>
                <a:cs typeface="Arial" panose="020B0604020202090204" pitchFamily="34" charset="0"/>
              </a:rPr>
              <a:t>E</a:t>
            </a:r>
            <a:r>
              <a:rPr kumimoji="0" lang="en-US" sz="1400" b="1" i="0" u="none" strike="noStrike" kern="1200" cap="none" spc="0" normalizeH="0" baseline="0" noProof="0" err="1">
                <a:ln>
                  <a:noFill/>
                </a:ln>
                <a:solidFill>
                  <a:prstClr val="black"/>
                </a:solidFill>
                <a:effectLst/>
                <a:uLnTx/>
                <a:uFillTx/>
                <a:latin typeface="Arial" panose="020B0604020202090204" pitchFamily="34" charset="0"/>
                <a:ea typeface="+mn-ea"/>
                <a:cs typeface="Arial" panose="020B0604020202090204" pitchFamily="34" charset="0"/>
              </a:rPr>
              <a:t>nergy</a:t>
            </a:r>
            <a:r>
              <a:rPr kumimoji="0" lang="en-US" sz="1400" b="1" i="0" u="none" strike="noStrike" kern="1200" cap="none" spc="0" normalizeH="0" baseline="0" noProof="0">
                <a:ln>
                  <a:noFill/>
                </a:ln>
                <a:solidFill>
                  <a:prstClr val="black"/>
                </a:solidFill>
                <a:effectLst/>
                <a:uLnTx/>
                <a:uFillTx/>
                <a:latin typeface="Arial" panose="020B0604020202090204" pitchFamily="34" charset="0"/>
                <a:ea typeface="+mn-ea"/>
                <a:cs typeface="Arial" panose="020B0604020202090204" pitchFamily="34" charset="0"/>
              </a:rPr>
              <a:t> Sold </a:t>
            </a:r>
            <a:r>
              <a:rPr lang="en-US" sz="1400">
                <a:solidFill>
                  <a:prstClr val="black"/>
                </a:solidFill>
                <a:latin typeface="Arial" panose="020B0604020202090204" pitchFamily="34" charset="0"/>
                <a:cs typeface="Arial" panose="020B0604020202090204" pitchFamily="34" charset="0"/>
              </a:rPr>
              <a:t>between 2018 and 2023</a:t>
            </a:r>
            <a:r>
              <a:rPr lang="en-US" sz="1400" b="1">
                <a:solidFill>
                  <a:prstClr val="black"/>
                </a:solidFill>
                <a:latin typeface="Arial" panose="020B0604020202090204" pitchFamily="34" charset="0"/>
                <a:cs typeface="Arial" panose="020B0604020202090204" pitchFamily="34" charset="0"/>
              </a:rPr>
              <a:t>.</a:t>
            </a:r>
          </a:p>
          <a:p>
            <a:pPr marL="285750" marR="0" lvl="0" indent="-285750" algn="just" defTabSz="914400" rtl="0" eaLnBrk="1" fontAlgn="auto" latinLnBrk="0" hangingPunct="1">
              <a:lnSpc>
                <a:spcPct val="100000"/>
              </a:lnSpc>
              <a:spcBef>
                <a:spcPts val="0"/>
              </a:spcBef>
              <a:spcAft>
                <a:spcPts val="600"/>
              </a:spcAft>
              <a:buClrTx/>
              <a:buSzTx/>
              <a:buFont typeface="Arial" panose="020B0604020202090204" pitchFamily="34" charset="0"/>
              <a:buChar char="•"/>
              <a:tabLst/>
              <a:defRPr/>
            </a:pPr>
            <a:r>
              <a:rPr lang="en-US" sz="1400" b="1">
                <a:solidFill>
                  <a:prstClr val="black"/>
                </a:solidFill>
                <a:latin typeface="Arial" panose="020B0604020202090204" pitchFamily="34" charset="0"/>
                <a:cs typeface="Arial" panose="020B0604020202090204" pitchFamily="34" charset="0"/>
              </a:rPr>
              <a:t>Energy Sales </a:t>
            </a:r>
            <a:r>
              <a:rPr lang="en-US" sz="1400">
                <a:solidFill>
                  <a:prstClr val="black"/>
                </a:solidFill>
                <a:latin typeface="Arial" panose="020B0604020202090204" pitchFamily="34" charset="0"/>
                <a:cs typeface="Arial" panose="020B0604020202090204" pitchFamily="34" charset="0"/>
              </a:rPr>
              <a:t>and </a:t>
            </a:r>
            <a:r>
              <a:rPr lang="en-US" sz="1400" b="1">
                <a:solidFill>
                  <a:prstClr val="black"/>
                </a:solidFill>
                <a:latin typeface="Arial" panose="020B0604020202090204" pitchFamily="34" charset="0"/>
                <a:cs typeface="Arial" panose="020B0604020202090204" pitchFamily="34" charset="0"/>
              </a:rPr>
              <a:t>Peak Demand </a:t>
            </a:r>
            <a:r>
              <a:rPr lang="en-US" sz="1400">
                <a:solidFill>
                  <a:prstClr val="black"/>
                </a:solidFill>
                <a:latin typeface="Arial" panose="020B0604020202090204" pitchFamily="34" charset="0"/>
                <a:cs typeface="Arial" panose="020B0604020202090204" pitchFamily="34" charset="0"/>
              </a:rPr>
              <a:t>are expected to grow further due to increase in </a:t>
            </a:r>
            <a:r>
              <a:rPr lang="en-US" sz="1400" b="1">
                <a:solidFill>
                  <a:prstClr val="black"/>
                </a:solidFill>
                <a:latin typeface="Arial" panose="020B0604020202090204" pitchFamily="34" charset="0"/>
                <a:cs typeface="Arial" panose="020B0604020202090204" pitchFamily="34" charset="0"/>
              </a:rPr>
              <a:t>domestic load.</a:t>
            </a:r>
            <a:endParaRPr lang="en-US" sz="1400">
              <a:solidFill>
                <a:prstClr val="black"/>
              </a:solidFill>
              <a:latin typeface="Arial" panose="020B0604020202090204" pitchFamily="34" charset="0"/>
              <a:cs typeface="Arial" panose="020B0604020202090204" pitchFamily="34" charset="0"/>
            </a:endParaRPr>
          </a:p>
          <a:p>
            <a:pPr marL="285750" marR="0" lvl="0" indent="-285750" algn="just" defTabSz="914400" rtl="0" eaLnBrk="1" fontAlgn="auto" latinLnBrk="0" hangingPunct="1">
              <a:lnSpc>
                <a:spcPct val="100000"/>
              </a:lnSpc>
              <a:spcBef>
                <a:spcPts val="0"/>
              </a:spcBef>
              <a:spcAft>
                <a:spcPts val="600"/>
              </a:spcAft>
              <a:buClrTx/>
              <a:buSzTx/>
              <a:buFont typeface="Arial" panose="020B0604020202090204" pitchFamily="34" charset="0"/>
              <a:buChar char="•"/>
              <a:tabLst/>
              <a:defRPr/>
            </a:pPr>
            <a:r>
              <a:rPr lang="en-US" sz="1400" b="1">
                <a:solidFill>
                  <a:prstClr val="black"/>
                </a:solidFill>
                <a:latin typeface="Arial" panose="020B0604020202090204" pitchFamily="34" charset="0"/>
                <a:cs typeface="Arial" panose="020B0604020202090204" pitchFamily="34" charset="0"/>
              </a:rPr>
              <a:t>Installed capacity target - 5 GW by 2030 and 15-20 GW by 2040</a:t>
            </a:r>
            <a:endParaRPr lang="en-US" sz="1400">
              <a:solidFill>
                <a:prstClr val="black"/>
              </a:solidFill>
              <a:latin typeface="Arial" panose="020B0604020202090204" pitchFamily="34" charset="0"/>
              <a:cs typeface="Arial" panose="020B0604020202090204" pitchFamily="34" charset="0"/>
            </a:endParaRPr>
          </a:p>
          <a:p>
            <a:pPr marL="285750" indent="-285750" algn="just">
              <a:spcAft>
                <a:spcPts val="600"/>
              </a:spcAft>
              <a:buFont typeface="Arial" panose="020B0604020202090204" pitchFamily="34" charset="0"/>
              <a:buChar char="•"/>
              <a:defRPr/>
            </a:pPr>
            <a:r>
              <a:rPr lang="en-US" sz="1400">
                <a:solidFill>
                  <a:prstClr val="black"/>
                </a:solidFill>
                <a:latin typeface="Arial"/>
                <a:cs typeface="Arial"/>
              </a:rPr>
              <a:t>There’s</a:t>
            </a:r>
            <a:r>
              <a:rPr lang="en-US" sz="1400" b="1">
                <a:solidFill>
                  <a:prstClr val="black"/>
                </a:solidFill>
                <a:latin typeface="Arial"/>
                <a:cs typeface="Arial"/>
              </a:rPr>
              <a:t> substantial potential </a:t>
            </a:r>
            <a:r>
              <a:rPr lang="en-US" sz="1400">
                <a:solidFill>
                  <a:prstClr val="black"/>
                </a:solidFill>
                <a:latin typeface="Arial"/>
                <a:cs typeface="Arial"/>
              </a:rPr>
              <a:t>for </a:t>
            </a:r>
            <a:r>
              <a:rPr lang="en-US" sz="1400" b="1">
                <a:solidFill>
                  <a:prstClr val="black"/>
                </a:solidFill>
                <a:latin typeface="Arial"/>
                <a:cs typeface="Arial"/>
              </a:rPr>
              <a:t>system loss reduction </a:t>
            </a:r>
            <a:r>
              <a:rPr lang="en-US" sz="1400">
                <a:solidFill>
                  <a:prstClr val="black"/>
                </a:solidFill>
                <a:latin typeface="Arial"/>
                <a:cs typeface="Arial"/>
              </a:rPr>
              <a:t>through adoption of </a:t>
            </a:r>
            <a:r>
              <a:rPr lang="en-US" sz="1400" b="1">
                <a:solidFill>
                  <a:prstClr val="black"/>
                </a:solidFill>
                <a:latin typeface="Arial"/>
                <a:cs typeface="Arial"/>
              </a:rPr>
              <a:t>digital reforms.</a:t>
            </a:r>
          </a:p>
          <a:p>
            <a:pPr marL="285750" marR="0" lvl="0" indent="-285750" algn="just" defTabSz="914400" rtl="0" eaLnBrk="1" fontAlgn="auto" latinLnBrk="0" hangingPunct="1">
              <a:lnSpc>
                <a:spcPct val="100000"/>
              </a:lnSpc>
              <a:spcBef>
                <a:spcPts val="0"/>
              </a:spcBef>
              <a:spcAft>
                <a:spcPts val="600"/>
              </a:spcAft>
              <a:buClrTx/>
              <a:buSzTx/>
              <a:buFont typeface="Arial" panose="020B0604020202090204" pitchFamily="34" charset="0"/>
              <a:buChar char="•"/>
              <a:tabLst/>
              <a:defRPr/>
            </a:pPr>
            <a:r>
              <a:rPr lang="en-US" sz="1400" b="1">
                <a:solidFill>
                  <a:prstClr val="black"/>
                </a:solidFill>
                <a:latin typeface="Arial" panose="020B0604020202090204" pitchFamily="34" charset="0"/>
                <a:cs typeface="Arial" panose="020B0604020202090204" pitchFamily="34" charset="0"/>
              </a:rPr>
              <a:t>Increased</a:t>
            </a:r>
            <a:r>
              <a:rPr lang="en-US" sz="1400">
                <a:solidFill>
                  <a:prstClr val="black"/>
                </a:solidFill>
                <a:latin typeface="Arial" panose="020B0604020202090204" pitchFamily="34" charset="0"/>
                <a:cs typeface="Arial" panose="020B0604020202090204" pitchFamily="34" charset="0"/>
              </a:rPr>
              <a:t> regional </a:t>
            </a:r>
            <a:r>
              <a:rPr lang="en-US" sz="1400" b="1">
                <a:solidFill>
                  <a:prstClr val="black"/>
                </a:solidFill>
                <a:latin typeface="Arial" panose="020B0604020202090204" pitchFamily="34" charset="0"/>
                <a:cs typeface="Arial" panose="020B0604020202090204" pitchFamily="34" charset="0"/>
              </a:rPr>
              <a:t>power market integration</a:t>
            </a:r>
            <a:r>
              <a:rPr lang="en-US" sz="1400">
                <a:solidFill>
                  <a:prstClr val="black"/>
                </a:solidFill>
                <a:latin typeface="Arial" panose="020B0604020202090204" pitchFamily="34" charset="0"/>
                <a:cs typeface="Arial" panose="020B0604020202090204" pitchFamily="34" charset="0"/>
              </a:rPr>
              <a:t>, improved </a:t>
            </a:r>
            <a:r>
              <a:rPr lang="en-US" sz="1400" b="1">
                <a:solidFill>
                  <a:prstClr val="black"/>
                </a:solidFill>
                <a:latin typeface="Arial" panose="020B0604020202090204" pitchFamily="34" charset="0"/>
                <a:cs typeface="Arial" panose="020B0604020202090204" pitchFamily="34" charset="0"/>
              </a:rPr>
              <a:t>customer services </a:t>
            </a:r>
            <a:r>
              <a:rPr lang="en-US" sz="1400">
                <a:solidFill>
                  <a:prstClr val="black"/>
                </a:solidFill>
                <a:latin typeface="Arial" panose="020B0604020202090204" pitchFamily="34" charset="0"/>
                <a:cs typeface="Arial" panose="020B0604020202090204" pitchFamily="34" charset="0"/>
              </a:rPr>
              <a:t>and </a:t>
            </a:r>
            <a:r>
              <a:rPr lang="en-US" sz="1400" b="1">
                <a:solidFill>
                  <a:prstClr val="black"/>
                </a:solidFill>
                <a:latin typeface="Arial" panose="020B0604020202090204" pitchFamily="34" charset="0"/>
                <a:cs typeface="Arial" panose="020B0604020202090204" pitchFamily="34" charset="0"/>
              </a:rPr>
              <a:t>capacity additions </a:t>
            </a:r>
            <a:r>
              <a:rPr lang="en-US" sz="1400">
                <a:solidFill>
                  <a:prstClr val="black"/>
                </a:solidFill>
                <a:latin typeface="Arial" panose="020B0604020202090204" pitchFamily="34" charset="0"/>
                <a:cs typeface="Arial" panose="020B0604020202090204" pitchFamily="34" charset="0"/>
              </a:rPr>
              <a:t>are key focus areas.</a:t>
            </a:r>
          </a:p>
          <a:p>
            <a:pPr marL="285750" marR="0" lvl="0" indent="-285750" algn="just" defTabSz="914400" rtl="0" eaLnBrk="1" fontAlgn="auto" latinLnBrk="0" hangingPunct="1">
              <a:lnSpc>
                <a:spcPct val="100000"/>
              </a:lnSpc>
              <a:spcBef>
                <a:spcPts val="0"/>
              </a:spcBef>
              <a:spcAft>
                <a:spcPts val="600"/>
              </a:spcAft>
              <a:buClrTx/>
              <a:buSzTx/>
              <a:buFont typeface="Arial" panose="020B0604020202090204" pitchFamily="34" charset="0"/>
              <a:buChar char="•"/>
              <a:tabLst/>
              <a:defRPr/>
            </a:pPr>
            <a:r>
              <a:rPr lang="en-US" sz="1400">
                <a:solidFill>
                  <a:prstClr val="black"/>
                </a:solidFill>
                <a:latin typeface="Arial" panose="020B0604020202090204" pitchFamily="34" charset="0"/>
                <a:cs typeface="Arial" panose="020B0604020202090204" pitchFamily="34" charset="0"/>
              </a:rPr>
              <a:t>A </a:t>
            </a:r>
            <a:r>
              <a:rPr lang="en-US" sz="1400" b="1">
                <a:solidFill>
                  <a:prstClr val="black"/>
                </a:solidFill>
                <a:latin typeface="Arial" panose="020B0604020202090204" pitchFamily="34" charset="0"/>
                <a:cs typeface="Arial" panose="020B0604020202090204" pitchFamily="34" charset="0"/>
              </a:rPr>
              <a:t>digital roadmap </a:t>
            </a:r>
            <a:r>
              <a:rPr lang="en-US" sz="1400">
                <a:solidFill>
                  <a:prstClr val="black"/>
                </a:solidFill>
                <a:latin typeface="Arial" panose="020B0604020202090204" pitchFamily="34" charset="0"/>
                <a:cs typeface="Arial" panose="020B0604020202090204" pitchFamily="34" charset="0"/>
              </a:rPr>
              <a:t>is crucial to support the </a:t>
            </a:r>
            <a:r>
              <a:rPr kumimoji="0" lang="en-US" sz="1400" b="1" i="0" u="none" strike="noStrike" kern="1200" cap="none" spc="0" normalizeH="0" baseline="0" noProof="0">
                <a:ln>
                  <a:noFill/>
                </a:ln>
                <a:solidFill>
                  <a:prstClr val="black"/>
                </a:solidFill>
                <a:effectLst/>
                <a:uLnTx/>
                <a:uFillTx/>
                <a:latin typeface="Arial" panose="020B0604020202090204" pitchFamily="34" charset="0"/>
                <a:ea typeface="+mn-ea"/>
                <a:cs typeface="Arial" panose="020B0604020202090204" pitchFamily="34" charset="0"/>
              </a:rPr>
              <a:t>utility modernization initiatives</a:t>
            </a:r>
            <a:r>
              <a:rPr lang="en-US" sz="1400">
                <a:solidFill>
                  <a:prstClr val="black"/>
                </a:solidFill>
                <a:latin typeface="Arial" panose="020B0604020202090204" pitchFamily="34" charset="0"/>
                <a:cs typeface="Arial" panose="020B0604020202090204" pitchFamily="34" charset="0"/>
              </a:rPr>
              <a:t> and </a:t>
            </a:r>
            <a:r>
              <a:rPr lang="en-US" sz="1400" b="1">
                <a:solidFill>
                  <a:prstClr val="black"/>
                </a:solidFill>
                <a:latin typeface="Arial" panose="020B0604020202090204" pitchFamily="34" charset="0"/>
                <a:cs typeface="Arial" panose="020B0604020202090204" pitchFamily="34" charset="0"/>
              </a:rPr>
              <a:t>performance improvement</a:t>
            </a:r>
            <a:r>
              <a:rPr lang="en-US" sz="1400">
                <a:solidFill>
                  <a:prstClr val="black"/>
                </a:solidFill>
                <a:latin typeface="Arial" panose="020B0604020202090204" pitchFamily="34" charset="0"/>
                <a:cs typeface="Arial" panose="020B0604020202090204" pitchFamily="34" charset="0"/>
              </a:rPr>
              <a:t>.</a:t>
            </a:r>
            <a:endParaRPr kumimoji="0" lang="en-US" sz="1400" b="0" i="0" u="none" strike="noStrike" kern="1200" cap="none" spc="0" normalizeH="0" baseline="0" noProof="0">
              <a:ln>
                <a:noFill/>
              </a:ln>
              <a:solidFill>
                <a:prstClr val="black"/>
              </a:solidFill>
              <a:effectLst/>
              <a:uLnTx/>
              <a:uFillTx/>
              <a:latin typeface="Arial" panose="020B0604020202090204" pitchFamily="34" charset="0"/>
              <a:ea typeface="+mn-ea"/>
              <a:cs typeface="Arial" panose="020B0604020202090204" pitchFamily="34" charset="0"/>
            </a:endParaRPr>
          </a:p>
        </p:txBody>
      </p:sp>
      <p:sp>
        <p:nvSpPr>
          <p:cNvPr id="3" name="TextBox 2">
            <a:extLst>
              <a:ext uri="{FF2B5EF4-FFF2-40B4-BE49-F238E27FC236}">
                <a16:creationId xmlns:a16="http://schemas.microsoft.com/office/drawing/2014/main" id="{2F6591A4-166D-D006-A6AA-191A37B3A947}"/>
              </a:ext>
            </a:extLst>
          </p:cNvPr>
          <p:cNvSpPr txBox="1"/>
          <p:nvPr/>
        </p:nvSpPr>
        <p:spPr>
          <a:xfrm>
            <a:off x="514662" y="2403429"/>
            <a:ext cx="1497205" cy="123111"/>
          </a:xfrm>
          <a:prstGeom prst="rect">
            <a:avLst/>
          </a:prstGeom>
          <a:noFill/>
        </p:spPr>
        <p:txBody>
          <a:bodyPr wrap="none" lIns="0" tIns="0" rIns="0" bIns="0" rtlCol="0">
            <a:spAutoFit/>
          </a:bodyPr>
          <a:lstStyle/>
          <a:p>
            <a:pPr>
              <a:spcBef>
                <a:spcPts val="600"/>
              </a:spcBef>
              <a:buSzPct val="100000"/>
            </a:pPr>
            <a:r>
              <a:rPr lang="en-IN" sz="800" i="1">
                <a:solidFill>
                  <a:srgbClr val="313131"/>
                </a:solidFill>
                <a:latin typeface="Arial" panose="020B0604020202020204" pitchFamily="34" charset="0"/>
                <a:cs typeface="Arial" panose="020B0604020202020204" pitchFamily="34" charset="0"/>
              </a:rPr>
              <a:t>*Source: Power Data Book, BPC</a:t>
            </a:r>
          </a:p>
        </p:txBody>
      </p:sp>
      <p:sp>
        <p:nvSpPr>
          <p:cNvPr id="5" name="TextBox 4">
            <a:extLst>
              <a:ext uri="{FF2B5EF4-FFF2-40B4-BE49-F238E27FC236}">
                <a16:creationId xmlns:a16="http://schemas.microsoft.com/office/drawing/2014/main" id="{018E3EBD-58F4-8767-9C80-5E4C646E9F68}"/>
              </a:ext>
            </a:extLst>
          </p:cNvPr>
          <p:cNvSpPr txBox="1"/>
          <p:nvPr/>
        </p:nvSpPr>
        <p:spPr>
          <a:xfrm>
            <a:off x="729343" y="1204061"/>
            <a:ext cx="3168601" cy="941155"/>
          </a:xfrm>
          <a:prstGeom prst="rect">
            <a:avLst/>
          </a:prstGeom>
          <a:noFill/>
        </p:spPr>
        <p:txBody>
          <a:bodyPr wrap="square" lIns="0" tIns="0" rIns="0" bIns="0" rtlCol="0">
            <a:spAutoFit/>
          </a:bodyPr>
          <a:lstStyle/>
          <a:p>
            <a:pPr>
              <a:spcBef>
                <a:spcPts val="600"/>
              </a:spcBef>
              <a:buSzPct val="100000"/>
            </a:pPr>
            <a:r>
              <a:rPr lang="en-US" sz="1800" b="1">
                <a:solidFill>
                  <a:schemeClr val="accent3">
                    <a:lumMod val="75000"/>
                  </a:schemeClr>
                </a:solidFill>
              </a:rPr>
              <a:t>IT-OT Assessment and Road Map for Power  Utilities in Bhutan</a:t>
            </a:r>
          </a:p>
          <a:p>
            <a:pPr marL="203200" indent="-203200">
              <a:spcBef>
                <a:spcPts val="600"/>
              </a:spcBef>
              <a:buSzPct val="100000"/>
              <a:buFont typeface="Arial"/>
              <a:buChar char="•"/>
            </a:pPr>
            <a:endParaRPr lang="en-US">
              <a:solidFill>
                <a:schemeClr val="accent3">
                  <a:lumMod val="75000"/>
                </a:schemeClr>
              </a:solidFill>
            </a:endParaRPr>
          </a:p>
        </p:txBody>
      </p:sp>
      <p:pic>
        <p:nvPicPr>
          <p:cNvPr id="9" name="Picture 8" descr="Druk Green Power Corporation Limited">
            <a:extLst>
              <a:ext uri="{FF2B5EF4-FFF2-40B4-BE49-F238E27FC236}">
                <a16:creationId xmlns:a16="http://schemas.microsoft.com/office/drawing/2014/main" id="{24E1E6B4-546D-ACD7-42A6-A95F91D3A88D}"/>
              </a:ext>
            </a:extLst>
          </p:cNvPr>
          <p:cNvPicPr>
            <a:picLocks noChangeArrowheads="1"/>
          </p:cNvPicPr>
          <p:nvPr/>
        </p:nvPicPr>
        <p:blipFill rotWithShape="1">
          <a:blip r:embed="rId9">
            <a:extLst>
              <a:ext uri="{28A0092B-C50C-407E-A947-70E740481C1C}">
                <a14:useLocalDpi xmlns:a14="http://schemas.microsoft.com/office/drawing/2010/main" val="0"/>
              </a:ext>
            </a:extLst>
          </a:blip>
          <a:srcRect r="61339"/>
          <a:stretch/>
        </p:blipFill>
        <p:spPr bwMode="auto">
          <a:xfrm>
            <a:off x="5538414" y="1220537"/>
            <a:ext cx="457200" cy="457200"/>
          </a:xfrm>
          <a:prstGeom prst="flowChartConnector">
            <a:avLst/>
          </a:prstGeom>
          <a:solidFill>
            <a:schemeClr val="bg1"/>
          </a:solidFill>
        </p:spPr>
      </p:pic>
      <p:pic>
        <p:nvPicPr>
          <p:cNvPr id="11" name="Picture 4" descr="logo">
            <a:extLst>
              <a:ext uri="{FF2B5EF4-FFF2-40B4-BE49-F238E27FC236}">
                <a16:creationId xmlns:a16="http://schemas.microsoft.com/office/drawing/2014/main" id="{49D62041-82D3-A09F-C6D0-ED5F3B22A9F0}"/>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09012" y="1243327"/>
            <a:ext cx="457200" cy="457200"/>
          </a:xfrm>
          <a:prstGeom prst="flowChartConnector">
            <a:avLst/>
          </a:prstGeom>
          <a:solidFill>
            <a:schemeClr val="bg1"/>
          </a:solidFill>
        </p:spPr>
      </p:pic>
      <p:pic>
        <p:nvPicPr>
          <p:cNvPr id="12" name="Picture 2" descr="Bhutan Power Corporation Limited">
            <a:extLst>
              <a:ext uri="{FF2B5EF4-FFF2-40B4-BE49-F238E27FC236}">
                <a16:creationId xmlns:a16="http://schemas.microsoft.com/office/drawing/2014/main" id="{9B8A8CB7-39DD-1470-896D-7F92BA6A0A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14185" y="1227613"/>
            <a:ext cx="457200" cy="457200"/>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AA471A1-42D9-75DD-B049-238707B0160B}"/>
              </a:ext>
            </a:extLst>
          </p:cNvPr>
          <p:cNvSpPr txBox="1"/>
          <p:nvPr/>
        </p:nvSpPr>
        <p:spPr>
          <a:xfrm>
            <a:off x="5029201" y="1674637"/>
            <a:ext cx="1497805" cy="307777"/>
          </a:xfrm>
          <a:prstGeom prst="rect">
            <a:avLst/>
          </a:prstGeom>
          <a:noFill/>
        </p:spPr>
        <p:txBody>
          <a:bodyPr wrap="square" lIns="0" tIns="0" rIns="0" bIns="0" rtlCol="0">
            <a:spAutoFit/>
          </a:bodyPr>
          <a:lstStyle/>
          <a:p>
            <a:pPr algn="ctr">
              <a:spcBef>
                <a:spcPts val="600"/>
              </a:spcBef>
              <a:buSzPct val="100000"/>
            </a:pPr>
            <a:r>
              <a:rPr lang="en-US" sz="1000">
                <a:solidFill>
                  <a:srgbClr val="313131"/>
                </a:solidFill>
              </a:rPr>
              <a:t>Druk Green Power Corporation Limited (DGPC) </a:t>
            </a:r>
          </a:p>
        </p:txBody>
      </p:sp>
      <p:sp>
        <p:nvSpPr>
          <p:cNvPr id="14" name="TextBox 13">
            <a:extLst>
              <a:ext uri="{FF2B5EF4-FFF2-40B4-BE49-F238E27FC236}">
                <a16:creationId xmlns:a16="http://schemas.microsoft.com/office/drawing/2014/main" id="{08D4ACC9-F2D3-B2AE-3AEA-45286B487A84}"/>
              </a:ext>
            </a:extLst>
          </p:cNvPr>
          <p:cNvSpPr txBox="1"/>
          <p:nvPr/>
        </p:nvSpPr>
        <p:spPr>
          <a:xfrm>
            <a:off x="7402283" y="1696407"/>
            <a:ext cx="1497805" cy="307777"/>
          </a:xfrm>
          <a:prstGeom prst="rect">
            <a:avLst/>
          </a:prstGeom>
          <a:noFill/>
        </p:spPr>
        <p:txBody>
          <a:bodyPr wrap="square" lIns="0" tIns="0" rIns="0" bIns="0" rtlCol="0">
            <a:spAutoFit/>
          </a:bodyPr>
          <a:lstStyle/>
          <a:p>
            <a:pPr algn="ctr">
              <a:spcBef>
                <a:spcPts val="600"/>
              </a:spcBef>
              <a:buSzPct val="100000"/>
            </a:pPr>
            <a:r>
              <a:rPr lang="en-US" sz="1000">
                <a:solidFill>
                  <a:srgbClr val="313131"/>
                </a:solidFill>
              </a:rPr>
              <a:t>Bhutan Power System Operator (BPSO) </a:t>
            </a:r>
          </a:p>
        </p:txBody>
      </p:sp>
      <p:sp>
        <p:nvSpPr>
          <p:cNvPr id="15" name="TextBox 14">
            <a:extLst>
              <a:ext uri="{FF2B5EF4-FFF2-40B4-BE49-F238E27FC236}">
                <a16:creationId xmlns:a16="http://schemas.microsoft.com/office/drawing/2014/main" id="{7572DA44-C86C-8F49-A4AA-9B5B45E6AC75}"/>
              </a:ext>
            </a:extLst>
          </p:cNvPr>
          <p:cNvSpPr txBox="1"/>
          <p:nvPr/>
        </p:nvSpPr>
        <p:spPr>
          <a:xfrm>
            <a:off x="9797139" y="1674636"/>
            <a:ext cx="1497805" cy="307777"/>
          </a:xfrm>
          <a:prstGeom prst="rect">
            <a:avLst/>
          </a:prstGeom>
          <a:noFill/>
        </p:spPr>
        <p:txBody>
          <a:bodyPr wrap="square" lIns="0" tIns="0" rIns="0" bIns="0" rtlCol="0">
            <a:spAutoFit/>
          </a:bodyPr>
          <a:lstStyle/>
          <a:p>
            <a:pPr algn="ctr">
              <a:spcBef>
                <a:spcPts val="600"/>
              </a:spcBef>
              <a:buSzPct val="100000"/>
            </a:pPr>
            <a:r>
              <a:rPr lang="en-US" sz="1000">
                <a:solidFill>
                  <a:srgbClr val="313131"/>
                </a:solidFill>
              </a:rPr>
              <a:t>Bhutan Power Corporation Limited (BPC), </a:t>
            </a:r>
          </a:p>
        </p:txBody>
      </p:sp>
      <p:sp>
        <p:nvSpPr>
          <p:cNvPr id="16" name="Rectangle 15">
            <a:extLst>
              <a:ext uri="{FF2B5EF4-FFF2-40B4-BE49-F238E27FC236}">
                <a16:creationId xmlns:a16="http://schemas.microsoft.com/office/drawing/2014/main" id="{ABEB3BCF-C58B-68ED-5EFB-B8C9E88C30B3}"/>
              </a:ext>
            </a:extLst>
          </p:cNvPr>
          <p:cNvSpPr/>
          <p:nvPr/>
        </p:nvSpPr>
        <p:spPr bwMode="gray">
          <a:xfrm>
            <a:off x="4463142" y="1077686"/>
            <a:ext cx="2415582" cy="914814"/>
          </a:xfrm>
          <a:prstGeom prst="rect">
            <a:avLst/>
          </a:prstGeom>
          <a:no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0" name="Rectangle 19">
            <a:extLst>
              <a:ext uri="{FF2B5EF4-FFF2-40B4-BE49-F238E27FC236}">
                <a16:creationId xmlns:a16="http://schemas.microsoft.com/office/drawing/2014/main" id="{F4759DAD-BC23-07BA-2F23-3C1146B03B20}"/>
              </a:ext>
            </a:extLst>
          </p:cNvPr>
          <p:cNvSpPr/>
          <p:nvPr/>
        </p:nvSpPr>
        <p:spPr bwMode="gray">
          <a:xfrm>
            <a:off x="6890653" y="1066803"/>
            <a:ext cx="2415582" cy="914814"/>
          </a:xfrm>
          <a:prstGeom prst="rect">
            <a:avLst/>
          </a:prstGeom>
          <a:noFill/>
          <a:ln w="19050"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32" name="Group 31">
            <a:extLst>
              <a:ext uri="{FF2B5EF4-FFF2-40B4-BE49-F238E27FC236}">
                <a16:creationId xmlns:a16="http://schemas.microsoft.com/office/drawing/2014/main" id="{7A02074E-EC5E-36FC-7A13-13371FD62623}"/>
              </a:ext>
            </a:extLst>
          </p:cNvPr>
          <p:cNvGrpSpPr/>
          <p:nvPr/>
        </p:nvGrpSpPr>
        <p:grpSpPr>
          <a:xfrm>
            <a:off x="4313282" y="1042735"/>
            <a:ext cx="301504" cy="960469"/>
            <a:chOff x="4313282" y="1042735"/>
            <a:chExt cx="301504" cy="960469"/>
          </a:xfrm>
        </p:grpSpPr>
        <p:grpSp>
          <p:nvGrpSpPr>
            <p:cNvPr id="17" name="Graphic 4">
              <a:extLst>
                <a:ext uri="{FF2B5EF4-FFF2-40B4-BE49-F238E27FC236}">
                  <a16:creationId xmlns:a16="http://schemas.microsoft.com/office/drawing/2014/main" id="{E128C00C-5AC5-B091-996C-68D2A88A734D}"/>
                </a:ext>
              </a:extLst>
            </p:cNvPr>
            <p:cNvGrpSpPr>
              <a:grpSpLocks noChangeAspect="1"/>
            </p:cNvGrpSpPr>
            <p:nvPr/>
          </p:nvGrpSpPr>
          <p:grpSpPr>
            <a:xfrm>
              <a:off x="4314262" y="1367174"/>
              <a:ext cx="299544" cy="299265"/>
              <a:chOff x="905454" y="1402723"/>
              <a:chExt cx="362309" cy="361971"/>
            </a:xfrm>
            <a:solidFill>
              <a:schemeClr val="accent3"/>
            </a:solidFill>
          </p:grpSpPr>
          <p:sp>
            <p:nvSpPr>
              <p:cNvPr id="18" name="Graphic 4">
                <a:extLst>
                  <a:ext uri="{FF2B5EF4-FFF2-40B4-BE49-F238E27FC236}">
                    <a16:creationId xmlns:a16="http://schemas.microsoft.com/office/drawing/2014/main" id="{B5527AAD-D60F-3923-8D81-65FC5544A236}"/>
                  </a:ext>
                </a:extLst>
              </p:cNvPr>
              <p:cNvSpPr/>
              <p:nvPr/>
            </p:nvSpPr>
            <p:spPr>
              <a:xfrm>
                <a:off x="1011527" y="1558652"/>
                <a:ext cx="109267" cy="126243"/>
              </a:xfrm>
              <a:custGeom>
                <a:avLst/>
                <a:gdLst>
                  <a:gd name="connsiteX0" fmla="*/ 93932 w 109267"/>
                  <a:gd name="connsiteY0" fmla="*/ 47720 h 126243"/>
                  <a:gd name="connsiteX1" fmla="*/ 93932 w 109267"/>
                  <a:gd name="connsiteY1" fmla="*/ 6224 h 126243"/>
                  <a:gd name="connsiteX2" fmla="*/ 14058 w 109267"/>
                  <a:gd name="connsiteY2" fmla="*/ 6224 h 126243"/>
                  <a:gd name="connsiteX3" fmla="*/ 14058 w 109267"/>
                  <a:gd name="connsiteY3" fmla="*/ 47720 h 126243"/>
                  <a:gd name="connsiteX4" fmla="*/ 14058 w 109267"/>
                  <a:gd name="connsiteY4" fmla="*/ 48997 h 126243"/>
                  <a:gd name="connsiteX5" fmla="*/ 0 w 109267"/>
                  <a:gd name="connsiteY5" fmla="*/ 126243 h 126243"/>
                  <a:gd name="connsiteX6" fmla="*/ 109268 w 109267"/>
                  <a:gd name="connsiteY6" fmla="*/ 126243 h 126243"/>
                  <a:gd name="connsiteX7" fmla="*/ 93932 w 109267"/>
                  <a:gd name="connsiteY7" fmla="*/ 48997 h 126243"/>
                  <a:gd name="connsiteX8" fmla="*/ 93932 w 109267"/>
                  <a:gd name="connsiteY8" fmla="*/ 47720 h 126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67" h="126243">
                    <a:moveTo>
                      <a:pt x="93932" y="47720"/>
                    </a:moveTo>
                    <a:lnTo>
                      <a:pt x="93932" y="6224"/>
                    </a:lnTo>
                    <a:cubicBezTo>
                      <a:pt x="67733" y="-2075"/>
                      <a:pt x="40257" y="-2075"/>
                      <a:pt x="14058" y="6224"/>
                    </a:cubicBezTo>
                    <a:lnTo>
                      <a:pt x="14058" y="47720"/>
                    </a:lnTo>
                    <a:cubicBezTo>
                      <a:pt x="14058" y="48359"/>
                      <a:pt x="14058" y="48359"/>
                      <a:pt x="14058" y="48997"/>
                    </a:cubicBezTo>
                    <a:lnTo>
                      <a:pt x="0" y="126243"/>
                    </a:lnTo>
                    <a:lnTo>
                      <a:pt x="109268" y="126243"/>
                    </a:lnTo>
                    <a:lnTo>
                      <a:pt x="93932" y="48997"/>
                    </a:lnTo>
                    <a:cubicBezTo>
                      <a:pt x="93932" y="48359"/>
                      <a:pt x="93932" y="48359"/>
                      <a:pt x="93932" y="47720"/>
                    </a:cubicBezTo>
                    <a:close/>
                  </a:path>
                </a:pathLst>
              </a:custGeom>
              <a:grpFill/>
              <a:ln w="6390" cap="flat">
                <a:noFill/>
                <a:prstDash val="solid"/>
                <a:miter/>
              </a:ln>
            </p:spPr>
            <p:txBody>
              <a:bodyPr rtlCol="0" anchor="ctr"/>
              <a:lstStyle/>
              <a:p>
                <a:endParaRPr lang="en-US"/>
              </a:p>
            </p:txBody>
          </p:sp>
          <p:sp>
            <p:nvSpPr>
              <p:cNvPr id="19" name="Graphic 4">
                <a:extLst>
                  <a:ext uri="{FF2B5EF4-FFF2-40B4-BE49-F238E27FC236}">
                    <a16:creationId xmlns:a16="http://schemas.microsoft.com/office/drawing/2014/main" id="{E4205E0C-96B7-A554-F232-646E0DF30682}"/>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27482 w 362309"/>
                  <a:gd name="connsiteY6" fmla="*/ 292386 h 361971"/>
                  <a:gd name="connsiteX7" fmla="*/ 222370 w 362309"/>
                  <a:gd name="connsiteY7" fmla="*/ 294940 h 361971"/>
                  <a:gd name="connsiteX8" fmla="*/ 97766 w 362309"/>
                  <a:gd name="connsiteY8" fmla="*/ 294940 h 361971"/>
                  <a:gd name="connsiteX9" fmla="*/ 91376 w 362309"/>
                  <a:gd name="connsiteY9" fmla="*/ 288556 h 361971"/>
                  <a:gd name="connsiteX10" fmla="*/ 91376 w 362309"/>
                  <a:gd name="connsiteY10" fmla="*/ 287279 h 361971"/>
                  <a:gd name="connsiteX11" fmla="*/ 106712 w 362309"/>
                  <a:gd name="connsiteY11" fmla="*/ 203011 h 361971"/>
                  <a:gd name="connsiteX12" fmla="*/ 106712 w 362309"/>
                  <a:gd name="connsiteY12" fmla="*/ 157046 h 361971"/>
                  <a:gd name="connsiteX13" fmla="*/ 111185 w 362309"/>
                  <a:gd name="connsiteY13" fmla="*/ 150662 h 361971"/>
                  <a:gd name="connsiteX14" fmla="*/ 207673 w 362309"/>
                  <a:gd name="connsiteY14" fmla="*/ 150662 h 361971"/>
                  <a:gd name="connsiteX15" fmla="*/ 212146 w 362309"/>
                  <a:gd name="connsiteY15" fmla="*/ 157046 h 361971"/>
                  <a:gd name="connsiteX16" fmla="*/ 212146 w 362309"/>
                  <a:gd name="connsiteY16" fmla="*/ 202372 h 361971"/>
                  <a:gd name="connsiteX17" fmla="*/ 228760 w 362309"/>
                  <a:gd name="connsiteY17" fmla="*/ 286641 h 361971"/>
                  <a:gd name="connsiteX18" fmla="*/ 227482 w 362309"/>
                  <a:gd name="connsiteY18" fmla="*/ 292386 h 361971"/>
                  <a:gd name="connsiteX19" fmla="*/ 227482 w 362309"/>
                  <a:gd name="connsiteY19" fmla="*/ 292386 h 361971"/>
                  <a:gd name="connsiteX20" fmla="*/ 244735 w 362309"/>
                  <a:gd name="connsiteY20" fmla="*/ 148747 h 361971"/>
                  <a:gd name="connsiteX21" fmla="*/ 237067 w 362309"/>
                  <a:gd name="connsiteY21" fmla="*/ 148747 h 361971"/>
                  <a:gd name="connsiteX22" fmla="*/ 230677 w 362309"/>
                  <a:gd name="connsiteY22" fmla="*/ 142363 h 361971"/>
                  <a:gd name="connsiteX23" fmla="*/ 237067 w 362309"/>
                  <a:gd name="connsiteY23" fmla="*/ 135979 h 361971"/>
                  <a:gd name="connsiteX24" fmla="*/ 244735 w 362309"/>
                  <a:gd name="connsiteY24" fmla="*/ 135979 h 361971"/>
                  <a:gd name="connsiteX25" fmla="*/ 257514 w 362309"/>
                  <a:gd name="connsiteY25" fmla="*/ 123211 h 361971"/>
                  <a:gd name="connsiteX26" fmla="*/ 244735 w 362309"/>
                  <a:gd name="connsiteY26" fmla="*/ 110443 h 361971"/>
                  <a:gd name="connsiteX27" fmla="*/ 238345 w 362309"/>
                  <a:gd name="connsiteY27" fmla="*/ 104059 h 361971"/>
                  <a:gd name="connsiteX28" fmla="*/ 214063 w 362309"/>
                  <a:gd name="connsiteY28" fmla="*/ 79161 h 361971"/>
                  <a:gd name="connsiteX29" fmla="*/ 189781 w 362309"/>
                  <a:gd name="connsiteY29" fmla="*/ 98952 h 361971"/>
                  <a:gd name="connsiteX30" fmla="*/ 182113 w 362309"/>
                  <a:gd name="connsiteY30" fmla="*/ 104059 h 361971"/>
                  <a:gd name="connsiteX31" fmla="*/ 180835 w 362309"/>
                  <a:gd name="connsiteY31" fmla="*/ 104059 h 361971"/>
                  <a:gd name="connsiteX32" fmla="*/ 159110 w 362309"/>
                  <a:gd name="connsiteY32" fmla="*/ 113635 h 361971"/>
                  <a:gd name="connsiteX33" fmla="*/ 157831 w 362309"/>
                  <a:gd name="connsiteY33" fmla="*/ 119380 h 361971"/>
                  <a:gd name="connsiteX34" fmla="*/ 151441 w 362309"/>
                  <a:gd name="connsiteY34" fmla="*/ 125764 h 361971"/>
                  <a:gd name="connsiteX35" fmla="*/ 145052 w 362309"/>
                  <a:gd name="connsiteY35" fmla="*/ 119380 h 361971"/>
                  <a:gd name="connsiteX36" fmla="*/ 174445 w 362309"/>
                  <a:gd name="connsiteY36" fmla="*/ 90014 h 361971"/>
                  <a:gd name="connsiteX37" fmla="*/ 178279 w 362309"/>
                  <a:gd name="connsiteY37" fmla="*/ 90653 h 361971"/>
                  <a:gd name="connsiteX38" fmla="*/ 226843 w 362309"/>
                  <a:gd name="connsiteY38" fmla="*/ 69585 h 361971"/>
                  <a:gd name="connsiteX39" fmla="*/ 249847 w 362309"/>
                  <a:gd name="connsiteY39" fmla="*/ 98313 h 361971"/>
                  <a:gd name="connsiteX40" fmla="*/ 270294 w 362309"/>
                  <a:gd name="connsiteY40" fmla="*/ 127680 h 361971"/>
                  <a:gd name="connsiteX41" fmla="*/ 244735 w 362309"/>
                  <a:gd name="connsiteY41" fmla="*/ 148747 h 361971"/>
                  <a:gd name="connsiteX42" fmla="*/ 244735 w 362309"/>
                  <a:gd name="connsiteY42" fmla="*/ 14874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27482" y="292386"/>
                    </a:moveTo>
                    <a:cubicBezTo>
                      <a:pt x="226204" y="293663"/>
                      <a:pt x="224287" y="294940"/>
                      <a:pt x="222370" y="294940"/>
                    </a:cubicBezTo>
                    <a:lnTo>
                      <a:pt x="97766" y="294940"/>
                    </a:lnTo>
                    <a:cubicBezTo>
                      <a:pt x="93932" y="294940"/>
                      <a:pt x="91376" y="292386"/>
                      <a:pt x="91376" y="288556"/>
                    </a:cubicBezTo>
                    <a:cubicBezTo>
                      <a:pt x="91376" y="287918"/>
                      <a:pt x="91376" y="287918"/>
                      <a:pt x="91376" y="287279"/>
                    </a:cubicBezTo>
                    <a:lnTo>
                      <a:pt x="106712" y="203011"/>
                    </a:lnTo>
                    <a:lnTo>
                      <a:pt x="106712" y="157046"/>
                    </a:lnTo>
                    <a:cubicBezTo>
                      <a:pt x="106712" y="153854"/>
                      <a:pt x="108629" y="151300"/>
                      <a:pt x="111185" y="150662"/>
                    </a:cubicBezTo>
                    <a:cubicBezTo>
                      <a:pt x="142496" y="139809"/>
                      <a:pt x="176362" y="139809"/>
                      <a:pt x="207673" y="150662"/>
                    </a:cubicBezTo>
                    <a:cubicBezTo>
                      <a:pt x="210229" y="151300"/>
                      <a:pt x="212146" y="153854"/>
                      <a:pt x="212146" y="157046"/>
                    </a:cubicBezTo>
                    <a:lnTo>
                      <a:pt x="212146" y="202372"/>
                    </a:lnTo>
                    <a:lnTo>
                      <a:pt x="228760" y="286641"/>
                    </a:lnTo>
                    <a:cubicBezTo>
                      <a:pt x="229399" y="289194"/>
                      <a:pt x="228760" y="291110"/>
                      <a:pt x="227482" y="292386"/>
                    </a:cubicBezTo>
                    <a:lnTo>
                      <a:pt x="227482" y="292386"/>
                    </a:lnTo>
                    <a:close/>
                    <a:moveTo>
                      <a:pt x="244735" y="148747"/>
                    </a:moveTo>
                    <a:lnTo>
                      <a:pt x="237067" y="148747"/>
                    </a:lnTo>
                    <a:cubicBezTo>
                      <a:pt x="233233" y="148747"/>
                      <a:pt x="230677" y="146193"/>
                      <a:pt x="230677" y="142363"/>
                    </a:cubicBezTo>
                    <a:cubicBezTo>
                      <a:pt x="230677" y="138532"/>
                      <a:pt x="233233" y="135979"/>
                      <a:pt x="237067" y="135979"/>
                    </a:cubicBezTo>
                    <a:lnTo>
                      <a:pt x="244735" y="135979"/>
                    </a:lnTo>
                    <a:cubicBezTo>
                      <a:pt x="251764" y="135979"/>
                      <a:pt x="257514" y="130233"/>
                      <a:pt x="257514" y="123211"/>
                    </a:cubicBezTo>
                    <a:cubicBezTo>
                      <a:pt x="257514" y="116188"/>
                      <a:pt x="251764" y="110443"/>
                      <a:pt x="244735" y="110443"/>
                    </a:cubicBezTo>
                    <a:cubicBezTo>
                      <a:pt x="240901" y="110443"/>
                      <a:pt x="238345" y="107889"/>
                      <a:pt x="238345" y="104059"/>
                    </a:cubicBezTo>
                    <a:cubicBezTo>
                      <a:pt x="238345" y="90653"/>
                      <a:pt x="227482" y="79800"/>
                      <a:pt x="214063" y="79161"/>
                    </a:cubicBezTo>
                    <a:cubicBezTo>
                      <a:pt x="202561" y="79161"/>
                      <a:pt x="192337" y="87461"/>
                      <a:pt x="189781" y="98952"/>
                    </a:cubicBezTo>
                    <a:cubicBezTo>
                      <a:pt x="189142" y="102144"/>
                      <a:pt x="185947" y="104697"/>
                      <a:pt x="182113" y="104059"/>
                    </a:cubicBezTo>
                    <a:cubicBezTo>
                      <a:pt x="181474" y="104059"/>
                      <a:pt x="181474" y="104059"/>
                      <a:pt x="180835" y="104059"/>
                    </a:cubicBezTo>
                    <a:cubicBezTo>
                      <a:pt x="172528" y="100867"/>
                      <a:pt x="162304" y="104697"/>
                      <a:pt x="159110" y="113635"/>
                    </a:cubicBezTo>
                    <a:cubicBezTo>
                      <a:pt x="158470" y="115550"/>
                      <a:pt x="157831" y="117465"/>
                      <a:pt x="157831" y="119380"/>
                    </a:cubicBezTo>
                    <a:cubicBezTo>
                      <a:pt x="157831" y="123211"/>
                      <a:pt x="155275" y="125764"/>
                      <a:pt x="151441" y="125764"/>
                    </a:cubicBezTo>
                    <a:cubicBezTo>
                      <a:pt x="147608" y="125764"/>
                      <a:pt x="145052" y="123211"/>
                      <a:pt x="145052" y="119380"/>
                    </a:cubicBezTo>
                    <a:cubicBezTo>
                      <a:pt x="145052" y="102782"/>
                      <a:pt x="158470" y="90014"/>
                      <a:pt x="174445" y="90014"/>
                    </a:cubicBezTo>
                    <a:cubicBezTo>
                      <a:pt x="175723" y="90014"/>
                      <a:pt x="177001" y="90014"/>
                      <a:pt x="178279" y="90653"/>
                    </a:cubicBezTo>
                    <a:cubicBezTo>
                      <a:pt x="185947" y="71501"/>
                      <a:pt x="207673" y="61925"/>
                      <a:pt x="226843" y="69585"/>
                    </a:cubicBezTo>
                    <a:cubicBezTo>
                      <a:pt x="238984" y="74693"/>
                      <a:pt x="247930" y="85545"/>
                      <a:pt x="249847" y="98313"/>
                    </a:cubicBezTo>
                    <a:cubicBezTo>
                      <a:pt x="263904" y="100867"/>
                      <a:pt x="272850" y="114273"/>
                      <a:pt x="270294" y="127680"/>
                    </a:cubicBezTo>
                    <a:cubicBezTo>
                      <a:pt x="269016" y="140448"/>
                      <a:pt x="257514" y="149385"/>
                      <a:pt x="244735" y="148747"/>
                    </a:cubicBezTo>
                    <a:lnTo>
                      <a:pt x="244735" y="148747"/>
                    </a:lnTo>
                    <a:close/>
                  </a:path>
                </a:pathLst>
              </a:custGeom>
              <a:grpFill/>
              <a:ln w="6390" cap="flat">
                <a:noFill/>
                <a:prstDash val="solid"/>
                <a:miter/>
              </a:ln>
            </p:spPr>
            <p:txBody>
              <a:bodyPr rtlCol="0" anchor="ctr"/>
              <a:lstStyle/>
              <a:p>
                <a:endParaRPr lang="en-US"/>
              </a:p>
            </p:txBody>
          </p:sp>
        </p:grpSp>
        <p:grpSp>
          <p:nvGrpSpPr>
            <p:cNvPr id="21" name="Graphic 4">
              <a:extLst>
                <a:ext uri="{FF2B5EF4-FFF2-40B4-BE49-F238E27FC236}">
                  <a16:creationId xmlns:a16="http://schemas.microsoft.com/office/drawing/2014/main" id="{D26EDFE2-01D5-BC9D-0732-4DEC35749C50}"/>
                </a:ext>
              </a:extLst>
            </p:cNvPr>
            <p:cNvGrpSpPr>
              <a:grpSpLocks noChangeAspect="1"/>
            </p:cNvGrpSpPr>
            <p:nvPr/>
          </p:nvGrpSpPr>
          <p:grpSpPr>
            <a:xfrm>
              <a:off x="4313282" y="1042735"/>
              <a:ext cx="301504" cy="301752"/>
              <a:chOff x="7191874" y="3339623"/>
              <a:chExt cx="361674" cy="361971"/>
            </a:xfrm>
            <a:solidFill>
              <a:schemeClr val="accent3"/>
            </a:solidFill>
          </p:grpSpPr>
          <p:sp>
            <p:nvSpPr>
              <p:cNvPr id="22" name="Graphic 4">
                <a:extLst>
                  <a:ext uri="{FF2B5EF4-FFF2-40B4-BE49-F238E27FC236}">
                    <a16:creationId xmlns:a16="http://schemas.microsoft.com/office/drawing/2014/main" id="{5815D910-EEB8-1D9D-A392-EC2C59B9951E}"/>
                  </a:ext>
                </a:extLst>
              </p:cNvPr>
              <p:cNvSpPr/>
              <p:nvPr/>
            </p:nvSpPr>
            <p:spPr>
              <a:xfrm>
                <a:off x="7361207" y="3472410"/>
                <a:ext cx="20447" cy="20428"/>
              </a:xfrm>
              <a:custGeom>
                <a:avLst/>
                <a:gdLst>
                  <a:gd name="connsiteX0" fmla="*/ 10224 w 20447"/>
                  <a:gd name="connsiteY0" fmla="*/ 0 h 20428"/>
                  <a:gd name="connsiteX1" fmla="*/ 0 w 20447"/>
                  <a:gd name="connsiteY1" fmla="*/ 10215 h 20428"/>
                  <a:gd name="connsiteX2" fmla="*/ 10224 w 20447"/>
                  <a:gd name="connsiteY2" fmla="*/ 20429 h 20428"/>
                  <a:gd name="connsiteX3" fmla="*/ 20447 w 20447"/>
                  <a:gd name="connsiteY3" fmla="*/ 10215 h 20428"/>
                  <a:gd name="connsiteX4" fmla="*/ 20447 w 20447"/>
                  <a:gd name="connsiteY4" fmla="*/ 10215 h 20428"/>
                  <a:gd name="connsiteX5" fmla="*/ 10224 w 20447"/>
                  <a:gd name="connsiteY5" fmla="*/ 0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 h="20428">
                    <a:moveTo>
                      <a:pt x="10224" y="0"/>
                    </a:moveTo>
                    <a:cubicBezTo>
                      <a:pt x="4473" y="0"/>
                      <a:pt x="0" y="4469"/>
                      <a:pt x="0" y="10215"/>
                    </a:cubicBezTo>
                    <a:cubicBezTo>
                      <a:pt x="0" y="15960"/>
                      <a:pt x="4473" y="20429"/>
                      <a:pt x="10224" y="20429"/>
                    </a:cubicBezTo>
                    <a:cubicBezTo>
                      <a:pt x="15975" y="20429"/>
                      <a:pt x="20447" y="15960"/>
                      <a:pt x="20447" y="10215"/>
                    </a:cubicBezTo>
                    <a:cubicBezTo>
                      <a:pt x="20447" y="10215"/>
                      <a:pt x="20447" y="10215"/>
                      <a:pt x="20447" y="10215"/>
                    </a:cubicBezTo>
                    <a:cubicBezTo>
                      <a:pt x="20447" y="4469"/>
                      <a:pt x="15975" y="0"/>
                      <a:pt x="10224" y="0"/>
                    </a:cubicBezTo>
                    <a:close/>
                  </a:path>
                </a:pathLst>
              </a:custGeom>
              <a:grpFill/>
              <a:ln w="6390" cap="flat">
                <a:noFill/>
                <a:prstDash val="solid"/>
                <a:miter/>
              </a:ln>
            </p:spPr>
            <p:txBody>
              <a:bodyPr rtlCol="0" anchor="ctr"/>
              <a:lstStyle/>
              <a:p>
                <a:endParaRPr lang="en-US"/>
              </a:p>
            </p:txBody>
          </p:sp>
          <p:sp>
            <p:nvSpPr>
              <p:cNvPr id="23" name="Graphic 4">
                <a:extLst>
                  <a:ext uri="{FF2B5EF4-FFF2-40B4-BE49-F238E27FC236}">
                    <a16:creationId xmlns:a16="http://schemas.microsoft.com/office/drawing/2014/main" id="{1E1B1581-1778-8849-E1B1-322C88380966}"/>
                  </a:ext>
                </a:extLst>
              </p:cNvPr>
              <p:cNvSpPr/>
              <p:nvPr/>
            </p:nvSpPr>
            <p:spPr>
              <a:xfrm>
                <a:off x="7191874" y="3339623"/>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5947 w 361674"/>
                  <a:gd name="connsiteY6" fmla="*/ 294940 h 361971"/>
                  <a:gd name="connsiteX7" fmla="*/ 179557 w 361674"/>
                  <a:gd name="connsiteY7" fmla="*/ 301324 h 361971"/>
                  <a:gd name="connsiteX8" fmla="*/ 173167 w 361674"/>
                  <a:gd name="connsiteY8" fmla="*/ 294940 h 361971"/>
                  <a:gd name="connsiteX9" fmla="*/ 173167 w 361674"/>
                  <a:gd name="connsiteY9" fmla="*/ 184497 h 361971"/>
                  <a:gd name="connsiteX10" fmla="*/ 179557 w 361674"/>
                  <a:gd name="connsiteY10" fmla="*/ 178113 h 361971"/>
                  <a:gd name="connsiteX11" fmla="*/ 185947 w 361674"/>
                  <a:gd name="connsiteY11" fmla="*/ 184497 h 361971"/>
                  <a:gd name="connsiteX12" fmla="*/ 185947 w 361674"/>
                  <a:gd name="connsiteY12" fmla="*/ 294940 h 361971"/>
                  <a:gd name="connsiteX13" fmla="*/ 255597 w 361674"/>
                  <a:gd name="connsiteY13" fmla="*/ 180028 h 361971"/>
                  <a:gd name="connsiteX14" fmla="*/ 249846 w 361674"/>
                  <a:gd name="connsiteY14" fmla="*/ 183220 h 361971"/>
                  <a:gd name="connsiteX15" fmla="*/ 246651 w 361674"/>
                  <a:gd name="connsiteY15" fmla="*/ 182582 h 361971"/>
                  <a:gd name="connsiteX16" fmla="*/ 199366 w 361674"/>
                  <a:gd name="connsiteY16" fmla="*/ 155769 h 361971"/>
                  <a:gd name="connsiteX17" fmla="*/ 167416 w 361674"/>
                  <a:gd name="connsiteY17" fmla="*/ 162792 h 361971"/>
                  <a:gd name="connsiteX18" fmla="*/ 161026 w 361674"/>
                  <a:gd name="connsiteY18" fmla="*/ 156408 h 361971"/>
                  <a:gd name="connsiteX19" fmla="*/ 115658 w 361674"/>
                  <a:gd name="connsiteY19" fmla="*/ 181944 h 361971"/>
                  <a:gd name="connsiteX20" fmla="*/ 106712 w 361674"/>
                  <a:gd name="connsiteY20" fmla="*/ 179390 h 361971"/>
                  <a:gd name="connsiteX21" fmla="*/ 109268 w 361674"/>
                  <a:gd name="connsiteY21" fmla="*/ 170452 h 361971"/>
                  <a:gd name="connsiteX22" fmla="*/ 156553 w 361674"/>
                  <a:gd name="connsiteY22" fmla="*/ 143640 h 361971"/>
                  <a:gd name="connsiteX23" fmla="*/ 156553 w 361674"/>
                  <a:gd name="connsiteY23" fmla="*/ 142363 h 361971"/>
                  <a:gd name="connsiteX24" fmla="*/ 173167 w 361674"/>
                  <a:gd name="connsiteY24" fmla="*/ 120019 h 361971"/>
                  <a:gd name="connsiteX25" fmla="*/ 173167 w 361674"/>
                  <a:gd name="connsiteY25" fmla="*/ 66394 h 361971"/>
                  <a:gd name="connsiteX26" fmla="*/ 179557 w 361674"/>
                  <a:gd name="connsiteY26" fmla="*/ 60010 h 361971"/>
                  <a:gd name="connsiteX27" fmla="*/ 185947 w 361674"/>
                  <a:gd name="connsiteY27" fmla="*/ 66394 h 361971"/>
                  <a:gd name="connsiteX28" fmla="*/ 185947 w 361674"/>
                  <a:gd name="connsiteY28" fmla="*/ 120019 h 361971"/>
                  <a:gd name="connsiteX29" fmla="*/ 202561 w 361674"/>
                  <a:gd name="connsiteY29" fmla="*/ 141724 h 361971"/>
                  <a:gd name="connsiteX30" fmla="*/ 253041 w 361674"/>
                  <a:gd name="connsiteY30" fmla="*/ 170452 h 361971"/>
                  <a:gd name="connsiteX31" fmla="*/ 255597 w 361674"/>
                  <a:gd name="connsiteY31" fmla="*/ 180028 h 361971"/>
                  <a:gd name="connsiteX32" fmla="*/ 255597 w 361674"/>
                  <a:gd name="connsiteY32" fmla="*/ 180028 h 361971"/>
                  <a:gd name="connsiteX33" fmla="*/ 255597 w 361674"/>
                  <a:gd name="connsiteY33" fmla="*/ 18002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61674" h="361971">
                    <a:moveTo>
                      <a:pt x="180836" y="0"/>
                    </a:moveTo>
                    <a:cubicBezTo>
                      <a:pt x="80513" y="0"/>
                      <a:pt x="0" y="81077"/>
                      <a:pt x="0" y="180667"/>
                    </a:cubicBezTo>
                    <a:cubicBezTo>
                      <a:pt x="0" y="280895"/>
                      <a:pt x="81152" y="361972"/>
                      <a:pt x="180836" y="361972"/>
                    </a:cubicBezTo>
                    <a:cubicBezTo>
                      <a:pt x="281157" y="361972"/>
                      <a:pt x="361670" y="280895"/>
                      <a:pt x="361670" y="181305"/>
                    </a:cubicBezTo>
                    <a:lnTo>
                      <a:pt x="361670" y="181305"/>
                    </a:lnTo>
                    <a:cubicBezTo>
                      <a:pt x="362309" y="81077"/>
                      <a:pt x="281157" y="0"/>
                      <a:pt x="180836" y="0"/>
                    </a:cubicBezTo>
                    <a:close/>
                    <a:moveTo>
                      <a:pt x="185947" y="294940"/>
                    </a:moveTo>
                    <a:cubicBezTo>
                      <a:pt x="185947" y="298770"/>
                      <a:pt x="183391" y="301324"/>
                      <a:pt x="179557" y="301324"/>
                    </a:cubicBezTo>
                    <a:cubicBezTo>
                      <a:pt x="175723" y="301324"/>
                      <a:pt x="173167" y="298770"/>
                      <a:pt x="173167" y="294940"/>
                    </a:cubicBezTo>
                    <a:lnTo>
                      <a:pt x="173167" y="184497"/>
                    </a:lnTo>
                    <a:cubicBezTo>
                      <a:pt x="173167" y="180667"/>
                      <a:pt x="175723" y="178113"/>
                      <a:pt x="179557" y="178113"/>
                    </a:cubicBezTo>
                    <a:cubicBezTo>
                      <a:pt x="183391" y="178113"/>
                      <a:pt x="185947" y="180667"/>
                      <a:pt x="185947" y="184497"/>
                    </a:cubicBezTo>
                    <a:lnTo>
                      <a:pt x="185947" y="294940"/>
                    </a:lnTo>
                    <a:close/>
                    <a:moveTo>
                      <a:pt x="255597" y="180028"/>
                    </a:moveTo>
                    <a:cubicBezTo>
                      <a:pt x="254320" y="181944"/>
                      <a:pt x="252403" y="183220"/>
                      <a:pt x="249846" y="183220"/>
                    </a:cubicBezTo>
                    <a:cubicBezTo>
                      <a:pt x="248569" y="183220"/>
                      <a:pt x="247930" y="183220"/>
                      <a:pt x="246651" y="182582"/>
                    </a:cubicBezTo>
                    <a:lnTo>
                      <a:pt x="199366" y="155769"/>
                    </a:lnTo>
                    <a:cubicBezTo>
                      <a:pt x="192337" y="166622"/>
                      <a:pt x="178279" y="169814"/>
                      <a:pt x="167416" y="162792"/>
                    </a:cubicBezTo>
                    <a:cubicBezTo>
                      <a:pt x="164861" y="160876"/>
                      <a:pt x="162943" y="158961"/>
                      <a:pt x="161026" y="156408"/>
                    </a:cubicBezTo>
                    <a:lnTo>
                      <a:pt x="115658" y="181944"/>
                    </a:lnTo>
                    <a:cubicBezTo>
                      <a:pt x="112463" y="183859"/>
                      <a:pt x="108629" y="182582"/>
                      <a:pt x="106712" y="179390"/>
                    </a:cubicBezTo>
                    <a:cubicBezTo>
                      <a:pt x="104795" y="176198"/>
                      <a:pt x="106073" y="172368"/>
                      <a:pt x="109268" y="170452"/>
                    </a:cubicBezTo>
                    <a:lnTo>
                      <a:pt x="156553" y="143640"/>
                    </a:lnTo>
                    <a:cubicBezTo>
                      <a:pt x="156553" y="143001"/>
                      <a:pt x="156553" y="143001"/>
                      <a:pt x="156553" y="142363"/>
                    </a:cubicBezTo>
                    <a:cubicBezTo>
                      <a:pt x="156553" y="132149"/>
                      <a:pt x="163582" y="123211"/>
                      <a:pt x="173167" y="120019"/>
                    </a:cubicBezTo>
                    <a:lnTo>
                      <a:pt x="173167" y="66394"/>
                    </a:lnTo>
                    <a:cubicBezTo>
                      <a:pt x="173167" y="62563"/>
                      <a:pt x="175723" y="60010"/>
                      <a:pt x="179557" y="60010"/>
                    </a:cubicBezTo>
                    <a:cubicBezTo>
                      <a:pt x="183391" y="60010"/>
                      <a:pt x="185947" y="62563"/>
                      <a:pt x="185947" y="66394"/>
                    </a:cubicBezTo>
                    <a:lnTo>
                      <a:pt x="185947" y="120019"/>
                    </a:lnTo>
                    <a:cubicBezTo>
                      <a:pt x="195532" y="122573"/>
                      <a:pt x="202561" y="131510"/>
                      <a:pt x="202561" y="141724"/>
                    </a:cubicBezTo>
                    <a:lnTo>
                      <a:pt x="253041" y="170452"/>
                    </a:lnTo>
                    <a:cubicBezTo>
                      <a:pt x="256236" y="173006"/>
                      <a:pt x="256875" y="176836"/>
                      <a:pt x="255597" y="180028"/>
                    </a:cubicBezTo>
                    <a:cubicBezTo>
                      <a:pt x="255597" y="180028"/>
                      <a:pt x="255597" y="180028"/>
                      <a:pt x="255597" y="180028"/>
                    </a:cubicBezTo>
                    <a:lnTo>
                      <a:pt x="255597" y="180028"/>
                    </a:lnTo>
                    <a:close/>
                  </a:path>
                </a:pathLst>
              </a:custGeom>
              <a:grpFill/>
              <a:ln w="6390" cap="flat">
                <a:noFill/>
                <a:prstDash val="solid"/>
                <a:miter/>
              </a:ln>
            </p:spPr>
            <p:txBody>
              <a:bodyPr rtlCol="0" anchor="ctr"/>
              <a:lstStyle/>
              <a:p>
                <a:endParaRPr lang="en-US"/>
              </a:p>
            </p:txBody>
          </p:sp>
        </p:grpSp>
        <p:grpSp>
          <p:nvGrpSpPr>
            <p:cNvPr id="24" name="Graphic 4">
              <a:extLst>
                <a:ext uri="{FF2B5EF4-FFF2-40B4-BE49-F238E27FC236}">
                  <a16:creationId xmlns:a16="http://schemas.microsoft.com/office/drawing/2014/main" id="{B0E52837-8584-6E56-FBEF-411415B6D5F4}"/>
                </a:ext>
              </a:extLst>
            </p:cNvPr>
            <p:cNvGrpSpPr>
              <a:grpSpLocks noChangeAspect="1"/>
            </p:cNvGrpSpPr>
            <p:nvPr/>
          </p:nvGrpSpPr>
          <p:grpSpPr>
            <a:xfrm>
              <a:off x="4313282" y="1701452"/>
              <a:ext cx="301504" cy="301752"/>
              <a:chOff x="7191874" y="3824168"/>
              <a:chExt cx="361674" cy="361971"/>
            </a:xfrm>
            <a:solidFill>
              <a:schemeClr val="accent3"/>
            </a:solidFill>
          </p:grpSpPr>
          <p:sp>
            <p:nvSpPr>
              <p:cNvPr id="25" name="Graphic 4">
                <a:extLst>
                  <a:ext uri="{FF2B5EF4-FFF2-40B4-BE49-F238E27FC236}">
                    <a16:creationId xmlns:a16="http://schemas.microsoft.com/office/drawing/2014/main" id="{771ACBA2-8586-2D5B-A197-FC225CFB8784}"/>
                  </a:ext>
                </a:extLst>
              </p:cNvPr>
              <p:cNvSpPr/>
              <p:nvPr/>
            </p:nvSpPr>
            <p:spPr>
              <a:xfrm>
                <a:off x="7304336" y="4018879"/>
                <a:ext cx="38339" cy="21067"/>
              </a:xfrm>
              <a:custGeom>
                <a:avLst/>
                <a:gdLst>
                  <a:gd name="connsiteX0" fmla="*/ 37701 w 38339"/>
                  <a:gd name="connsiteY0" fmla="*/ 0 h 21067"/>
                  <a:gd name="connsiteX1" fmla="*/ 31950 w 38339"/>
                  <a:gd name="connsiteY1" fmla="*/ 4468 h 21067"/>
                  <a:gd name="connsiteX2" fmla="*/ 1278 w 38339"/>
                  <a:gd name="connsiteY2" fmla="*/ 4468 h 21067"/>
                  <a:gd name="connsiteX3" fmla="*/ 0 w 38339"/>
                  <a:gd name="connsiteY3" fmla="*/ 21067 h 21067"/>
                  <a:gd name="connsiteX4" fmla="*/ 38340 w 38339"/>
                  <a:gd name="connsiteY4" fmla="*/ 21067 h 21067"/>
                  <a:gd name="connsiteX5" fmla="*/ 37701 w 38339"/>
                  <a:gd name="connsiteY5" fmla="*/ 0 h 2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39" h="21067">
                    <a:moveTo>
                      <a:pt x="37701" y="0"/>
                    </a:moveTo>
                    <a:cubicBezTo>
                      <a:pt x="37062" y="2553"/>
                      <a:pt x="34506" y="4468"/>
                      <a:pt x="31950" y="4468"/>
                    </a:cubicBezTo>
                    <a:lnTo>
                      <a:pt x="1278" y="4468"/>
                    </a:lnTo>
                    <a:lnTo>
                      <a:pt x="0" y="21067"/>
                    </a:lnTo>
                    <a:lnTo>
                      <a:pt x="38340" y="21067"/>
                    </a:lnTo>
                    <a:lnTo>
                      <a:pt x="37701" y="0"/>
                    </a:lnTo>
                    <a:close/>
                  </a:path>
                </a:pathLst>
              </a:custGeom>
              <a:grpFill/>
              <a:ln w="6390" cap="flat">
                <a:noFill/>
                <a:prstDash val="solid"/>
                <a:miter/>
              </a:ln>
            </p:spPr>
            <p:txBody>
              <a:bodyPr rtlCol="0" anchor="ctr"/>
              <a:lstStyle/>
              <a:p>
                <a:endParaRPr lang="en-US"/>
              </a:p>
            </p:txBody>
          </p:sp>
          <p:sp>
            <p:nvSpPr>
              <p:cNvPr id="27" name="Graphic 4">
                <a:extLst>
                  <a:ext uri="{FF2B5EF4-FFF2-40B4-BE49-F238E27FC236}">
                    <a16:creationId xmlns:a16="http://schemas.microsoft.com/office/drawing/2014/main" id="{54BF38A4-ACC5-150C-6034-2EF9851BC52E}"/>
                  </a:ext>
                </a:extLst>
              </p:cNvPr>
              <p:cNvSpPr/>
              <p:nvPr/>
            </p:nvSpPr>
            <p:spPr>
              <a:xfrm>
                <a:off x="7354817" y="4023348"/>
                <a:ext cx="38339" cy="16598"/>
              </a:xfrm>
              <a:custGeom>
                <a:avLst/>
                <a:gdLst>
                  <a:gd name="connsiteX0" fmla="*/ 0 w 38339"/>
                  <a:gd name="connsiteY0" fmla="*/ 0 h 16598"/>
                  <a:gd name="connsiteX1" fmla="*/ 0 w 38339"/>
                  <a:gd name="connsiteY1" fmla="*/ 16599 h 16598"/>
                  <a:gd name="connsiteX2" fmla="*/ 38340 w 38339"/>
                  <a:gd name="connsiteY2" fmla="*/ 16599 h 16598"/>
                  <a:gd name="connsiteX3" fmla="*/ 37062 w 38339"/>
                  <a:gd name="connsiteY3" fmla="*/ 0 h 16598"/>
                </a:gdLst>
                <a:ahLst/>
                <a:cxnLst>
                  <a:cxn ang="0">
                    <a:pos x="connsiteX0" y="connsiteY0"/>
                  </a:cxn>
                  <a:cxn ang="0">
                    <a:pos x="connsiteX1" y="connsiteY1"/>
                  </a:cxn>
                  <a:cxn ang="0">
                    <a:pos x="connsiteX2" y="connsiteY2"/>
                  </a:cxn>
                  <a:cxn ang="0">
                    <a:pos x="connsiteX3" y="connsiteY3"/>
                  </a:cxn>
                </a:cxnLst>
                <a:rect l="l" t="t" r="r" b="b"/>
                <a:pathLst>
                  <a:path w="38339" h="16598">
                    <a:moveTo>
                      <a:pt x="0" y="0"/>
                    </a:moveTo>
                    <a:lnTo>
                      <a:pt x="0" y="16599"/>
                    </a:lnTo>
                    <a:lnTo>
                      <a:pt x="38340" y="16599"/>
                    </a:lnTo>
                    <a:lnTo>
                      <a:pt x="37062" y="0"/>
                    </a:lnTo>
                    <a:close/>
                  </a:path>
                </a:pathLst>
              </a:custGeom>
              <a:grpFill/>
              <a:ln w="6390" cap="flat">
                <a:noFill/>
                <a:prstDash val="solid"/>
                <a:miter/>
              </a:ln>
            </p:spPr>
            <p:txBody>
              <a:bodyPr rtlCol="0" anchor="ctr"/>
              <a:lstStyle/>
              <a:p>
                <a:endParaRPr lang="en-US"/>
              </a:p>
            </p:txBody>
          </p:sp>
          <p:sp>
            <p:nvSpPr>
              <p:cNvPr id="28" name="Graphic 4">
                <a:extLst>
                  <a:ext uri="{FF2B5EF4-FFF2-40B4-BE49-F238E27FC236}">
                    <a16:creationId xmlns:a16="http://schemas.microsoft.com/office/drawing/2014/main" id="{D761C6C5-ABB9-20BC-AFA7-0C46AB6E4F70}"/>
                  </a:ext>
                </a:extLst>
              </p:cNvPr>
              <p:cNvSpPr/>
              <p:nvPr/>
            </p:nvSpPr>
            <p:spPr>
              <a:xfrm>
                <a:off x="7306254" y="3993981"/>
                <a:ext cx="35783" cy="21067"/>
              </a:xfrm>
              <a:custGeom>
                <a:avLst/>
                <a:gdLst>
                  <a:gd name="connsiteX0" fmla="*/ 30032 w 35783"/>
                  <a:gd name="connsiteY0" fmla="*/ 16598 h 21067"/>
                  <a:gd name="connsiteX1" fmla="*/ 35783 w 35783"/>
                  <a:gd name="connsiteY1" fmla="*/ 21067 h 21067"/>
                  <a:gd name="connsiteX2" fmla="*/ 35783 w 35783"/>
                  <a:gd name="connsiteY2" fmla="*/ 0 h 21067"/>
                  <a:gd name="connsiteX3" fmla="*/ 1278 w 35783"/>
                  <a:gd name="connsiteY3" fmla="*/ 0 h 21067"/>
                  <a:gd name="connsiteX4" fmla="*/ 0 w 35783"/>
                  <a:gd name="connsiteY4" fmla="*/ 15960 h 21067"/>
                  <a:gd name="connsiteX5" fmla="*/ 30032 w 35783"/>
                  <a:gd name="connsiteY5" fmla="*/ 16598 h 2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83" h="21067">
                    <a:moveTo>
                      <a:pt x="30032" y="16598"/>
                    </a:moveTo>
                    <a:cubicBezTo>
                      <a:pt x="32589" y="16598"/>
                      <a:pt x="35145" y="18514"/>
                      <a:pt x="35783" y="21067"/>
                    </a:cubicBezTo>
                    <a:lnTo>
                      <a:pt x="35783" y="0"/>
                    </a:lnTo>
                    <a:lnTo>
                      <a:pt x="1278" y="0"/>
                    </a:lnTo>
                    <a:lnTo>
                      <a:pt x="0" y="15960"/>
                    </a:lnTo>
                    <a:lnTo>
                      <a:pt x="30032" y="16598"/>
                    </a:lnTo>
                    <a:close/>
                  </a:path>
                </a:pathLst>
              </a:custGeom>
              <a:grpFill/>
              <a:ln w="6390" cap="flat">
                <a:noFill/>
                <a:prstDash val="solid"/>
                <a:miter/>
              </a:ln>
            </p:spPr>
            <p:txBody>
              <a:bodyPr rtlCol="0" anchor="ctr"/>
              <a:lstStyle/>
              <a:p>
                <a:endParaRPr lang="en-US"/>
              </a:p>
            </p:txBody>
          </p:sp>
          <p:sp>
            <p:nvSpPr>
              <p:cNvPr id="29" name="Graphic 4">
                <a:extLst>
                  <a:ext uri="{FF2B5EF4-FFF2-40B4-BE49-F238E27FC236}">
                    <a16:creationId xmlns:a16="http://schemas.microsoft.com/office/drawing/2014/main" id="{1ADE0855-DA02-951B-A44F-4E19465C0691}"/>
                  </a:ext>
                </a:extLst>
              </p:cNvPr>
              <p:cNvSpPr/>
              <p:nvPr/>
            </p:nvSpPr>
            <p:spPr>
              <a:xfrm>
                <a:off x="7354817" y="3993981"/>
                <a:ext cx="35783" cy="16598"/>
              </a:xfrm>
              <a:custGeom>
                <a:avLst/>
                <a:gdLst>
                  <a:gd name="connsiteX0" fmla="*/ 0 w 35783"/>
                  <a:gd name="connsiteY0" fmla="*/ 16598 h 16598"/>
                  <a:gd name="connsiteX1" fmla="*/ 35783 w 35783"/>
                  <a:gd name="connsiteY1" fmla="*/ 16598 h 16598"/>
                  <a:gd name="connsiteX2" fmla="*/ 34506 w 35783"/>
                  <a:gd name="connsiteY2" fmla="*/ 0 h 16598"/>
                  <a:gd name="connsiteX3" fmla="*/ 0 w 35783"/>
                  <a:gd name="connsiteY3" fmla="*/ 0 h 16598"/>
                </a:gdLst>
                <a:ahLst/>
                <a:cxnLst>
                  <a:cxn ang="0">
                    <a:pos x="connsiteX0" y="connsiteY0"/>
                  </a:cxn>
                  <a:cxn ang="0">
                    <a:pos x="connsiteX1" y="connsiteY1"/>
                  </a:cxn>
                  <a:cxn ang="0">
                    <a:pos x="connsiteX2" y="connsiteY2"/>
                  </a:cxn>
                  <a:cxn ang="0">
                    <a:pos x="connsiteX3" y="connsiteY3"/>
                  </a:cxn>
                </a:cxnLst>
                <a:rect l="l" t="t" r="r" b="b"/>
                <a:pathLst>
                  <a:path w="35783" h="16598">
                    <a:moveTo>
                      <a:pt x="0" y="16598"/>
                    </a:moveTo>
                    <a:lnTo>
                      <a:pt x="35783" y="16598"/>
                    </a:lnTo>
                    <a:lnTo>
                      <a:pt x="34506" y="0"/>
                    </a:lnTo>
                    <a:lnTo>
                      <a:pt x="0" y="0"/>
                    </a:lnTo>
                    <a:close/>
                  </a:path>
                </a:pathLst>
              </a:custGeom>
              <a:grpFill/>
              <a:ln w="6390" cap="flat">
                <a:noFill/>
                <a:prstDash val="solid"/>
                <a:miter/>
              </a:ln>
            </p:spPr>
            <p:txBody>
              <a:bodyPr rtlCol="0" anchor="ctr"/>
              <a:lstStyle/>
              <a:p>
                <a:endParaRPr lang="en-US"/>
              </a:p>
            </p:txBody>
          </p:sp>
          <p:sp>
            <p:nvSpPr>
              <p:cNvPr id="30" name="Graphic 4">
                <a:extLst>
                  <a:ext uri="{FF2B5EF4-FFF2-40B4-BE49-F238E27FC236}">
                    <a16:creationId xmlns:a16="http://schemas.microsoft.com/office/drawing/2014/main" id="{F51AA609-864F-38F5-F257-2678B343BB31}"/>
                  </a:ext>
                </a:extLst>
              </p:cNvPr>
              <p:cNvSpPr/>
              <p:nvPr/>
            </p:nvSpPr>
            <p:spPr>
              <a:xfrm>
                <a:off x="7335008" y="4074419"/>
                <a:ext cx="21725" cy="23620"/>
              </a:xfrm>
              <a:custGeom>
                <a:avLst/>
                <a:gdLst>
                  <a:gd name="connsiteX0" fmla="*/ 5111 w 21725"/>
                  <a:gd name="connsiteY0" fmla="*/ 6384 h 23620"/>
                  <a:gd name="connsiteX1" fmla="*/ 5111 w 21725"/>
                  <a:gd name="connsiteY1" fmla="*/ 23621 h 23620"/>
                  <a:gd name="connsiteX2" fmla="*/ 21726 w 21725"/>
                  <a:gd name="connsiteY2" fmla="*/ 23621 h 23620"/>
                  <a:gd name="connsiteX3" fmla="*/ 21726 w 21725"/>
                  <a:gd name="connsiteY3" fmla="*/ 0 h 23620"/>
                  <a:gd name="connsiteX4" fmla="*/ 0 w 21725"/>
                  <a:gd name="connsiteY4" fmla="*/ 0 h 23620"/>
                  <a:gd name="connsiteX5" fmla="*/ 5111 w 21725"/>
                  <a:gd name="connsiteY5" fmla="*/ 6384 h 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25" h="23620">
                    <a:moveTo>
                      <a:pt x="5111" y="6384"/>
                    </a:moveTo>
                    <a:lnTo>
                      <a:pt x="5111" y="23621"/>
                    </a:lnTo>
                    <a:lnTo>
                      <a:pt x="21726" y="23621"/>
                    </a:lnTo>
                    <a:lnTo>
                      <a:pt x="21726" y="0"/>
                    </a:lnTo>
                    <a:lnTo>
                      <a:pt x="0" y="0"/>
                    </a:lnTo>
                    <a:cubicBezTo>
                      <a:pt x="3195" y="639"/>
                      <a:pt x="5111" y="3192"/>
                      <a:pt x="5111" y="6384"/>
                    </a:cubicBezTo>
                    <a:close/>
                  </a:path>
                </a:pathLst>
              </a:custGeom>
              <a:grpFill/>
              <a:ln w="6390" cap="flat">
                <a:noFill/>
                <a:prstDash val="solid"/>
                <a:miter/>
              </a:ln>
            </p:spPr>
            <p:txBody>
              <a:bodyPr rtlCol="0" anchor="ctr"/>
              <a:lstStyle/>
              <a:p>
                <a:endParaRPr lang="en-US"/>
              </a:p>
            </p:txBody>
          </p:sp>
          <p:sp>
            <p:nvSpPr>
              <p:cNvPr id="31" name="Graphic 4">
                <a:extLst>
                  <a:ext uri="{FF2B5EF4-FFF2-40B4-BE49-F238E27FC236}">
                    <a16:creationId xmlns:a16="http://schemas.microsoft.com/office/drawing/2014/main" id="{C8281BFA-B714-E753-7B5C-62CC07CF2D9E}"/>
                  </a:ext>
                </a:extLst>
              </p:cNvPr>
              <p:cNvSpPr/>
              <p:nvPr/>
            </p:nvSpPr>
            <p:spPr>
              <a:xfrm>
                <a:off x="7191874" y="3824168"/>
                <a:ext cx="361674" cy="361971"/>
              </a:xfrm>
              <a:custGeom>
                <a:avLst/>
                <a:gdLst>
                  <a:gd name="connsiteX0" fmla="*/ 180836 w 361674"/>
                  <a:gd name="connsiteY0" fmla="*/ 0 h 361971"/>
                  <a:gd name="connsiteX1" fmla="*/ 0 w 361674"/>
                  <a:gd name="connsiteY1" fmla="*/ 180667 h 361971"/>
                  <a:gd name="connsiteX2" fmla="*/ 180836 w 361674"/>
                  <a:gd name="connsiteY2" fmla="*/ 361971 h 361971"/>
                  <a:gd name="connsiteX3" fmla="*/ 361670 w 361674"/>
                  <a:gd name="connsiteY3" fmla="*/ 181305 h 361971"/>
                  <a:gd name="connsiteX4" fmla="*/ 361670 w 361674"/>
                  <a:gd name="connsiteY4" fmla="*/ 181305 h 361971"/>
                  <a:gd name="connsiteX5" fmla="*/ 180836 w 361674"/>
                  <a:gd name="connsiteY5" fmla="*/ 0 h 361971"/>
                  <a:gd name="connsiteX6" fmla="*/ 255597 w 361674"/>
                  <a:gd name="connsiteY6" fmla="*/ 91291 h 361971"/>
                  <a:gd name="connsiteX7" fmla="*/ 266460 w 361674"/>
                  <a:gd name="connsiteY7" fmla="*/ 82992 h 361971"/>
                  <a:gd name="connsiteX8" fmla="*/ 275406 w 361674"/>
                  <a:gd name="connsiteY8" fmla="*/ 84268 h 361971"/>
                  <a:gd name="connsiteX9" fmla="*/ 275406 w 361674"/>
                  <a:gd name="connsiteY9" fmla="*/ 84268 h 361971"/>
                  <a:gd name="connsiteX10" fmla="*/ 274128 w 361674"/>
                  <a:gd name="connsiteY10" fmla="*/ 93206 h 361971"/>
                  <a:gd name="connsiteX11" fmla="*/ 263265 w 361674"/>
                  <a:gd name="connsiteY11" fmla="*/ 101505 h 361971"/>
                  <a:gd name="connsiteX12" fmla="*/ 259431 w 361674"/>
                  <a:gd name="connsiteY12" fmla="*/ 102782 h 361971"/>
                  <a:gd name="connsiteX13" fmla="*/ 254320 w 361674"/>
                  <a:gd name="connsiteY13" fmla="*/ 100228 h 361971"/>
                  <a:gd name="connsiteX14" fmla="*/ 255597 w 361674"/>
                  <a:gd name="connsiteY14" fmla="*/ 91291 h 361971"/>
                  <a:gd name="connsiteX15" fmla="*/ 255597 w 361674"/>
                  <a:gd name="connsiteY15" fmla="*/ 91291 h 361971"/>
                  <a:gd name="connsiteX16" fmla="*/ 226843 w 361674"/>
                  <a:gd name="connsiteY16" fmla="*/ 65755 h 361971"/>
                  <a:gd name="connsiteX17" fmla="*/ 233872 w 361674"/>
                  <a:gd name="connsiteY17" fmla="*/ 60648 h 361971"/>
                  <a:gd name="connsiteX18" fmla="*/ 239623 w 361674"/>
                  <a:gd name="connsiteY18" fmla="*/ 67670 h 361971"/>
                  <a:gd name="connsiteX19" fmla="*/ 239623 w 361674"/>
                  <a:gd name="connsiteY19" fmla="*/ 67670 h 361971"/>
                  <a:gd name="connsiteX20" fmla="*/ 237705 w 361674"/>
                  <a:gd name="connsiteY20" fmla="*/ 81715 h 361971"/>
                  <a:gd name="connsiteX21" fmla="*/ 231315 w 361674"/>
                  <a:gd name="connsiteY21" fmla="*/ 87460 h 361971"/>
                  <a:gd name="connsiteX22" fmla="*/ 230677 w 361674"/>
                  <a:gd name="connsiteY22" fmla="*/ 87460 h 361971"/>
                  <a:gd name="connsiteX23" fmla="*/ 224925 w 361674"/>
                  <a:gd name="connsiteY23" fmla="*/ 80438 h 361971"/>
                  <a:gd name="connsiteX24" fmla="*/ 226843 w 361674"/>
                  <a:gd name="connsiteY24" fmla="*/ 65755 h 361971"/>
                  <a:gd name="connsiteX25" fmla="*/ 187864 w 361674"/>
                  <a:gd name="connsiteY25" fmla="*/ 72139 h 361971"/>
                  <a:gd name="connsiteX26" fmla="*/ 196810 w 361674"/>
                  <a:gd name="connsiteY26" fmla="*/ 73416 h 361971"/>
                  <a:gd name="connsiteX27" fmla="*/ 205117 w 361674"/>
                  <a:gd name="connsiteY27" fmla="*/ 84907 h 361971"/>
                  <a:gd name="connsiteX28" fmla="*/ 203839 w 361674"/>
                  <a:gd name="connsiteY28" fmla="*/ 93844 h 361971"/>
                  <a:gd name="connsiteX29" fmla="*/ 203839 w 361674"/>
                  <a:gd name="connsiteY29" fmla="*/ 93844 h 361971"/>
                  <a:gd name="connsiteX30" fmla="*/ 200005 w 361674"/>
                  <a:gd name="connsiteY30" fmla="*/ 95121 h 361971"/>
                  <a:gd name="connsiteX31" fmla="*/ 194893 w 361674"/>
                  <a:gd name="connsiteY31" fmla="*/ 92568 h 361971"/>
                  <a:gd name="connsiteX32" fmla="*/ 186586 w 361674"/>
                  <a:gd name="connsiteY32" fmla="*/ 81715 h 361971"/>
                  <a:gd name="connsiteX33" fmla="*/ 187864 w 361674"/>
                  <a:gd name="connsiteY33" fmla="*/ 72139 h 361971"/>
                  <a:gd name="connsiteX34" fmla="*/ 187864 w 361674"/>
                  <a:gd name="connsiteY34" fmla="*/ 72139 h 361971"/>
                  <a:gd name="connsiteX35" fmla="*/ 170611 w 361674"/>
                  <a:gd name="connsiteY35" fmla="*/ 107889 h 361971"/>
                  <a:gd name="connsiteX36" fmla="*/ 184669 w 361674"/>
                  <a:gd name="connsiteY36" fmla="*/ 109804 h 361971"/>
                  <a:gd name="connsiteX37" fmla="*/ 190420 w 361674"/>
                  <a:gd name="connsiteY37" fmla="*/ 116827 h 361971"/>
                  <a:gd name="connsiteX38" fmla="*/ 183391 w 361674"/>
                  <a:gd name="connsiteY38" fmla="*/ 122572 h 361971"/>
                  <a:gd name="connsiteX39" fmla="*/ 182752 w 361674"/>
                  <a:gd name="connsiteY39" fmla="*/ 122572 h 361971"/>
                  <a:gd name="connsiteX40" fmla="*/ 168695 w 361674"/>
                  <a:gd name="connsiteY40" fmla="*/ 120657 h 361971"/>
                  <a:gd name="connsiteX41" fmla="*/ 163582 w 361674"/>
                  <a:gd name="connsiteY41" fmla="*/ 113635 h 361971"/>
                  <a:gd name="connsiteX42" fmla="*/ 170611 w 361674"/>
                  <a:gd name="connsiteY42" fmla="*/ 107889 h 361971"/>
                  <a:gd name="connsiteX43" fmla="*/ 170611 w 361674"/>
                  <a:gd name="connsiteY43" fmla="*/ 107889 h 361971"/>
                  <a:gd name="connsiteX44" fmla="*/ 237705 w 361674"/>
                  <a:gd name="connsiteY44" fmla="*/ 248337 h 361971"/>
                  <a:gd name="connsiteX45" fmla="*/ 233233 w 361674"/>
                  <a:gd name="connsiteY45" fmla="*/ 250252 h 361971"/>
                  <a:gd name="connsiteX46" fmla="*/ 178279 w 361674"/>
                  <a:gd name="connsiteY46" fmla="*/ 250252 h 361971"/>
                  <a:gd name="connsiteX47" fmla="*/ 178279 w 361674"/>
                  <a:gd name="connsiteY47" fmla="*/ 273873 h 361971"/>
                  <a:gd name="connsiteX48" fmla="*/ 194254 w 361674"/>
                  <a:gd name="connsiteY48" fmla="*/ 273873 h 361971"/>
                  <a:gd name="connsiteX49" fmla="*/ 200644 w 361674"/>
                  <a:gd name="connsiteY49" fmla="*/ 280257 h 361971"/>
                  <a:gd name="connsiteX50" fmla="*/ 194254 w 361674"/>
                  <a:gd name="connsiteY50" fmla="*/ 286641 h 361971"/>
                  <a:gd name="connsiteX51" fmla="*/ 120770 w 361674"/>
                  <a:gd name="connsiteY51" fmla="*/ 286641 h 361971"/>
                  <a:gd name="connsiteX52" fmla="*/ 114380 w 361674"/>
                  <a:gd name="connsiteY52" fmla="*/ 280257 h 361971"/>
                  <a:gd name="connsiteX53" fmla="*/ 120770 w 361674"/>
                  <a:gd name="connsiteY53" fmla="*/ 273873 h 361971"/>
                  <a:gd name="connsiteX54" fmla="*/ 136106 w 361674"/>
                  <a:gd name="connsiteY54" fmla="*/ 273873 h 361971"/>
                  <a:gd name="connsiteX55" fmla="*/ 136106 w 361674"/>
                  <a:gd name="connsiteY55" fmla="*/ 256636 h 361971"/>
                  <a:gd name="connsiteX56" fmla="*/ 141217 w 361674"/>
                  <a:gd name="connsiteY56" fmla="*/ 250252 h 361971"/>
                  <a:gd name="connsiteX57" fmla="*/ 81152 w 361674"/>
                  <a:gd name="connsiteY57" fmla="*/ 250252 h 361971"/>
                  <a:gd name="connsiteX58" fmla="*/ 76679 w 361674"/>
                  <a:gd name="connsiteY58" fmla="*/ 248337 h 361971"/>
                  <a:gd name="connsiteX59" fmla="*/ 74762 w 361674"/>
                  <a:gd name="connsiteY59" fmla="*/ 243230 h 361971"/>
                  <a:gd name="connsiteX60" fmla="*/ 83069 w 361674"/>
                  <a:gd name="connsiteY60" fmla="*/ 140448 h 361971"/>
                  <a:gd name="connsiteX61" fmla="*/ 89459 w 361674"/>
                  <a:gd name="connsiteY61" fmla="*/ 134702 h 361971"/>
                  <a:gd name="connsiteX62" fmla="*/ 116297 w 361674"/>
                  <a:gd name="connsiteY62" fmla="*/ 134702 h 361971"/>
                  <a:gd name="connsiteX63" fmla="*/ 122686 w 361674"/>
                  <a:gd name="connsiteY63" fmla="*/ 141086 h 361971"/>
                  <a:gd name="connsiteX64" fmla="*/ 116297 w 361674"/>
                  <a:gd name="connsiteY64" fmla="*/ 147470 h 361971"/>
                  <a:gd name="connsiteX65" fmla="*/ 95210 w 361674"/>
                  <a:gd name="connsiteY65" fmla="*/ 147470 h 361971"/>
                  <a:gd name="connsiteX66" fmla="*/ 87542 w 361674"/>
                  <a:gd name="connsiteY66" fmla="*/ 237484 h 361971"/>
                  <a:gd name="connsiteX67" fmla="*/ 226204 w 361674"/>
                  <a:gd name="connsiteY67" fmla="*/ 237484 h 361971"/>
                  <a:gd name="connsiteX68" fmla="*/ 218536 w 361674"/>
                  <a:gd name="connsiteY68" fmla="*/ 147470 h 361971"/>
                  <a:gd name="connsiteX69" fmla="*/ 133550 w 361674"/>
                  <a:gd name="connsiteY69" fmla="*/ 147470 h 361971"/>
                  <a:gd name="connsiteX70" fmla="*/ 127160 w 361674"/>
                  <a:gd name="connsiteY70" fmla="*/ 141086 h 361971"/>
                  <a:gd name="connsiteX71" fmla="*/ 133550 w 361674"/>
                  <a:gd name="connsiteY71" fmla="*/ 134702 h 361971"/>
                  <a:gd name="connsiteX72" fmla="*/ 224287 w 361674"/>
                  <a:gd name="connsiteY72" fmla="*/ 134702 h 361971"/>
                  <a:gd name="connsiteX73" fmla="*/ 230677 w 361674"/>
                  <a:gd name="connsiteY73" fmla="*/ 140448 h 361971"/>
                  <a:gd name="connsiteX74" fmla="*/ 238984 w 361674"/>
                  <a:gd name="connsiteY74" fmla="*/ 243230 h 361971"/>
                  <a:gd name="connsiteX75" fmla="*/ 237705 w 361674"/>
                  <a:gd name="connsiteY75" fmla="*/ 248337 h 361971"/>
                  <a:gd name="connsiteX76" fmla="*/ 237705 w 361674"/>
                  <a:gd name="connsiteY76" fmla="*/ 248337 h 361971"/>
                  <a:gd name="connsiteX77" fmla="*/ 156553 w 361674"/>
                  <a:gd name="connsiteY77" fmla="*/ 157046 h 361971"/>
                  <a:gd name="connsiteX78" fmla="*/ 203200 w 361674"/>
                  <a:gd name="connsiteY78" fmla="*/ 157046 h 361971"/>
                  <a:gd name="connsiteX79" fmla="*/ 209590 w 361674"/>
                  <a:gd name="connsiteY79" fmla="*/ 162792 h 361971"/>
                  <a:gd name="connsiteX80" fmla="*/ 214063 w 361674"/>
                  <a:gd name="connsiteY80" fmla="*/ 220886 h 361971"/>
                  <a:gd name="connsiteX81" fmla="*/ 212146 w 361674"/>
                  <a:gd name="connsiteY81" fmla="*/ 225993 h 361971"/>
                  <a:gd name="connsiteX82" fmla="*/ 207673 w 361674"/>
                  <a:gd name="connsiteY82" fmla="*/ 227908 h 361971"/>
                  <a:gd name="connsiteX83" fmla="*/ 104156 w 361674"/>
                  <a:gd name="connsiteY83" fmla="*/ 227908 h 361971"/>
                  <a:gd name="connsiteX84" fmla="*/ 97766 w 361674"/>
                  <a:gd name="connsiteY84" fmla="*/ 221524 h 361971"/>
                  <a:gd name="connsiteX85" fmla="*/ 97766 w 361674"/>
                  <a:gd name="connsiteY85" fmla="*/ 220886 h 361971"/>
                  <a:gd name="connsiteX86" fmla="*/ 102239 w 361674"/>
                  <a:gd name="connsiteY86" fmla="*/ 162792 h 361971"/>
                  <a:gd name="connsiteX87" fmla="*/ 108629 w 361674"/>
                  <a:gd name="connsiteY87" fmla="*/ 157046 h 361971"/>
                  <a:gd name="connsiteX88" fmla="*/ 156553 w 361674"/>
                  <a:gd name="connsiteY88" fmla="*/ 157046 h 361971"/>
                  <a:gd name="connsiteX89" fmla="*/ 238984 w 361674"/>
                  <a:gd name="connsiteY89" fmla="*/ 150662 h 361971"/>
                  <a:gd name="connsiteX90" fmla="*/ 232594 w 361674"/>
                  <a:gd name="connsiteY90" fmla="*/ 144278 h 361971"/>
                  <a:gd name="connsiteX91" fmla="*/ 235789 w 361674"/>
                  <a:gd name="connsiteY91" fmla="*/ 139171 h 361971"/>
                  <a:gd name="connsiteX92" fmla="*/ 242179 w 361674"/>
                  <a:gd name="connsiteY92" fmla="*/ 112358 h 361971"/>
                  <a:gd name="connsiteX93" fmla="*/ 215341 w 361674"/>
                  <a:gd name="connsiteY93" fmla="*/ 105974 h 361971"/>
                  <a:gd name="connsiteX94" fmla="*/ 205756 w 361674"/>
                  <a:gd name="connsiteY94" fmla="*/ 122572 h 361971"/>
                  <a:gd name="connsiteX95" fmla="*/ 205756 w 361674"/>
                  <a:gd name="connsiteY95" fmla="*/ 125764 h 361971"/>
                  <a:gd name="connsiteX96" fmla="*/ 200644 w 361674"/>
                  <a:gd name="connsiteY96" fmla="*/ 133425 h 361971"/>
                  <a:gd name="connsiteX97" fmla="*/ 192976 w 361674"/>
                  <a:gd name="connsiteY97" fmla="*/ 128318 h 361971"/>
                  <a:gd name="connsiteX98" fmla="*/ 192337 w 361674"/>
                  <a:gd name="connsiteY98" fmla="*/ 123211 h 361971"/>
                  <a:gd name="connsiteX99" fmla="*/ 224925 w 361674"/>
                  <a:gd name="connsiteY99" fmla="*/ 90652 h 361971"/>
                  <a:gd name="connsiteX100" fmla="*/ 257515 w 361674"/>
                  <a:gd name="connsiteY100" fmla="*/ 123211 h 361971"/>
                  <a:gd name="connsiteX101" fmla="*/ 257515 w 361674"/>
                  <a:gd name="connsiteY101" fmla="*/ 123211 h 361971"/>
                  <a:gd name="connsiteX102" fmla="*/ 242179 w 361674"/>
                  <a:gd name="connsiteY102" fmla="*/ 150662 h 361971"/>
                  <a:gd name="connsiteX103" fmla="*/ 238984 w 361674"/>
                  <a:gd name="connsiteY103" fmla="*/ 150662 h 361971"/>
                  <a:gd name="connsiteX104" fmla="*/ 238984 w 361674"/>
                  <a:gd name="connsiteY104" fmla="*/ 150662 h 361971"/>
                  <a:gd name="connsiteX105" fmla="*/ 263265 w 361674"/>
                  <a:gd name="connsiteY105" fmla="*/ 172368 h 361971"/>
                  <a:gd name="connsiteX106" fmla="*/ 259431 w 361674"/>
                  <a:gd name="connsiteY106" fmla="*/ 173644 h 361971"/>
                  <a:gd name="connsiteX107" fmla="*/ 254320 w 361674"/>
                  <a:gd name="connsiteY107" fmla="*/ 171091 h 361971"/>
                  <a:gd name="connsiteX108" fmla="*/ 246013 w 361674"/>
                  <a:gd name="connsiteY108" fmla="*/ 159600 h 361971"/>
                  <a:gd name="connsiteX109" fmla="*/ 246651 w 361674"/>
                  <a:gd name="connsiteY109" fmla="*/ 150662 h 361971"/>
                  <a:gd name="connsiteX110" fmla="*/ 255597 w 361674"/>
                  <a:gd name="connsiteY110" fmla="*/ 151300 h 361971"/>
                  <a:gd name="connsiteX111" fmla="*/ 256236 w 361674"/>
                  <a:gd name="connsiteY111" fmla="*/ 151939 h 361971"/>
                  <a:gd name="connsiteX112" fmla="*/ 264544 w 361674"/>
                  <a:gd name="connsiteY112" fmla="*/ 162792 h 361971"/>
                  <a:gd name="connsiteX113" fmla="*/ 263265 w 361674"/>
                  <a:gd name="connsiteY113" fmla="*/ 172368 h 361971"/>
                  <a:gd name="connsiteX114" fmla="*/ 263265 w 361674"/>
                  <a:gd name="connsiteY114" fmla="*/ 172368 h 361971"/>
                  <a:gd name="connsiteX115" fmla="*/ 281157 w 361674"/>
                  <a:gd name="connsiteY115" fmla="*/ 136617 h 361971"/>
                  <a:gd name="connsiteX116" fmla="*/ 280518 w 361674"/>
                  <a:gd name="connsiteY116" fmla="*/ 136617 h 361971"/>
                  <a:gd name="connsiteX117" fmla="*/ 266460 w 361674"/>
                  <a:gd name="connsiteY117" fmla="*/ 134702 h 361971"/>
                  <a:gd name="connsiteX118" fmla="*/ 261349 w 361674"/>
                  <a:gd name="connsiteY118" fmla="*/ 127680 h 361971"/>
                  <a:gd name="connsiteX119" fmla="*/ 268377 w 361674"/>
                  <a:gd name="connsiteY119" fmla="*/ 121934 h 361971"/>
                  <a:gd name="connsiteX120" fmla="*/ 268377 w 361674"/>
                  <a:gd name="connsiteY120" fmla="*/ 121934 h 361971"/>
                  <a:gd name="connsiteX121" fmla="*/ 282435 w 361674"/>
                  <a:gd name="connsiteY121" fmla="*/ 123849 h 361971"/>
                  <a:gd name="connsiteX122" fmla="*/ 287547 w 361674"/>
                  <a:gd name="connsiteY122" fmla="*/ 130872 h 361971"/>
                  <a:gd name="connsiteX123" fmla="*/ 281157 w 361674"/>
                  <a:gd name="connsiteY123" fmla="*/ 136617 h 361971"/>
                  <a:gd name="connsiteX124" fmla="*/ 281157 w 361674"/>
                  <a:gd name="connsiteY124" fmla="*/ 13661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361674" h="361971">
                    <a:moveTo>
                      <a:pt x="180836" y="0"/>
                    </a:moveTo>
                    <a:cubicBezTo>
                      <a:pt x="80513" y="0"/>
                      <a:pt x="0" y="81076"/>
                      <a:pt x="0" y="180667"/>
                    </a:cubicBezTo>
                    <a:cubicBezTo>
                      <a:pt x="0" y="280895"/>
                      <a:pt x="81152" y="361971"/>
                      <a:pt x="180836" y="361971"/>
                    </a:cubicBezTo>
                    <a:cubicBezTo>
                      <a:pt x="281157" y="361971"/>
                      <a:pt x="361670" y="280895"/>
                      <a:pt x="361670" y="181305"/>
                    </a:cubicBezTo>
                    <a:lnTo>
                      <a:pt x="361670" y="181305"/>
                    </a:lnTo>
                    <a:cubicBezTo>
                      <a:pt x="362309" y="81076"/>
                      <a:pt x="281157" y="0"/>
                      <a:pt x="180836" y="0"/>
                    </a:cubicBezTo>
                    <a:close/>
                    <a:moveTo>
                      <a:pt x="255597" y="91291"/>
                    </a:moveTo>
                    <a:lnTo>
                      <a:pt x="266460" y="82992"/>
                    </a:lnTo>
                    <a:cubicBezTo>
                      <a:pt x="269016" y="81076"/>
                      <a:pt x="273490" y="81715"/>
                      <a:pt x="275406" y="84268"/>
                    </a:cubicBezTo>
                    <a:lnTo>
                      <a:pt x="275406" y="84268"/>
                    </a:lnTo>
                    <a:cubicBezTo>
                      <a:pt x="277323" y="86822"/>
                      <a:pt x="276685" y="91291"/>
                      <a:pt x="274128" y="93206"/>
                    </a:cubicBezTo>
                    <a:lnTo>
                      <a:pt x="263265" y="101505"/>
                    </a:lnTo>
                    <a:cubicBezTo>
                      <a:pt x="261987" y="102144"/>
                      <a:pt x="260710" y="102782"/>
                      <a:pt x="259431" y="102782"/>
                    </a:cubicBezTo>
                    <a:cubicBezTo>
                      <a:pt x="257515" y="102782"/>
                      <a:pt x="255597" y="101505"/>
                      <a:pt x="254320" y="100228"/>
                    </a:cubicBezTo>
                    <a:cubicBezTo>
                      <a:pt x="251764" y="97675"/>
                      <a:pt x="252403" y="93844"/>
                      <a:pt x="255597" y="91291"/>
                    </a:cubicBezTo>
                    <a:lnTo>
                      <a:pt x="255597" y="91291"/>
                    </a:lnTo>
                    <a:close/>
                    <a:moveTo>
                      <a:pt x="226843" y="65755"/>
                    </a:moveTo>
                    <a:cubicBezTo>
                      <a:pt x="227482" y="62563"/>
                      <a:pt x="230677" y="60009"/>
                      <a:pt x="233872" y="60648"/>
                    </a:cubicBezTo>
                    <a:cubicBezTo>
                      <a:pt x="237067" y="61286"/>
                      <a:pt x="239623" y="64478"/>
                      <a:pt x="239623" y="67670"/>
                    </a:cubicBezTo>
                    <a:cubicBezTo>
                      <a:pt x="239623" y="67670"/>
                      <a:pt x="239623" y="67670"/>
                      <a:pt x="239623" y="67670"/>
                    </a:cubicBezTo>
                    <a:lnTo>
                      <a:pt x="237705" y="81715"/>
                    </a:lnTo>
                    <a:cubicBezTo>
                      <a:pt x="237067" y="84907"/>
                      <a:pt x="234510" y="87460"/>
                      <a:pt x="231315" y="87460"/>
                    </a:cubicBezTo>
                    <a:lnTo>
                      <a:pt x="230677" y="87460"/>
                    </a:lnTo>
                    <a:cubicBezTo>
                      <a:pt x="227482" y="86822"/>
                      <a:pt x="224925" y="83630"/>
                      <a:pt x="224925" y="80438"/>
                    </a:cubicBezTo>
                    <a:lnTo>
                      <a:pt x="226843" y="65755"/>
                    </a:lnTo>
                    <a:close/>
                    <a:moveTo>
                      <a:pt x="187864" y="72139"/>
                    </a:moveTo>
                    <a:cubicBezTo>
                      <a:pt x="190420" y="70224"/>
                      <a:pt x="194893" y="70862"/>
                      <a:pt x="196810" y="73416"/>
                    </a:cubicBezTo>
                    <a:lnTo>
                      <a:pt x="205117" y="84907"/>
                    </a:lnTo>
                    <a:cubicBezTo>
                      <a:pt x="207034" y="87460"/>
                      <a:pt x="206395" y="91929"/>
                      <a:pt x="203839" y="93844"/>
                    </a:cubicBezTo>
                    <a:lnTo>
                      <a:pt x="203839" y="93844"/>
                    </a:lnTo>
                    <a:cubicBezTo>
                      <a:pt x="202561" y="94483"/>
                      <a:pt x="201283" y="95121"/>
                      <a:pt x="200005" y="95121"/>
                    </a:cubicBezTo>
                    <a:cubicBezTo>
                      <a:pt x="198088" y="95121"/>
                      <a:pt x="196171" y="94483"/>
                      <a:pt x="194893" y="92568"/>
                    </a:cubicBezTo>
                    <a:lnTo>
                      <a:pt x="186586" y="81715"/>
                    </a:lnTo>
                    <a:cubicBezTo>
                      <a:pt x="184669" y="77884"/>
                      <a:pt x="184669" y="74054"/>
                      <a:pt x="187864" y="72139"/>
                    </a:cubicBezTo>
                    <a:lnTo>
                      <a:pt x="187864" y="72139"/>
                    </a:lnTo>
                    <a:close/>
                    <a:moveTo>
                      <a:pt x="170611" y="107889"/>
                    </a:moveTo>
                    <a:lnTo>
                      <a:pt x="184669" y="109804"/>
                    </a:lnTo>
                    <a:cubicBezTo>
                      <a:pt x="188503" y="109804"/>
                      <a:pt x="191059" y="112996"/>
                      <a:pt x="190420" y="116827"/>
                    </a:cubicBezTo>
                    <a:cubicBezTo>
                      <a:pt x="190420" y="120657"/>
                      <a:pt x="187225" y="123211"/>
                      <a:pt x="183391" y="122572"/>
                    </a:cubicBezTo>
                    <a:lnTo>
                      <a:pt x="182752" y="122572"/>
                    </a:lnTo>
                    <a:lnTo>
                      <a:pt x="168695" y="120657"/>
                    </a:lnTo>
                    <a:cubicBezTo>
                      <a:pt x="165500" y="120019"/>
                      <a:pt x="162943" y="116827"/>
                      <a:pt x="163582" y="113635"/>
                    </a:cubicBezTo>
                    <a:cubicBezTo>
                      <a:pt x="163582" y="109804"/>
                      <a:pt x="166777" y="107889"/>
                      <a:pt x="170611" y="107889"/>
                    </a:cubicBezTo>
                    <a:lnTo>
                      <a:pt x="170611" y="107889"/>
                    </a:lnTo>
                    <a:close/>
                    <a:moveTo>
                      <a:pt x="237705" y="248337"/>
                    </a:moveTo>
                    <a:cubicBezTo>
                      <a:pt x="236428" y="249614"/>
                      <a:pt x="234510" y="250252"/>
                      <a:pt x="233233" y="250252"/>
                    </a:cubicBezTo>
                    <a:lnTo>
                      <a:pt x="178279" y="250252"/>
                    </a:lnTo>
                    <a:lnTo>
                      <a:pt x="178279" y="273873"/>
                    </a:lnTo>
                    <a:lnTo>
                      <a:pt x="194254" y="273873"/>
                    </a:lnTo>
                    <a:cubicBezTo>
                      <a:pt x="198088" y="273873"/>
                      <a:pt x="200644" y="276426"/>
                      <a:pt x="200644" y="280257"/>
                    </a:cubicBezTo>
                    <a:cubicBezTo>
                      <a:pt x="200644" y="284087"/>
                      <a:pt x="198088" y="286641"/>
                      <a:pt x="194254" y="286641"/>
                    </a:cubicBezTo>
                    <a:lnTo>
                      <a:pt x="120770" y="286641"/>
                    </a:lnTo>
                    <a:cubicBezTo>
                      <a:pt x="116936" y="286641"/>
                      <a:pt x="114380" y="284087"/>
                      <a:pt x="114380" y="280257"/>
                    </a:cubicBezTo>
                    <a:cubicBezTo>
                      <a:pt x="114380" y="276426"/>
                      <a:pt x="116936" y="273873"/>
                      <a:pt x="120770" y="273873"/>
                    </a:cubicBezTo>
                    <a:lnTo>
                      <a:pt x="136106" y="273873"/>
                    </a:lnTo>
                    <a:lnTo>
                      <a:pt x="136106" y="256636"/>
                    </a:lnTo>
                    <a:cubicBezTo>
                      <a:pt x="136106" y="253444"/>
                      <a:pt x="138022" y="250890"/>
                      <a:pt x="141217" y="250252"/>
                    </a:cubicBezTo>
                    <a:lnTo>
                      <a:pt x="81152" y="250252"/>
                    </a:lnTo>
                    <a:cubicBezTo>
                      <a:pt x="79235" y="250252"/>
                      <a:pt x="77957" y="249614"/>
                      <a:pt x="76679" y="248337"/>
                    </a:cubicBezTo>
                    <a:cubicBezTo>
                      <a:pt x="75402" y="247060"/>
                      <a:pt x="74762" y="245145"/>
                      <a:pt x="74762" y="243230"/>
                    </a:cubicBezTo>
                    <a:lnTo>
                      <a:pt x="83069" y="140448"/>
                    </a:lnTo>
                    <a:cubicBezTo>
                      <a:pt x="83069" y="137256"/>
                      <a:pt x="86264" y="134702"/>
                      <a:pt x="89459" y="134702"/>
                    </a:cubicBezTo>
                    <a:lnTo>
                      <a:pt x="116297" y="134702"/>
                    </a:lnTo>
                    <a:cubicBezTo>
                      <a:pt x="120131" y="134702"/>
                      <a:pt x="122686" y="137256"/>
                      <a:pt x="122686" y="141086"/>
                    </a:cubicBezTo>
                    <a:cubicBezTo>
                      <a:pt x="122686" y="144916"/>
                      <a:pt x="120131" y="147470"/>
                      <a:pt x="116297" y="147470"/>
                    </a:cubicBezTo>
                    <a:lnTo>
                      <a:pt x="95210" y="147470"/>
                    </a:lnTo>
                    <a:lnTo>
                      <a:pt x="87542" y="237484"/>
                    </a:lnTo>
                    <a:lnTo>
                      <a:pt x="226204" y="237484"/>
                    </a:lnTo>
                    <a:lnTo>
                      <a:pt x="218536" y="147470"/>
                    </a:lnTo>
                    <a:lnTo>
                      <a:pt x="133550" y="147470"/>
                    </a:lnTo>
                    <a:cubicBezTo>
                      <a:pt x="129716" y="147470"/>
                      <a:pt x="127160" y="144916"/>
                      <a:pt x="127160" y="141086"/>
                    </a:cubicBezTo>
                    <a:cubicBezTo>
                      <a:pt x="127160" y="137256"/>
                      <a:pt x="129716" y="134702"/>
                      <a:pt x="133550" y="134702"/>
                    </a:cubicBezTo>
                    <a:lnTo>
                      <a:pt x="224287" y="134702"/>
                    </a:lnTo>
                    <a:cubicBezTo>
                      <a:pt x="227482" y="134702"/>
                      <a:pt x="230677" y="137256"/>
                      <a:pt x="230677" y="140448"/>
                    </a:cubicBezTo>
                    <a:lnTo>
                      <a:pt x="238984" y="243230"/>
                    </a:lnTo>
                    <a:cubicBezTo>
                      <a:pt x="239623" y="245145"/>
                      <a:pt x="238984" y="247060"/>
                      <a:pt x="237705" y="248337"/>
                    </a:cubicBezTo>
                    <a:lnTo>
                      <a:pt x="237705" y="248337"/>
                    </a:lnTo>
                    <a:close/>
                    <a:moveTo>
                      <a:pt x="156553" y="157046"/>
                    </a:moveTo>
                    <a:lnTo>
                      <a:pt x="203200" y="157046"/>
                    </a:lnTo>
                    <a:cubicBezTo>
                      <a:pt x="206395" y="157046"/>
                      <a:pt x="209590" y="159600"/>
                      <a:pt x="209590" y="162792"/>
                    </a:cubicBezTo>
                    <a:lnTo>
                      <a:pt x="214063" y="220886"/>
                    </a:lnTo>
                    <a:cubicBezTo>
                      <a:pt x="214063" y="222801"/>
                      <a:pt x="213424" y="224078"/>
                      <a:pt x="212146" y="225993"/>
                    </a:cubicBezTo>
                    <a:cubicBezTo>
                      <a:pt x="210868" y="227270"/>
                      <a:pt x="208951" y="227908"/>
                      <a:pt x="207673" y="227908"/>
                    </a:cubicBezTo>
                    <a:lnTo>
                      <a:pt x="104156" y="227908"/>
                    </a:lnTo>
                    <a:cubicBezTo>
                      <a:pt x="100322" y="227908"/>
                      <a:pt x="97766" y="225355"/>
                      <a:pt x="97766" y="221524"/>
                    </a:cubicBezTo>
                    <a:cubicBezTo>
                      <a:pt x="97766" y="221524"/>
                      <a:pt x="97766" y="220886"/>
                      <a:pt x="97766" y="220886"/>
                    </a:cubicBezTo>
                    <a:lnTo>
                      <a:pt x="102239" y="162792"/>
                    </a:lnTo>
                    <a:cubicBezTo>
                      <a:pt x="102239" y="159600"/>
                      <a:pt x="105434" y="157046"/>
                      <a:pt x="108629" y="157046"/>
                    </a:cubicBezTo>
                    <a:lnTo>
                      <a:pt x="156553" y="157046"/>
                    </a:lnTo>
                    <a:close/>
                    <a:moveTo>
                      <a:pt x="238984" y="150662"/>
                    </a:moveTo>
                    <a:cubicBezTo>
                      <a:pt x="235150" y="150662"/>
                      <a:pt x="232594" y="147470"/>
                      <a:pt x="232594" y="144278"/>
                    </a:cubicBezTo>
                    <a:cubicBezTo>
                      <a:pt x="232594" y="142363"/>
                      <a:pt x="233872" y="140448"/>
                      <a:pt x="235789" y="139171"/>
                    </a:cubicBezTo>
                    <a:cubicBezTo>
                      <a:pt x="244735" y="133425"/>
                      <a:pt x="247930" y="121296"/>
                      <a:pt x="242179" y="112358"/>
                    </a:cubicBezTo>
                    <a:cubicBezTo>
                      <a:pt x="236428" y="103420"/>
                      <a:pt x="224287" y="100228"/>
                      <a:pt x="215341" y="105974"/>
                    </a:cubicBezTo>
                    <a:cubicBezTo>
                      <a:pt x="209590" y="109804"/>
                      <a:pt x="206395" y="115550"/>
                      <a:pt x="205756" y="122572"/>
                    </a:cubicBezTo>
                    <a:cubicBezTo>
                      <a:pt x="205756" y="123849"/>
                      <a:pt x="205756" y="124488"/>
                      <a:pt x="205756" y="125764"/>
                    </a:cubicBezTo>
                    <a:cubicBezTo>
                      <a:pt x="206395" y="129595"/>
                      <a:pt x="203839" y="132787"/>
                      <a:pt x="200644" y="133425"/>
                    </a:cubicBezTo>
                    <a:cubicBezTo>
                      <a:pt x="196810" y="134064"/>
                      <a:pt x="193615" y="131510"/>
                      <a:pt x="192976" y="128318"/>
                    </a:cubicBezTo>
                    <a:cubicBezTo>
                      <a:pt x="192337" y="126403"/>
                      <a:pt x="192337" y="124488"/>
                      <a:pt x="192337" y="123211"/>
                    </a:cubicBezTo>
                    <a:cubicBezTo>
                      <a:pt x="192337" y="105336"/>
                      <a:pt x="207034" y="90652"/>
                      <a:pt x="224925" y="90652"/>
                    </a:cubicBezTo>
                    <a:cubicBezTo>
                      <a:pt x="242818" y="90652"/>
                      <a:pt x="257515" y="105336"/>
                      <a:pt x="257515" y="123211"/>
                    </a:cubicBezTo>
                    <a:lnTo>
                      <a:pt x="257515" y="123211"/>
                    </a:lnTo>
                    <a:cubicBezTo>
                      <a:pt x="257515" y="134702"/>
                      <a:pt x="251764" y="144916"/>
                      <a:pt x="242179" y="150662"/>
                    </a:cubicBezTo>
                    <a:cubicBezTo>
                      <a:pt x="240900" y="150024"/>
                      <a:pt x="240261" y="150662"/>
                      <a:pt x="238984" y="150662"/>
                    </a:cubicBezTo>
                    <a:lnTo>
                      <a:pt x="238984" y="150662"/>
                    </a:lnTo>
                    <a:close/>
                    <a:moveTo>
                      <a:pt x="263265" y="172368"/>
                    </a:moveTo>
                    <a:cubicBezTo>
                      <a:pt x="261987" y="173006"/>
                      <a:pt x="260710" y="173644"/>
                      <a:pt x="259431" y="173644"/>
                    </a:cubicBezTo>
                    <a:cubicBezTo>
                      <a:pt x="257515" y="173644"/>
                      <a:pt x="255597" y="173006"/>
                      <a:pt x="254320" y="171091"/>
                    </a:cubicBezTo>
                    <a:lnTo>
                      <a:pt x="246013" y="159600"/>
                    </a:lnTo>
                    <a:cubicBezTo>
                      <a:pt x="243456" y="157046"/>
                      <a:pt x="244095" y="153216"/>
                      <a:pt x="246651" y="150662"/>
                    </a:cubicBezTo>
                    <a:cubicBezTo>
                      <a:pt x="249208" y="148108"/>
                      <a:pt x="253041" y="148747"/>
                      <a:pt x="255597" y="151300"/>
                    </a:cubicBezTo>
                    <a:cubicBezTo>
                      <a:pt x="255597" y="151300"/>
                      <a:pt x="256236" y="151939"/>
                      <a:pt x="256236" y="151939"/>
                    </a:cubicBezTo>
                    <a:lnTo>
                      <a:pt x="264544" y="162792"/>
                    </a:lnTo>
                    <a:cubicBezTo>
                      <a:pt x="266460" y="165984"/>
                      <a:pt x="265821" y="169814"/>
                      <a:pt x="263265" y="172368"/>
                    </a:cubicBezTo>
                    <a:lnTo>
                      <a:pt x="263265" y="172368"/>
                    </a:lnTo>
                    <a:close/>
                    <a:moveTo>
                      <a:pt x="281157" y="136617"/>
                    </a:moveTo>
                    <a:lnTo>
                      <a:pt x="280518" y="136617"/>
                    </a:lnTo>
                    <a:lnTo>
                      <a:pt x="266460" y="134702"/>
                    </a:lnTo>
                    <a:cubicBezTo>
                      <a:pt x="263265" y="134064"/>
                      <a:pt x="260710" y="130872"/>
                      <a:pt x="261349" y="127680"/>
                    </a:cubicBezTo>
                    <a:cubicBezTo>
                      <a:pt x="261987" y="124488"/>
                      <a:pt x="265182" y="121934"/>
                      <a:pt x="268377" y="121934"/>
                    </a:cubicBezTo>
                    <a:cubicBezTo>
                      <a:pt x="268377" y="121934"/>
                      <a:pt x="268377" y="121934"/>
                      <a:pt x="268377" y="121934"/>
                    </a:cubicBezTo>
                    <a:lnTo>
                      <a:pt x="282435" y="123849"/>
                    </a:lnTo>
                    <a:cubicBezTo>
                      <a:pt x="285630" y="124488"/>
                      <a:pt x="288186" y="127680"/>
                      <a:pt x="287547" y="130872"/>
                    </a:cubicBezTo>
                    <a:cubicBezTo>
                      <a:pt x="286908" y="134064"/>
                      <a:pt x="284352" y="135979"/>
                      <a:pt x="281157" y="136617"/>
                    </a:cubicBezTo>
                    <a:lnTo>
                      <a:pt x="281157" y="136617"/>
                    </a:lnTo>
                    <a:close/>
                  </a:path>
                </a:pathLst>
              </a:custGeom>
              <a:grpFill/>
              <a:ln w="6390" cap="flat">
                <a:noFill/>
                <a:prstDash val="solid"/>
                <a:miter/>
              </a:ln>
            </p:spPr>
            <p:txBody>
              <a:bodyPr rtlCol="0" anchor="ctr"/>
              <a:lstStyle/>
              <a:p>
                <a:endParaRPr lang="en-US"/>
              </a:p>
            </p:txBody>
          </p:sp>
        </p:grpSp>
      </p:grpSp>
      <p:sp>
        <p:nvSpPr>
          <p:cNvPr id="33" name="Graphic 4">
            <a:extLst>
              <a:ext uri="{FF2B5EF4-FFF2-40B4-BE49-F238E27FC236}">
                <a16:creationId xmlns:a16="http://schemas.microsoft.com/office/drawing/2014/main" id="{295C6D04-C5AF-37BD-3F7C-B59E372FCDC3}"/>
              </a:ext>
            </a:extLst>
          </p:cNvPr>
          <p:cNvSpPr/>
          <p:nvPr/>
        </p:nvSpPr>
        <p:spPr>
          <a:xfrm>
            <a:off x="9161995" y="1143627"/>
            <a:ext cx="301752" cy="301752"/>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6269 w 362309"/>
              <a:gd name="connsiteY6" fmla="*/ 194711 h 361971"/>
              <a:gd name="connsiteX7" fmla="*/ 279879 w 362309"/>
              <a:gd name="connsiteY7" fmla="*/ 201095 h 361971"/>
              <a:gd name="connsiteX8" fmla="*/ 273489 w 362309"/>
              <a:gd name="connsiteY8" fmla="*/ 194711 h 361971"/>
              <a:gd name="connsiteX9" fmla="*/ 273489 w 362309"/>
              <a:gd name="connsiteY9" fmla="*/ 185774 h 361971"/>
              <a:gd name="connsiteX10" fmla="*/ 248569 w 362309"/>
              <a:gd name="connsiteY10" fmla="*/ 185774 h 361971"/>
              <a:gd name="connsiteX11" fmla="*/ 248569 w 362309"/>
              <a:gd name="connsiteY11" fmla="*/ 194711 h 361971"/>
              <a:gd name="connsiteX12" fmla="*/ 242179 w 362309"/>
              <a:gd name="connsiteY12" fmla="*/ 201095 h 361971"/>
              <a:gd name="connsiteX13" fmla="*/ 235789 w 362309"/>
              <a:gd name="connsiteY13" fmla="*/ 194711 h 361971"/>
              <a:gd name="connsiteX14" fmla="*/ 235789 w 362309"/>
              <a:gd name="connsiteY14" fmla="*/ 185774 h 361971"/>
              <a:gd name="connsiteX15" fmla="*/ 214063 w 362309"/>
              <a:gd name="connsiteY15" fmla="*/ 185774 h 361971"/>
              <a:gd name="connsiteX16" fmla="*/ 214063 w 362309"/>
              <a:gd name="connsiteY16" fmla="*/ 187689 h 361971"/>
              <a:gd name="connsiteX17" fmla="*/ 233872 w 362309"/>
              <a:gd name="connsiteY17" fmla="*/ 282172 h 361971"/>
              <a:gd name="connsiteX18" fmla="*/ 249208 w 362309"/>
              <a:gd name="connsiteY18" fmla="*/ 282172 h 361971"/>
              <a:gd name="connsiteX19" fmla="*/ 255597 w 362309"/>
              <a:gd name="connsiteY19" fmla="*/ 288556 h 361971"/>
              <a:gd name="connsiteX20" fmla="*/ 249208 w 362309"/>
              <a:gd name="connsiteY20" fmla="*/ 294940 h 361971"/>
              <a:gd name="connsiteX21" fmla="*/ 112463 w 362309"/>
              <a:gd name="connsiteY21" fmla="*/ 294940 h 361971"/>
              <a:gd name="connsiteX22" fmla="*/ 106073 w 362309"/>
              <a:gd name="connsiteY22" fmla="*/ 288556 h 361971"/>
              <a:gd name="connsiteX23" fmla="*/ 112463 w 362309"/>
              <a:gd name="connsiteY23" fmla="*/ 282172 h 361971"/>
              <a:gd name="connsiteX24" fmla="*/ 127799 w 362309"/>
              <a:gd name="connsiteY24" fmla="*/ 282172 h 361971"/>
              <a:gd name="connsiteX25" fmla="*/ 148247 w 362309"/>
              <a:gd name="connsiteY25" fmla="*/ 185135 h 361971"/>
              <a:gd name="connsiteX26" fmla="*/ 127799 w 362309"/>
              <a:gd name="connsiteY26" fmla="*/ 185135 h 361971"/>
              <a:gd name="connsiteX27" fmla="*/ 127799 w 362309"/>
              <a:gd name="connsiteY27" fmla="*/ 194073 h 361971"/>
              <a:gd name="connsiteX28" fmla="*/ 121409 w 362309"/>
              <a:gd name="connsiteY28" fmla="*/ 200457 h 361971"/>
              <a:gd name="connsiteX29" fmla="*/ 115019 w 362309"/>
              <a:gd name="connsiteY29" fmla="*/ 194073 h 361971"/>
              <a:gd name="connsiteX30" fmla="*/ 115019 w 362309"/>
              <a:gd name="connsiteY30" fmla="*/ 185135 h 361971"/>
              <a:gd name="connsiteX31" fmla="*/ 88820 w 362309"/>
              <a:gd name="connsiteY31" fmla="*/ 185135 h 361971"/>
              <a:gd name="connsiteX32" fmla="*/ 88820 w 362309"/>
              <a:gd name="connsiteY32" fmla="*/ 194073 h 361971"/>
              <a:gd name="connsiteX33" fmla="*/ 82430 w 362309"/>
              <a:gd name="connsiteY33" fmla="*/ 200457 h 361971"/>
              <a:gd name="connsiteX34" fmla="*/ 76040 w 362309"/>
              <a:gd name="connsiteY34" fmla="*/ 194073 h 361971"/>
              <a:gd name="connsiteX35" fmla="*/ 76040 w 362309"/>
              <a:gd name="connsiteY35" fmla="*/ 178752 h 361971"/>
              <a:gd name="connsiteX36" fmla="*/ 76040 w 362309"/>
              <a:gd name="connsiteY36" fmla="*/ 178752 h 361971"/>
              <a:gd name="connsiteX37" fmla="*/ 76040 w 362309"/>
              <a:gd name="connsiteY37" fmla="*/ 178113 h 361971"/>
              <a:gd name="connsiteX38" fmla="*/ 76040 w 362309"/>
              <a:gd name="connsiteY38" fmla="*/ 177475 h 361971"/>
              <a:gd name="connsiteX39" fmla="*/ 76040 w 362309"/>
              <a:gd name="connsiteY39" fmla="*/ 175560 h 361971"/>
              <a:gd name="connsiteX40" fmla="*/ 76679 w 362309"/>
              <a:gd name="connsiteY40" fmla="*/ 174921 h 361971"/>
              <a:gd name="connsiteX41" fmla="*/ 77318 w 362309"/>
              <a:gd name="connsiteY41" fmla="*/ 173644 h 361971"/>
              <a:gd name="connsiteX42" fmla="*/ 77957 w 362309"/>
              <a:gd name="connsiteY42" fmla="*/ 173006 h 361971"/>
              <a:gd name="connsiteX43" fmla="*/ 78596 w 362309"/>
              <a:gd name="connsiteY43" fmla="*/ 172368 h 361971"/>
              <a:gd name="connsiteX44" fmla="*/ 157831 w 362309"/>
              <a:gd name="connsiteY44" fmla="*/ 133425 h 361971"/>
              <a:gd name="connsiteX45" fmla="*/ 159110 w 362309"/>
              <a:gd name="connsiteY45" fmla="*/ 127041 h 361971"/>
              <a:gd name="connsiteX46" fmla="*/ 113102 w 362309"/>
              <a:gd name="connsiteY46" fmla="*/ 127041 h 361971"/>
              <a:gd name="connsiteX47" fmla="*/ 113102 w 362309"/>
              <a:gd name="connsiteY47" fmla="*/ 132148 h 361971"/>
              <a:gd name="connsiteX48" fmla="*/ 106712 w 362309"/>
              <a:gd name="connsiteY48" fmla="*/ 138532 h 361971"/>
              <a:gd name="connsiteX49" fmla="*/ 100322 w 362309"/>
              <a:gd name="connsiteY49" fmla="*/ 132148 h 361971"/>
              <a:gd name="connsiteX50" fmla="*/ 100322 w 362309"/>
              <a:gd name="connsiteY50" fmla="*/ 120657 h 361971"/>
              <a:gd name="connsiteX51" fmla="*/ 100322 w 362309"/>
              <a:gd name="connsiteY51" fmla="*/ 120019 h 361971"/>
              <a:gd name="connsiteX52" fmla="*/ 100961 w 362309"/>
              <a:gd name="connsiteY52" fmla="*/ 118742 h 361971"/>
              <a:gd name="connsiteX53" fmla="*/ 101600 w 362309"/>
              <a:gd name="connsiteY53" fmla="*/ 118104 h 361971"/>
              <a:gd name="connsiteX54" fmla="*/ 102239 w 362309"/>
              <a:gd name="connsiteY54" fmla="*/ 116827 h 361971"/>
              <a:gd name="connsiteX55" fmla="*/ 103517 w 362309"/>
              <a:gd name="connsiteY55" fmla="*/ 116188 h 361971"/>
              <a:gd name="connsiteX56" fmla="*/ 104156 w 362309"/>
              <a:gd name="connsiteY56" fmla="*/ 115550 h 361971"/>
              <a:gd name="connsiteX57" fmla="*/ 168694 w 362309"/>
              <a:gd name="connsiteY57" fmla="*/ 84269 h 361971"/>
              <a:gd name="connsiteX58" fmla="*/ 174445 w 362309"/>
              <a:gd name="connsiteY58" fmla="*/ 57456 h 361971"/>
              <a:gd name="connsiteX59" fmla="*/ 179557 w 362309"/>
              <a:gd name="connsiteY59" fmla="*/ 51710 h 361971"/>
              <a:gd name="connsiteX60" fmla="*/ 184030 w 362309"/>
              <a:gd name="connsiteY60" fmla="*/ 52349 h 361971"/>
              <a:gd name="connsiteX61" fmla="*/ 187864 w 362309"/>
              <a:gd name="connsiteY61" fmla="*/ 58094 h 361971"/>
              <a:gd name="connsiteX62" fmla="*/ 193615 w 362309"/>
              <a:gd name="connsiteY62" fmla="*/ 84269 h 361971"/>
              <a:gd name="connsiteX63" fmla="*/ 257514 w 362309"/>
              <a:gd name="connsiteY63" fmla="*/ 115550 h 361971"/>
              <a:gd name="connsiteX64" fmla="*/ 257514 w 362309"/>
              <a:gd name="connsiteY64" fmla="*/ 115550 h 361971"/>
              <a:gd name="connsiteX65" fmla="*/ 258154 w 362309"/>
              <a:gd name="connsiteY65" fmla="*/ 115550 h 361971"/>
              <a:gd name="connsiteX66" fmla="*/ 258792 w 362309"/>
              <a:gd name="connsiteY66" fmla="*/ 116188 h 361971"/>
              <a:gd name="connsiteX67" fmla="*/ 260070 w 362309"/>
              <a:gd name="connsiteY67" fmla="*/ 117465 h 361971"/>
              <a:gd name="connsiteX68" fmla="*/ 260709 w 362309"/>
              <a:gd name="connsiteY68" fmla="*/ 118104 h 361971"/>
              <a:gd name="connsiteX69" fmla="*/ 261348 w 362309"/>
              <a:gd name="connsiteY69" fmla="*/ 119380 h 361971"/>
              <a:gd name="connsiteX70" fmla="*/ 261348 w 362309"/>
              <a:gd name="connsiteY70" fmla="*/ 120657 h 361971"/>
              <a:gd name="connsiteX71" fmla="*/ 261348 w 362309"/>
              <a:gd name="connsiteY71" fmla="*/ 121934 h 361971"/>
              <a:gd name="connsiteX72" fmla="*/ 261348 w 362309"/>
              <a:gd name="connsiteY72" fmla="*/ 133425 h 361971"/>
              <a:gd name="connsiteX73" fmla="*/ 254959 w 362309"/>
              <a:gd name="connsiteY73" fmla="*/ 139809 h 361971"/>
              <a:gd name="connsiteX74" fmla="*/ 248569 w 362309"/>
              <a:gd name="connsiteY74" fmla="*/ 133425 h 361971"/>
              <a:gd name="connsiteX75" fmla="*/ 248569 w 362309"/>
              <a:gd name="connsiteY75" fmla="*/ 128318 h 361971"/>
              <a:gd name="connsiteX76" fmla="*/ 202561 w 362309"/>
              <a:gd name="connsiteY76" fmla="*/ 128318 h 361971"/>
              <a:gd name="connsiteX77" fmla="*/ 203839 w 362309"/>
              <a:gd name="connsiteY77" fmla="*/ 134702 h 361971"/>
              <a:gd name="connsiteX78" fmla="*/ 283074 w 362309"/>
              <a:gd name="connsiteY78" fmla="*/ 173644 h 361971"/>
              <a:gd name="connsiteX79" fmla="*/ 283713 w 362309"/>
              <a:gd name="connsiteY79" fmla="*/ 174283 h 361971"/>
              <a:gd name="connsiteX80" fmla="*/ 284991 w 362309"/>
              <a:gd name="connsiteY80" fmla="*/ 174921 h 361971"/>
              <a:gd name="connsiteX81" fmla="*/ 285630 w 362309"/>
              <a:gd name="connsiteY81" fmla="*/ 175560 h 361971"/>
              <a:gd name="connsiteX82" fmla="*/ 286269 w 362309"/>
              <a:gd name="connsiteY82" fmla="*/ 176836 h 361971"/>
              <a:gd name="connsiteX83" fmla="*/ 286908 w 362309"/>
              <a:gd name="connsiteY83" fmla="*/ 179390 h 361971"/>
              <a:gd name="connsiteX84" fmla="*/ 286269 w 362309"/>
              <a:gd name="connsiteY84" fmla="*/ 1947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6269" y="194711"/>
                </a:moveTo>
                <a:cubicBezTo>
                  <a:pt x="286269" y="198542"/>
                  <a:pt x="283713" y="201095"/>
                  <a:pt x="279879" y="201095"/>
                </a:cubicBezTo>
                <a:cubicBezTo>
                  <a:pt x="276045" y="201095"/>
                  <a:pt x="273489" y="198542"/>
                  <a:pt x="273489" y="194711"/>
                </a:cubicBezTo>
                <a:lnTo>
                  <a:pt x="273489" y="185774"/>
                </a:lnTo>
                <a:lnTo>
                  <a:pt x="248569" y="185774"/>
                </a:lnTo>
                <a:lnTo>
                  <a:pt x="248569" y="194711"/>
                </a:lnTo>
                <a:cubicBezTo>
                  <a:pt x="248569" y="198542"/>
                  <a:pt x="246013" y="201095"/>
                  <a:pt x="242179" y="201095"/>
                </a:cubicBezTo>
                <a:cubicBezTo>
                  <a:pt x="238345" y="201095"/>
                  <a:pt x="235789" y="198542"/>
                  <a:pt x="235789" y="194711"/>
                </a:cubicBezTo>
                <a:lnTo>
                  <a:pt x="235789" y="185774"/>
                </a:lnTo>
                <a:lnTo>
                  <a:pt x="214063" y="185774"/>
                </a:lnTo>
                <a:cubicBezTo>
                  <a:pt x="214063" y="186412"/>
                  <a:pt x="214063" y="187051"/>
                  <a:pt x="214063" y="187689"/>
                </a:cubicBezTo>
                <a:lnTo>
                  <a:pt x="233872" y="282172"/>
                </a:lnTo>
                <a:lnTo>
                  <a:pt x="249208" y="282172"/>
                </a:lnTo>
                <a:cubicBezTo>
                  <a:pt x="253042" y="282172"/>
                  <a:pt x="255597" y="284726"/>
                  <a:pt x="255597" y="288556"/>
                </a:cubicBezTo>
                <a:cubicBezTo>
                  <a:pt x="255597" y="292386"/>
                  <a:pt x="253042" y="294940"/>
                  <a:pt x="249208" y="294940"/>
                </a:cubicBezTo>
                <a:lnTo>
                  <a:pt x="112463" y="294940"/>
                </a:lnTo>
                <a:cubicBezTo>
                  <a:pt x="108629" y="294940"/>
                  <a:pt x="106073" y="292386"/>
                  <a:pt x="106073" y="288556"/>
                </a:cubicBezTo>
                <a:cubicBezTo>
                  <a:pt x="106073" y="284726"/>
                  <a:pt x="108629" y="282172"/>
                  <a:pt x="112463" y="282172"/>
                </a:cubicBezTo>
                <a:lnTo>
                  <a:pt x="127799" y="282172"/>
                </a:lnTo>
                <a:lnTo>
                  <a:pt x="148247" y="185135"/>
                </a:lnTo>
                <a:lnTo>
                  <a:pt x="127799" y="185135"/>
                </a:lnTo>
                <a:lnTo>
                  <a:pt x="127799" y="194073"/>
                </a:lnTo>
                <a:cubicBezTo>
                  <a:pt x="127799" y="197903"/>
                  <a:pt x="125243" y="200457"/>
                  <a:pt x="121409" y="200457"/>
                </a:cubicBezTo>
                <a:cubicBezTo>
                  <a:pt x="117575" y="200457"/>
                  <a:pt x="115019" y="197903"/>
                  <a:pt x="115019" y="194073"/>
                </a:cubicBezTo>
                <a:lnTo>
                  <a:pt x="115019" y="185135"/>
                </a:lnTo>
                <a:lnTo>
                  <a:pt x="88820" y="185135"/>
                </a:lnTo>
                <a:lnTo>
                  <a:pt x="88820" y="194073"/>
                </a:lnTo>
                <a:cubicBezTo>
                  <a:pt x="88820" y="197903"/>
                  <a:pt x="86264" y="200457"/>
                  <a:pt x="82430" y="200457"/>
                </a:cubicBezTo>
                <a:cubicBezTo>
                  <a:pt x="78596" y="200457"/>
                  <a:pt x="76040" y="197903"/>
                  <a:pt x="76040" y="194073"/>
                </a:cubicBezTo>
                <a:lnTo>
                  <a:pt x="76040" y="178752"/>
                </a:lnTo>
                <a:lnTo>
                  <a:pt x="76040" y="178752"/>
                </a:lnTo>
                <a:lnTo>
                  <a:pt x="76040" y="178113"/>
                </a:lnTo>
                <a:cubicBezTo>
                  <a:pt x="76040" y="178113"/>
                  <a:pt x="76040" y="177475"/>
                  <a:pt x="76040" y="177475"/>
                </a:cubicBezTo>
                <a:cubicBezTo>
                  <a:pt x="76040" y="176836"/>
                  <a:pt x="76040" y="176198"/>
                  <a:pt x="76040" y="175560"/>
                </a:cubicBezTo>
                <a:cubicBezTo>
                  <a:pt x="76040" y="175560"/>
                  <a:pt x="76040" y="174921"/>
                  <a:pt x="76679" y="174921"/>
                </a:cubicBezTo>
                <a:cubicBezTo>
                  <a:pt x="76679" y="174283"/>
                  <a:pt x="77318" y="174283"/>
                  <a:pt x="77318" y="173644"/>
                </a:cubicBezTo>
                <a:lnTo>
                  <a:pt x="77957" y="173006"/>
                </a:lnTo>
                <a:cubicBezTo>
                  <a:pt x="77957" y="173006"/>
                  <a:pt x="78596" y="172368"/>
                  <a:pt x="78596" y="172368"/>
                </a:cubicBezTo>
                <a:lnTo>
                  <a:pt x="157831" y="133425"/>
                </a:lnTo>
                <a:lnTo>
                  <a:pt x="159110" y="127041"/>
                </a:lnTo>
                <a:lnTo>
                  <a:pt x="113102" y="127041"/>
                </a:lnTo>
                <a:lnTo>
                  <a:pt x="113102" y="132148"/>
                </a:lnTo>
                <a:cubicBezTo>
                  <a:pt x="113102" y="135979"/>
                  <a:pt x="110546" y="138532"/>
                  <a:pt x="106712" y="138532"/>
                </a:cubicBezTo>
                <a:cubicBezTo>
                  <a:pt x="102878" y="138532"/>
                  <a:pt x="100322" y="135979"/>
                  <a:pt x="100322" y="132148"/>
                </a:cubicBezTo>
                <a:lnTo>
                  <a:pt x="100322" y="120657"/>
                </a:lnTo>
                <a:cubicBezTo>
                  <a:pt x="100322" y="120657"/>
                  <a:pt x="100322" y="120019"/>
                  <a:pt x="100322" y="120019"/>
                </a:cubicBezTo>
                <a:cubicBezTo>
                  <a:pt x="100322" y="119380"/>
                  <a:pt x="100322" y="118742"/>
                  <a:pt x="100961" y="118742"/>
                </a:cubicBezTo>
                <a:cubicBezTo>
                  <a:pt x="100961" y="118104"/>
                  <a:pt x="100961" y="118104"/>
                  <a:pt x="101600" y="118104"/>
                </a:cubicBezTo>
                <a:cubicBezTo>
                  <a:pt x="101600" y="117465"/>
                  <a:pt x="102239" y="117465"/>
                  <a:pt x="102239" y="116827"/>
                </a:cubicBezTo>
                <a:cubicBezTo>
                  <a:pt x="102878" y="116188"/>
                  <a:pt x="102878" y="116188"/>
                  <a:pt x="103517" y="116188"/>
                </a:cubicBezTo>
                <a:lnTo>
                  <a:pt x="104156" y="115550"/>
                </a:lnTo>
                <a:lnTo>
                  <a:pt x="168694" y="84269"/>
                </a:lnTo>
                <a:lnTo>
                  <a:pt x="174445" y="57456"/>
                </a:lnTo>
                <a:cubicBezTo>
                  <a:pt x="174445" y="54902"/>
                  <a:pt x="176362" y="52349"/>
                  <a:pt x="179557" y="51710"/>
                </a:cubicBezTo>
                <a:cubicBezTo>
                  <a:pt x="180835" y="51072"/>
                  <a:pt x="182752" y="51710"/>
                  <a:pt x="184030" y="52349"/>
                </a:cubicBezTo>
                <a:cubicBezTo>
                  <a:pt x="185947" y="53626"/>
                  <a:pt x="187864" y="55541"/>
                  <a:pt x="187864" y="58094"/>
                </a:cubicBezTo>
                <a:lnTo>
                  <a:pt x="193615" y="84269"/>
                </a:lnTo>
                <a:lnTo>
                  <a:pt x="257514" y="115550"/>
                </a:lnTo>
                <a:lnTo>
                  <a:pt x="257514" y="115550"/>
                </a:lnTo>
                <a:lnTo>
                  <a:pt x="258154" y="115550"/>
                </a:lnTo>
                <a:cubicBezTo>
                  <a:pt x="258154" y="115550"/>
                  <a:pt x="258154" y="115550"/>
                  <a:pt x="258792" y="116188"/>
                </a:cubicBezTo>
                <a:cubicBezTo>
                  <a:pt x="259431" y="116188"/>
                  <a:pt x="259431" y="116827"/>
                  <a:pt x="260070" y="117465"/>
                </a:cubicBezTo>
                <a:cubicBezTo>
                  <a:pt x="260070" y="117465"/>
                  <a:pt x="260709" y="118104"/>
                  <a:pt x="260709" y="118104"/>
                </a:cubicBezTo>
                <a:cubicBezTo>
                  <a:pt x="260709" y="118742"/>
                  <a:pt x="261348" y="118742"/>
                  <a:pt x="261348" y="119380"/>
                </a:cubicBezTo>
                <a:cubicBezTo>
                  <a:pt x="261348" y="120019"/>
                  <a:pt x="261348" y="120019"/>
                  <a:pt x="261348" y="120657"/>
                </a:cubicBezTo>
                <a:cubicBezTo>
                  <a:pt x="261348" y="121296"/>
                  <a:pt x="261348" y="121296"/>
                  <a:pt x="261348" y="121934"/>
                </a:cubicBezTo>
                <a:lnTo>
                  <a:pt x="261348" y="133425"/>
                </a:lnTo>
                <a:cubicBezTo>
                  <a:pt x="261348" y="137256"/>
                  <a:pt x="258792" y="139809"/>
                  <a:pt x="254959" y="139809"/>
                </a:cubicBezTo>
                <a:cubicBezTo>
                  <a:pt x="251125" y="139809"/>
                  <a:pt x="248569" y="137256"/>
                  <a:pt x="248569" y="133425"/>
                </a:cubicBezTo>
                <a:lnTo>
                  <a:pt x="248569" y="128318"/>
                </a:lnTo>
                <a:lnTo>
                  <a:pt x="202561" y="128318"/>
                </a:lnTo>
                <a:lnTo>
                  <a:pt x="203839" y="134702"/>
                </a:lnTo>
                <a:lnTo>
                  <a:pt x="283074" y="173644"/>
                </a:lnTo>
                <a:cubicBezTo>
                  <a:pt x="283074" y="173644"/>
                  <a:pt x="283713" y="174283"/>
                  <a:pt x="283713" y="174283"/>
                </a:cubicBezTo>
                <a:cubicBezTo>
                  <a:pt x="284352" y="174283"/>
                  <a:pt x="284352" y="174921"/>
                  <a:pt x="284991" y="174921"/>
                </a:cubicBezTo>
                <a:cubicBezTo>
                  <a:pt x="284991" y="174921"/>
                  <a:pt x="285630" y="175560"/>
                  <a:pt x="285630" y="175560"/>
                </a:cubicBezTo>
                <a:cubicBezTo>
                  <a:pt x="285630" y="176198"/>
                  <a:pt x="286269" y="176198"/>
                  <a:pt x="286269" y="176836"/>
                </a:cubicBezTo>
                <a:cubicBezTo>
                  <a:pt x="286269" y="177475"/>
                  <a:pt x="286269" y="178113"/>
                  <a:pt x="286908" y="179390"/>
                </a:cubicBezTo>
                <a:lnTo>
                  <a:pt x="286269" y="194711"/>
                </a:lnTo>
                <a:close/>
              </a:path>
            </a:pathLst>
          </a:custGeom>
          <a:solidFill>
            <a:schemeClr val="accent3"/>
          </a:solidFill>
          <a:ln w="6390" cap="flat">
            <a:noFill/>
            <a:prstDash val="solid"/>
            <a:miter/>
          </a:ln>
        </p:spPr>
        <p:txBody>
          <a:bodyPr rtlCol="0" anchor="ctr"/>
          <a:lstStyle/>
          <a:p>
            <a:endParaRPr lang="en-US"/>
          </a:p>
        </p:txBody>
      </p:sp>
      <p:grpSp>
        <p:nvGrpSpPr>
          <p:cNvPr id="34" name="Graphic 4">
            <a:extLst>
              <a:ext uri="{FF2B5EF4-FFF2-40B4-BE49-F238E27FC236}">
                <a16:creationId xmlns:a16="http://schemas.microsoft.com/office/drawing/2014/main" id="{93863476-44ED-B983-3D2F-B95E1DDDD936}"/>
              </a:ext>
            </a:extLst>
          </p:cNvPr>
          <p:cNvGrpSpPr>
            <a:grpSpLocks noChangeAspect="1"/>
          </p:cNvGrpSpPr>
          <p:nvPr/>
        </p:nvGrpSpPr>
        <p:grpSpPr>
          <a:xfrm>
            <a:off x="9165789" y="1596569"/>
            <a:ext cx="301504" cy="301752"/>
            <a:chOff x="7191874" y="1402723"/>
            <a:chExt cx="361674" cy="361971"/>
          </a:xfrm>
          <a:solidFill>
            <a:schemeClr val="accent3"/>
          </a:solidFill>
        </p:grpSpPr>
        <p:sp>
          <p:nvSpPr>
            <p:cNvPr id="35" name="Graphic 4">
              <a:extLst>
                <a:ext uri="{FF2B5EF4-FFF2-40B4-BE49-F238E27FC236}">
                  <a16:creationId xmlns:a16="http://schemas.microsoft.com/office/drawing/2014/main" id="{8DE1DB72-7ABB-4BB4-16AC-F785EAA95130}"/>
                </a:ext>
              </a:extLst>
            </p:cNvPr>
            <p:cNvSpPr/>
            <p:nvPr/>
          </p:nvSpPr>
          <p:spPr>
            <a:xfrm>
              <a:off x="7364402" y="1545086"/>
              <a:ext cx="26837" cy="57455"/>
            </a:xfrm>
            <a:custGeom>
              <a:avLst/>
              <a:gdLst>
                <a:gd name="connsiteX0" fmla="*/ 16614 w 26837"/>
                <a:gd name="connsiteY0" fmla="*/ 31282 h 57455"/>
                <a:gd name="connsiteX1" fmla="*/ 15336 w 26837"/>
                <a:gd name="connsiteY1" fmla="*/ 26174 h 57455"/>
                <a:gd name="connsiteX2" fmla="*/ 20447 w 26837"/>
                <a:gd name="connsiteY2" fmla="*/ 0 h 57455"/>
                <a:gd name="connsiteX3" fmla="*/ 7668 w 26837"/>
                <a:gd name="connsiteY3" fmla="*/ 0 h 57455"/>
                <a:gd name="connsiteX4" fmla="*/ 0 w 26837"/>
                <a:gd name="connsiteY4" fmla="*/ 32558 h 57455"/>
                <a:gd name="connsiteX5" fmla="*/ 8946 w 26837"/>
                <a:gd name="connsiteY5" fmla="*/ 32558 h 57455"/>
                <a:gd name="connsiteX6" fmla="*/ 14058 w 26837"/>
                <a:gd name="connsiteY6" fmla="*/ 35112 h 57455"/>
                <a:gd name="connsiteX7" fmla="*/ 15336 w 26837"/>
                <a:gd name="connsiteY7" fmla="*/ 40219 h 57455"/>
                <a:gd name="connsiteX8" fmla="*/ 12780 w 26837"/>
                <a:gd name="connsiteY8" fmla="*/ 57456 h 57455"/>
                <a:gd name="connsiteX9" fmla="*/ 26837 w 26837"/>
                <a:gd name="connsiteY9" fmla="*/ 34474 h 57455"/>
                <a:gd name="connsiteX10" fmla="*/ 21726 w 26837"/>
                <a:gd name="connsiteY10" fmla="*/ 34474 h 57455"/>
                <a:gd name="connsiteX11" fmla="*/ 16614 w 26837"/>
                <a:gd name="connsiteY11" fmla="*/ 31282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37" h="57455">
                  <a:moveTo>
                    <a:pt x="16614" y="31282"/>
                  </a:moveTo>
                  <a:cubicBezTo>
                    <a:pt x="15336" y="30005"/>
                    <a:pt x="14697" y="28090"/>
                    <a:pt x="15336" y="26174"/>
                  </a:cubicBezTo>
                  <a:lnTo>
                    <a:pt x="20447" y="0"/>
                  </a:lnTo>
                  <a:lnTo>
                    <a:pt x="7668" y="0"/>
                  </a:lnTo>
                  <a:lnTo>
                    <a:pt x="0" y="32558"/>
                  </a:lnTo>
                  <a:lnTo>
                    <a:pt x="8946" y="32558"/>
                  </a:lnTo>
                  <a:cubicBezTo>
                    <a:pt x="10863" y="32558"/>
                    <a:pt x="12780" y="33197"/>
                    <a:pt x="14058" y="35112"/>
                  </a:cubicBezTo>
                  <a:cubicBezTo>
                    <a:pt x="15336" y="36389"/>
                    <a:pt x="15975" y="38304"/>
                    <a:pt x="15336" y="40219"/>
                  </a:cubicBezTo>
                  <a:lnTo>
                    <a:pt x="12780" y="57456"/>
                  </a:lnTo>
                  <a:lnTo>
                    <a:pt x="26837" y="34474"/>
                  </a:lnTo>
                  <a:lnTo>
                    <a:pt x="21726" y="34474"/>
                  </a:lnTo>
                  <a:cubicBezTo>
                    <a:pt x="19809" y="33835"/>
                    <a:pt x="17892" y="32558"/>
                    <a:pt x="16614" y="31282"/>
                  </a:cubicBezTo>
                  <a:close/>
                </a:path>
              </a:pathLst>
            </a:custGeom>
            <a:grpFill/>
            <a:ln w="6390" cap="flat">
              <a:noFill/>
              <a:prstDash val="solid"/>
              <a:miter/>
            </a:ln>
          </p:spPr>
          <p:txBody>
            <a:bodyPr rtlCol="0" anchor="ctr"/>
            <a:lstStyle/>
            <a:p>
              <a:endParaRPr lang="en-US"/>
            </a:p>
          </p:txBody>
        </p:sp>
        <p:sp>
          <p:nvSpPr>
            <p:cNvPr id="36" name="Graphic 4">
              <a:extLst>
                <a:ext uri="{FF2B5EF4-FFF2-40B4-BE49-F238E27FC236}">
                  <a16:creationId xmlns:a16="http://schemas.microsoft.com/office/drawing/2014/main" id="{5B67A3A9-D52F-25C1-C24C-3B91A922618C}"/>
                </a:ext>
              </a:extLst>
            </p:cNvPr>
            <p:cNvSpPr/>
            <p:nvPr/>
          </p:nvSpPr>
          <p:spPr>
            <a:xfrm>
              <a:off x="7311365" y="1518912"/>
              <a:ext cx="125243" cy="125125"/>
            </a:xfrm>
            <a:custGeom>
              <a:avLst/>
              <a:gdLst>
                <a:gd name="connsiteX0" fmla="*/ 62622 w 125243"/>
                <a:gd name="connsiteY0" fmla="*/ 0 h 125125"/>
                <a:gd name="connsiteX1" fmla="*/ 0 w 125243"/>
                <a:gd name="connsiteY1" fmla="*/ 62563 h 125125"/>
                <a:gd name="connsiteX2" fmla="*/ 62622 w 125243"/>
                <a:gd name="connsiteY2" fmla="*/ 125126 h 125125"/>
                <a:gd name="connsiteX3" fmla="*/ 125243 w 125243"/>
                <a:gd name="connsiteY3" fmla="*/ 62563 h 125125"/>
                <a:gd name="connsiteX4" fmla="*/ 125243 w 125243"/>
                <a:gd name="connsiteY4" fmla="*/ 62563 h 125125"/>
                <a:gd name="connsiteX5" fmla="*/ 62622 w 125243"/>
                <a:gd name="connsiteY5" fmla="*/ 0 h 125125"/>
                <a:gd name="connsiteX6" fmla="*/ 97128 w 125243"/>
                <a:gd name="connsiteY6" fmla="*/ 56817 h 125125"/>
                <a:gd name="connsiteX7" fmla="*/ 61344 w 125243"/>
                <a:gd name="connsiteY7" fmla="*/ 116188 h 125125"/>
                <a:gd name="connsiteX8" fmla="*/ 55593 w 125243"/>
                <a:gd name="connsiteY8" fmla="*/ 119380 h 125125"/>
                <a:gd name="connsiteX9" fmla="*/ 53676 w 125243"/>
                <a:gd name="connsiteY9" fmla="*/ 118742 h 125125"/>
                <a:gd name="connsiteX10" fmla="*/ 49203 w 125243"/>
                <a:gd name="connsiteY10" fmla="*/ 111720 h 125125"/>
                <a:gd name="connsiteX11" fmla="*/ 54954 w 125243"/>
                <a:gd name="connsiteY11" fmla="*/ 70862 h 125125"/>
                <a:gd name="connsiteX12" fmla="*/ 45369 w 125243"/>
                <a:gd name="connsiteY12" fmla="*/ 70862 h 125125"/>
                <a:gd name="connsiteX13" fmla="*/ 40257 w 125243"/>
                <a:gd name="connsiteY13" fmla="*/ 68309 h 125125"/>
                <a:gd name="connsiteX14" fmla="*/ 38979 w 125243"/>
                <a:gd name="connsiteY14" fmla="*/ 62563 h 125125"/>
                <a:gd name="connsiteX15" fmla="*/ 49842 w 125243"/>
                <a:gd name="connsiteY15" fmla="*/ 17237 h 125125"/>
                <a:gd name="connsiteX16" fmla="*/ 56232 w 125243"/>
                <a:gd name="connsiteY16" fmla="*/ 12130 h 125125"/>
                <a:gd name="connsiteX17" fmla="*/ 81792 w 125243"/>
                <a:gd name="connsiteY17" fmla="*/ 12130 h 125125"/>
                <a:gd name="connsiteX18" fmla="*/ 86904 w 125243"/>
                <a:gd name="connsiteY18" fmla="*/ 14683 h 125125"/>
                <a:gd name="connsiteX19" fmla="*/ 88181 w 125243"/>
                <a:gd name="connsiteY19" fmla="*/ 19790 h 125125"/>
                <a:gd name="connsiteX20" fmla="*/ 83069 w 125243"/>
                <a:gd name="connsiteY20" fmla="*/ 45965 h 125125"/>
                <a:gd name="connsiteX21" fmla="*/ 92015 w 125243"/>
                <a:gd name="connsiteY21" fmla="*/ 45965 h 125125"/>
                <a:gd name="connsiteX22" fmla="*/ 98405 w 125243"/>
                <a:gd name="connsiteY22" fmla="*/ 52349 h 125125"/>
                <a:gd name="connsiteX23" fmla="*/ 97128 w 125243"/>
                <a:gd name="connsiteY23" fmla="*/ 56817 h 125125"/>
                <a:gd name="connsiteX24" fmla="*/ 97128 w 125243"/>
                <a:gd name="connsiteY24" fmla="*/ 56817 h 12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5243" h="125125">
                  <a:moveTo>
                    <a:pt x="62622" y="0"/>
                  </a:moveTo>
                  <a:cubicBezTo>
                    <a:pt x="28116" y="0"/>
                    <a:pt x="0" y="28089"/>
                    <a:pt x="0" y="62563"/>
                  </a:cubicBezTo>
                  <a:cubicBezTo>
                    <a:pt x="0" y="97037"/>
                    <a:pt x="28116" y="125126"/>
                    <a:pt x="62622" y="125126"/>
                  </a:cubicBezTo>
                  <a:cubicBezTo>
                    <a:pt x="97128" y="125126"/>
                    <a:pt x="125243" y="97037"/>
                    <a:pt x="125243" y="62563"/>
                  </a:cubicBezTo>
                  <a:cubicBezTo>
                    <a:pt x="125243" y="62563"/>
                    <a:pt x="125243" y="62563"/>
                    <a:pt x="125243" y="62563"/>
                  </a:cubicBezTo>
                  <a:cubicBezTo>
                    <a:pt x="125243" y="28089"/>
                    <a:pt x="97128" y="0"/>
                    <a:pt x="62622" y="0"/>
                  </a:cubicBezTo>
                  <a:close/>
                  <a:moveTo>
                    <a:pt x="97128" y="56817"/>
                  </a:moveTo>
                  <a:lnTo>
                    <a:pt x="61344" y="116188"/>
                  </a:lnTo>
                  <a:cubicBezTo>
                    <a:pt x="60066" y="118104"/>
                    <a:pt x="58149" y="119380"/>
                    <a:pt x="55593" y="119380"/>
                  </a:cubicBezTo>
                  <a:cubicBezTo>
                    <a:pt x="54954" y="119380"/>
                    <a:pt x="54314" y="119380"/>
                    <a:pt x="53676" y="118742"/>
                  </a:cubicBezTo>
                  <a:cubicBezTo>
                    <a:pt x="51119" y="117465"/>
                    <a:pt x="49203" y="114912"/>
                    <a:pt x="49203" y="111720"/>
                  </a:cubicBezTo>
                  <a:lnTo>
                    <a:pt x="54954" y="70862"/>
                  </a:lnTo>
                  <a:lnTo>
                    <a:pt x="45369" y="70862"/>
                  </a:lnTo>
                  <a:cubicBezTo>
                    <a:pt x="43452" y="70862"/>
                    <a:pt x="41535" y="70224"/>
                    <a:pt x="40257" y="68309"/>
                  </a:cubicBezTo>
                  <a:cubicBezTo>
                    <a:pt x="38979" y="67032"/>
                    <a:pt x="38340" y="64478"/>
                    <a:pt x="38979" y="62563"/>
                  </a:cubicBezTo>
                  <a:lnTo>
                    <a:pt x="49842" y="17237"/>
                  </a:lnTo>
                  <a:cubicBezTo>
                    <a:pt x="50481" y="14045"/>
                    <a:pt x="53037" y="12130"/>
                    <a:pt x="56232" y="12130"/>
                  </a:cubicBezTo>
                  <a:lnTo>
                    <a:pt x="81792" y="12130"/>
                  </a:lnTo>
                  <a:cubicBezTo>
                    <a:pt x="83709" y="12130"/>
                    <a:pt x="85625" y="12768"/>
                    <a:pt x="86904" y="14683"/>
                  </a:cubicBezTo>
                  <a:cubicBezTo>
                    <a:pt x="88181" y="15960"/>
                    <a:pt x="88820" y="17875"/>
                    <a:pt x="88181" y="19790"/>
                  </a:cubicBezTo>
                  <a:lnTo>
                    <a:pt x="83069" y="45965"/>
                  </a:lnTo>
                  <a:lnTo>
                    <a:pt x="92015" y="45965"/>
                  </a:lnTo>
                  <a:cubicBezTo>
                    <a:pt x="95849" y="45965"/>
                    <a:pt x="98405" y="48518"/>
                    <a:pt x="98405" y="52349"/>
                  </a:cubicBezTo>
                  <a:cubicBezTo>
                    <a:pt x="98405" y="54902"/>
                    <a:pt x="98405" y="56179"/>
                    <a:pt x="97128" y="56817"/>
                  </a:cubicBezTo>
                  <a:lnTo>
                    <a:pt x="97128" y="56817"/>
                  </a:lnTo>
                  <a:close/>
                </a:path>
              </a:pathLst>
            </a:custGeom>
            <a:grpFill/>
            <a:ln w="6390" cap="flat">
              <a:noFill/>
              <a:prstDash val="solid"/>
              <a:miter/>
            </a:ln>
          </p:spPr>
          <p:txBody>
            <a:bodyPr rtlCol="0" anchor="ctr"/>
            <a:lstStyle/>
            <a:p>
              <a:endParaRPr lang="en-US"/>
            </a:p>
          </p:txBody>
        </p:sp>
        <p:sp>
          <p:nvSpPr>
            <p:cNvPr id="37" name="Graphic 4">
              <a:extLst>
                <a:ext uri="{FF2B5EF4-FFF2-40B4-BE49-F238E27FC236}">
                  <a16:creationId xmlns:a16="http://schemas.microsoft.com/office/drawing/2014/main" id="{53FDC9AA-2D10-4B90-BE58-F2C272D73892}"/>
                </a:ext>
              </a:extLst>
            </p:cNvPr>
            <p:cNvSpPr/>
            <p:nvPr/>
          </p:nvSpPr>
          <p:spPr>
            <a:xfrm>
              <a:off x="7191874" y="1402723"/>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38345 w 361674"/>
                <a:gd name="connsiteY7" fmla="*/ 111720 h 361971"/>
                <a:gd name="connsiteX8" fmla="*/ 250485 w 361674"/>
                <a:gd name="connsiteY8" fmla="*/ 99590 h 361971"/>
                <a:gd name="connsiteX9" fmla="*/ 259431 w 361674"/>
                <a:gd name="connsiteY9" fmla="*/ 99590 h 361971"/>
                <a:gd name="connsiteX10" fmla="*/ 259431 w 361674"/>
                <a:gd name="connsiteY10" fmla="*/ 108528 h 361971"/>
                <a:gd name="connsiteX11" fmla="*/ 259431 w 361674"/>
                <a:gd name="connsiteY11" fmla="*/ 108528 h 361971"/>
                <a:gd name="connsiteX12" fmla="*/ 247290 w 361674"/>
                <a:gd name="connsiteY12" fmla="*/ 120657 h 361971"/>
                <a:gd name="connsiteX13" fmla="*/ 238345 w 361674"/>
                <a:gd name="connsiteY13" fmla="*/ 120657 h 361971"/>
                <a:gd name="connsiteX14" fmla="*/ 238345 w 361674"/>
                <a:gd name="connsiteY14" fmla="*/ 120657 h 361971"/>
                <a:gd name="connsiteX15" fmla="*/ 238345 w 361674"/>
                <a:gd name="connsiteY15" fmla="*/ 111720 h 361971"/>
                <a:gd name="connsiteX16" fmla="*/ 238345 w 361674"/>
                <a:gd name="connsiteY16" fmla="*/ 111720 h 361971"/>
                <a:gd name="connsiteX17" fmla="*/ 173167 w 361674"/>
                <a:gd name="connsiteY17" fmla="*/ 73416 h 361971"/>
                <a:gd name="connsiteX18" fmla="*/ 179557 w 361674"/>
                <a:gd name="connsiteY18" fmla="*/ 67032 h 361971"/>
                <a:gd name="connsiteX19" fmla="*/ 185947 w 361674"/>
                <a:gd name="connsiteY19" fmla="*/ 73416 h 361971"/>
                <a:gd name="connsiteX20" fmla="*/ 185947 w 361674"/>
                <a:gd name="connsiteY20" fmla="*/ 90014 h 361971"/>
                <a:gd name="connsiteX21" fmla="*/ 179557 w 361674"/>
                <a:gd name="connsiteY21" fmla="*/ 96398 h 361971"/>
                <a:gd name="connsiteX22" fmla="*/ 173167 w 361674"/>
                <a:gd name="connsiteY22" fmla="*/ 90014 h 361971"/>
                <a:gd name="connsiteX23" fmla="*/ 173167 w 361674"/>
                <a:gd name="connsiteY23" fmla="*/ 73416 h 361971"/>
                <a:gd name="connsiteX24" fmla="*/ 101600 w 361674"/>
                <a:gd name="connsiteY24" fmla="*/ 99590 h 361971"/>
                <a:gd name="connsiteX25" fmla="*/ 110546 w 361674"/>
                <a:gd name="connsiteY25" fmla="*/ 99590 h 361971"/>
                <a:gd name="connsiteX26" fmla="*/ 122686 w 361674"/>
                <a:gd name="connsiteY26" fmla="*/ 111720 h 361971"/>
                <a:gd name="connsiteX27" fmla="*/ 122686 w 361674"/>
                <a:gd name="connsiteY27" fmla="*/ 120657 h 361971"/>
                <a:gd name="connsiteX28" fmla="*/ 122686 w 361674"/>
                <a:gd name="connsiteY28" fmla="*/ 120657 h 361971"/>
                <a:gd name="connsiteX29" fmla="*/ 113741 w 361674"/>
                <a:gd name="connsiteY29" fmla="*/ 120657 h 361971"/>
                <a:gd name="connsiteX30" fmla="*/ 113741 w 361674"/>
                <a:gd name="connsiteY30" fmla="*/ 120657 h 361971"/>
                <a:gd name="connsiteX31" fmla="*/ 101600 w 361674"/>
                <a:gd name="connsiteY31" fmla="*/ 108528 h 361971"/>
                <a:gd name="connsiteX32" fmla="*/ 101600 w 361674"/>
                <a:gd name="connsiteY32" fmla="*/ 99590 h 361971"/>
                <a:gd name="connsiteX33" fmla="*/ 101600 w 361674"/>
                <a:gd name="connsiteY33" fmla="*/ 99590 h 361971"/>
                <a:gd name="connsiteX34" fmla="*/ 92015 w 361674"/>
                <a:gd name="connsiteY34" fmla="*/ 185774 h 361971"/>
                <a:gd name="connsiteX35" fmla="*/ 74123 w 361674"/>
                <a:gd name="connsiteY35" fmla="*/ 185774 h 361971"/>
                <a:gd name="connsiteX36" fmla="*/ 67733 w 361674"/>
                <a:gd name="connsiteY36" fmla="*/ 179390 h 361971"/>
                <a:gd name="connsiteX37" fmla="*/ 74123 w 361674"/>
                <a:gd name="connsiteY37" fmla="*/ 173006 h 361971"/>
                <a:gd name="connsiteX38" fmla="*/ 92015 w 361674"/>
                <a:gd name="connsiteY38" fmla="*/ 173006 h 361971"/>
                <a:gd name="connsiteX39" fmla="*/ 98405 w 361674"/>
                <a:gd name="connsiteY39" fmla="*/ 179390 h 361971"/>
                <a:gd name="connsiteX40" fmla="*/ 92015 w 361674"/>
                <a:gd name="connsiteY40" fmla="*/ 185774 h 361971"/>
                <a:gd name="connsiteX41" fmla="*/ 122686 w 361674"/>
                <a:gd name="connsiteY41" fmla="*/ 245783 h 361971"/>
                <a:gd name="connsiteX42" fmla="*/ 108629 w 361674"/>
                <a:gd name="connsiteY42" fmla="*/ 259190 h 361971"/>
                <a:gd name="connsiteX43" fmla="*/ 99683 w 361674"/>
                <a:gd name="connsiteY43" fmla="*/ 259190 h 361971"/>
                <a:gd name="connsiteX44" fmla="*/ 99683 w 361674"/>
                <a:gd name="connsiteY44" fmla="*/ 250252 h 361971"/>
                <a:gd name="connsiteX45" fmla="*/ 113741 w 361674"/>
                <a:gd name="connsiteY45" fmla="*/ 236207 h 361971"/>
                <a:gd name="connsiteX46" fmla="*/ 122686 w 361674"/>
                <a:gd name="connsiteY46" fmla="*/ 236207 h 361971"/>
                <a:gd name="connsiteX47" fmla="*/ 122686 w 361674"/>
                <a:gd name="connsiteY47" fmla="*/ 245783 h 361971"/>
                <a:gd name="connsiteX48" fmla="*/ 122686 w 361674"/>
                <a:gd name="connsiteY48" fmla="*/ 245783 h 361971"/>
                <a:gd name="connsiteX49" fmla="*/ 185947 w 361674"/>
                <a:gd name="connsiteY49" fmla="*/ 287279 h 361971"/>
                <a:gd name="connsiteX50" fmla="*/ 179557 w 361674"/>
                <a:gd name="connsiteY50" fmla="*/ 293663 h 361971"/>
                <a:gd name="connsiteX51" fmla="*/ 173167 w 361674"/>
                <a:gd name="connsiteY51" fmla="*/ 287279 h 361971"/>
                <a:gd name="connsiteX52" fmla="*/ 173167 w 361674"/>
                <a:gd name="connsiteY52" fmla="*/ 266850 h 361971"/>
                <a:gd name="connsiteX53" fmla="*/ 179557 w 361674"/>
                <a:gd name="connsiteY53" fmla="*/ 260466 h 361971"/>
                <a:gd name="connsiteX54" fmla="*/ 185947 w 361674"/>
                <a:gd name="connsiteY54" fmla="*/ 266850 h 361971"/>
                <a:gd name="connsiteX55" fmla="*/ 185947 w 361674"/>
                <a:gd name="connsiteY55" fmla="*/ 287279 h 361971"/>
                <a:gd name="connsiteX56" fmla="*/ 182113 w 361674"/>
                <a:gd name="connsiteY56" fmla="*/ 254721 h 361971"/>
                <a:gd name="connsiteX57" fmla="*/ 106712 w 361674"/>
                <a:gd name="connsiteY57" fmla="*/ 179390 h 361971"/>
                <a:gd name="connsiteX58" fmla="*/ 182113 w 361674"/>
                <a:gd name="connsiteY58" fmla="*/ 104059 h 361971"/>
                <a:gd name="connsiteX59" fmla="*/ 257515 w 361674"/>
                <a:gd name="connsiteY59" fmla="*/ 179390 h 361971"/>
                <a:gd name="connsiteX60" fmla="*/ 257515 w 361674"/>
                <a:gd name="connsiteY60" fmla="*/ 179390 h 361971"/>
                <a:gd name="connsiteX61" fmla="*/ 182113 w 361674"/>
                <a:gd name="connsiteY61" fmla="*/ 254721 h 361971"/>
                <a:gd name="connsiteX62" fmla="*/ 261987 w 361674"/>
                <a:gd name="connsiteY62" fmla="*/ 259828 h 361971"/>
                <a:gd name="connsiteX63" fmla="*/ 257515 w 361674"/>
                <a:gd name="connsiteY63" fmla="*/ 261743 h 361971"/>
                <a:gd name="connsiteX64" fmla="*/ 253041 w 361674"/>
                <a:gd name="connsiteY64" fmla="*/ 259828 h 361971"/>
                <a:gd name="connsiteX65" fmla="*/ 238984 w 361674"/>
                <a:gd name="connsiteY65" fmla="*/ 245783 h 361971"/>
                <a:gd name="connsiteX66" fmla="*/ 238984 w 361674"/>
                <a:gd name="connsiteY66" fmla="*/ 236846 h 361971"/>
                <a:gd name="connsiteX67" fmla="*/ 247930 w 361674"/>
                <a:gd name="connsiteY67" fmla="*/ 236846 h 361971"/>
                <a:gd name="connsiteX68" fmla="*/ 261987 w 361674"/>
                <a:gd name="connsiteY68" fmla="*/ 250890 h 361971"/>
                <a:gd name="connsiteX69" fmla="*/ 261987 w 361674"/>
                <a:gd name="connsiteY69" fmla="*/ 259828 h 361971"/>
                <a:gd name="connsiteX70" fmla="*/ 261987 w 361674"/>
                <a:gd name="connsiteY70" fmla="*/ 259828 h 361971"/>
                <a:gd name="connsiteX71" fmla="*/ 288186 w 361674"/>
                <a:gd name="connsiteY71" fmla="*/ 186412 h 361971"/>
                <a:gd name="connsiteX72" fmla="*/ 269016 w 361674"/>
                <a:gd name="connsiteY72" fmla="*/ 186412 h 361971"/>
                <a:gd name="connsiteX73" fmla="*/ 262626 w 361674"/>
                <a:gd name="connsiteY73" fmla="*/ 180028 h 361971"/>
                <a:gd name="connsiteX74" fmla="*/ 269016 w 361674"/>
                <a:gd name="connsiteY74" fmla="*/ 173644 h 361971"/>
                <a:gd name="connsiteX75" fmla="*/ 288186 w 361674"/>
                <a:gd name="connsiteY75" fmla="*/ 173644 h 361971"/>
                <a:gd name="connsiteX76" fmla="*/ 294576 w 361674"/>
                <a:gd name="connsiteY76" fmla="*/ 180028 h 361971"/>
                <a:gd name="connsiteX77" fmla="*/ 288186 w 361674"/>
                <a:gd name="connsiteY77" fmla="*/ 18641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0438"/>
                    <a:pt x="281157" y="0"/>
                    <a:pt x="180836" y="0"/>
                  </a:cubicBezTo>
                  <a:cubicBezTo>
                    <a:pt x="180836" y="0"/>
                    <a:pt x="180836" y="0"/>
                    <a:pt x="180836" y="0"/>
                  </a:cubicBezTo>
                  <a:close/>
                  <a:moveTo>
                    <a:pt x="238345" y="111720"/>
                  </a:moveTo>
                  <a:lnTo>
                    <a:pt x="250485" y="99590"/>
                  </a:lnTo>
                  <a:cubicBezTo>
                    <a:pt x="253041" y="97037"/>
                    <a:pt x="256875" y="97037"/>
                    <a:pt x="259431" y="99590"/>
                  </a:cubicBezTo>
                  <a:cubicBezTo>
                    <a:pt x="261987" y="102144"/>
                    <a:pt x="261987" y="105974"/>
                    <a:pt x="259431" y="108528"/>
                  </a:cubicBezTo>
                  <a:lnTo>
                    <a:pt x="259431" y="108528"/>
                  </a:lnTo>
                  <a:lnTo>
                    <a:pt x="247290" y="120657"/>
                  </a:lnTo>
                  <a:cubicBezTo>
                    <a:pt x="244735" y="123211"/>
                    <a:pt x="240900" y="123211"/>
                    <a:pt x="238345" y="120657"/>
                  </a:cubicBezTo>
                  <a:cubicBezTo>
                    <a:pt x="238345" y="120657"/>
                    <a:pt x="238345" y="120657"/>
                    <a:pt x="238345" y="120657"/>
                  </a:cubicBezTo>
                  <a:cubicBezTo>
                    <a:pt x="235789" y="118742"/>
                    <a:pt x="235789" y="114273"/>
                    <a:pt x="238345" y="111720"/>
                  </a:cubicBezTo>
                  <a:cubicBezTo>
                    <a:pt x="238345" y="111720"/>
                    <a:pt x="238345" y="111720"/>
                    <a:pt x="238345" y="111720"/>
                  </a:cubicBezTo>
                  <a:close/>
                  <a:moveTo>
                    <a:pt x="173167" y="73416"/>
                  </a:moveTo>
                  <a:cubicBezTo>
                    <a:pt x="173167" y="69585"/>
                    <a:pt x="175723" y="67032"/>
                    <a:pt x="179557" y="67032"/>
                  </a:cubicBezTo>
                  <a:cubicBezTo>
                    <a:pt x="183391" y="67032"/>
                    <a:pt x="185947" y="69585"/>
                    <a:pt x="185947" y="73416"/>
                  </a:cubicBezTo>
                  <a:lnTo>
                    <a:pt x="185947" y="90014"/>
                  </a:lnTo>
                  <a:cubicBezTo>
                    <a:pt x="185947" y="93845"/>
                    <a:pt x="183391" y="96398"/>
                    <a:pt x="179557" y="96398"/>
                  </a:cubicBezTo>
                  <a:cubicBezTo>
                    <a:pt x="175723" y="96398"/>
                    <a:pt x="173167" y="93845"/>
                    <a:pt x="173167" y="90014"/>
                  </a:cubicBezTo>
                  <a:lnTo>
                    <a:pt x="173167" y="73416"/>
                  </a:lnTo>
                  <a:close/>
                  <a:moveTo>
                    <a:pt x="101600" y="99590"/>
                  </a:moveTo>
                  <a:cubicBezTo>
                    <a:pt x="104156" y="97037"/>
                    <a:pt x="107990" y="97037"/>
                    <a:pt x="110546" y="99590"/>
                  </a:cubicBezTo>
                  <a:lnTo>
                    <a:pt x="122686" y="111720"/>
                  </a:lnTo>
                  <a:cubicBezTo>
                    <a:pt x="125243" y="114273"/>
                    <a:pt x="125243" y="118104"/>
                    <a:pt x="122686" y="120657"/>
                  </a:cubicBezTo>
                  <a:cubicBezTo>
                    <a:pt x="122686" y="120657"/>
                    <a:pt x="122686" y="120657"/>
                    <a:pt x="122686" y="120657"/>
                  </a:cubicBezTo>
                  <a:cubicBezTo>
                    <a:pt x="120131" y="123211"/>
                    <a:pt x="116297" y="123211"/>
                    <a:pt x="113741" y="120657"/>
                  </a:cubicBezTo>
                  <a:cubicBezTo>
                    <a:pt x="113741" y="120657"/>
                    <a:pt x="113741" y="120657"/>
                    <a:pt x="113741" y="120657"/>
                  </a:cubicBezTo>
                  <a:lnTo>
                    <a:pt x="101600" y="108528"/>
                  </a:lnTo>
                  <a:cubicBezTo>
                    <a:pt x="99044" y="105974"/>
                    <a:pt x="99044" y="102144"/>
                    <a:pt x="101600" y="99590"/>
                  </a:cubicBezTo>
                  <a:lnTo>
                    <a:pt x="101600" y="99590"/>
                  </a:lnTo>
                  <a:close/>
                  <a:moveTo>
                    <a:pt x="92015" y="185774"/>
                  </a:moveTo>
                  <a:lnTo>
                    <a:pt x="74123" y="185774"/>
                  </a:lnTo>
                  <a:cubicBezTo>
                    <a:pt x="70289" y="185774"/>
                    <a:pt x="67733" y="183220"/>
                    <a:pt x="67733" y="179390"/>
                  </a:cubicBezTo>
                  <a:cubicBezTo>
                    <a:pt x="67733" y="175560"/>
                    <a:pt x="70289" y="173006"/>
                    <a:pt x="74123" y="173006"/>
                  </a:cubicBezTo>
                  <a:lnTo>
                    <a:pt x="92015" y="173006"/>
                  </a:lnTo>
                  <a:cubicBezTo>
                    <a:pt x="95849" y="173006"/>
                    <a:pt x="98405" y="175560"/>
                    <a:pt x="98405" y="179390"/>
                  </a:cubicBezTo>
                  <a:cubicBezTo>
                    <a:pt x="98405" y="183220"/>
                    <a:pt x="95849" y="185774"/>
                    <a:pt x="92015" y="185774"/>
                  </a:cubicBezTo>
                  <a:close/>
                  <a:moveTo>
                    <a:pt x="122686" y="245783"/>
                  </a:moveTo>
                  <a:lnTo>
                    <a:pt x="108629" y="259190"/>
                  </a:lnTo>
                  <a:cubicBezTo>
                    <a:pt x="106073" y="261743"/>
                    <a:pt x="102239" y="261743"/>
                    <a:pt x="99683" y="259190"/>
                  </a:cubicBezTo>
                  <a:cubicBezTo>
                    <a:pt x="97127" y="256636"/>
                    <a:pt x="97127" y="252806"/>
                    <a:pt x="99683" y="250252"/>
                  </a:cubicBezTo>
                  <a:lnTo>
                    <a:pt x="113741" y="236207"/>
                  </a:lnTo>
                  <a:cubicBezTo>
                    <a:pt x="116297" y="233654"/>
                    <a:pt x="120131" y="233654"/>
                    <a:pt x="122686" y="236207"/>
                  </a:cubicBezTo>
                  <a:cubicBezTo>
                    <a:pt x="125243" y="238761"/>
                    <a:pt x="125243" y="243230"/>
                    <a:pt x="122686" y="245783"/>
                  </a:cubicBezTo>
                  <a:lnTo>
                    <a:pt x="122686" y="245783"/>
                  </a:lnTo>
                  <a:close/>
                  <a:moveTo>
                    <a:pt x="185947" y="287279"/>
                  </a:moveTo>
                  <a:cubicBezTo>
                    <a:pt x="185947" y="291110"/>
                    <a:pt x="183391" y="293663"/>
                    <a:pt x="179557" y="293663"/>
                  </a:cubicBezTo>
                  <a:cubicBezTo>
                    <a:pt x="175723" y="293663"/>
                    <a:pt x="173167" y="291110"/>
                    <a:pt x="173167" y="287279"/>
                  </a:cubicBezTo>
                  <a:lnTo>
                    <a:pt x="173167" y="266850"/>
                  </a:lnTo>
                  <a:cubicBezTo>
                    <a:pt x="173167" y="263020"/>
                    <a:pt x="175723" y="260466"/>
                    <a:pt x="179557" y="260466"/>
                  </a:cubicBezTo>
                  <a:cubicBezTo>
                    <a:pt x="183391" y="260466"/>
                    <a:pt x="185947" y="263020"/>
                    <a:pt x="185947" y="266850"/>
                  </a:cubicBezTo>
                  <a:lnTo>
                    <a:pt x="185947" y="287279"/>
                  </a:lnTo>
                  <a:close/>
                  <a:moveTo>
                    <a:pt x="182113" y="254721"/>
                  </a:moveTo>
                  <a:cubicBezTo>
                    <a:pt x="140579" y="254721"/>
                    <a:pt x="106712" y="220886"/>
                    <a:pt x="106712" y="179390"/>
                  </a:cubicBezTo>
                  <a:cubicBezTo>
                    <a:pt x="106712" y="137894"/>
                    <a:pt x="140579" y="104059"/>
                    <a:pt x="182113" y="104059"/>
                  </a:cubicBezTo>
                  <a:cubicBezTo>
                    <a:pt x="223648" y="104059"/>
                    <a:pt x="257515" y="137894"/>
                    <a:pt x="257515" y="179390"/>
                  </a:cubicBezTo>
                  <a:cubicBezTo>
                    <a:pt x="257515" y="179390"/>
                    <a:pt x="257515" y="179390"/>
                    <a:pt x="257515" y="179390"/>
                  </a:cubicBezTo>
                  <a:cubicBezTo>
                    <a:pt x="257515" y="220886"/>
                    <a:pt x="223648" y="254721"/>
                    <a:pt x="182113" y="254721"/>
                  </a:cubicBezTo>
                  <a:close/>
                  <a:moveTo>
                    <a:pt x="261987" y="259828"/>
                  </a:moveTo>
                  <a:cubicBezTo>
                    <a:pt x="260710" y="261105"/>
                    <a:pt x="259431" y="261743"/>
                    <a:pt x="257515" y="261743"/>
                  </a:cubicBezTo>
                  <a:cubicBezTo>
                    <a:pt x="255597" y="261743"/>
                    <a:pt x="254320" y="261105"/>
                    <a:pt x="253041" y="259828"/>
                  </a:cubicBezTo>
                  <a:lnTo>
                    <a:pt x="238984" y="245783"/>
                  </a:lnTo>
                  <a:cubicBezTo>
                    <a:pt x="236428" y="243230"/>
                    <a:pt x="236428" y="239399"/>
                    <a:pt x="238984" y="236846"/>
                  </a:cubicBezTo>
                  <a:cubicBezTo>
                    <a:pt x="241540" y="234292"/>
                    <a:pt x="245374" y="234292"/>
                    <a:pt x="247930" y="236846"/>
                  </a:cubicBezTo>
                  <a:lnTo>
                    <a:pt x="261987" y="250890"/>
                  </a:lnTo>
                  <a:cubicBezTo>
                    <a:pt x="263905" y="253444"/>
                    <a:pt x="263905" y="257274"/>
                    <a:pt x="261987" y="259828"/>
                  </a:cubicBezTo>
                  <a:lnTo>
                    <a:pt x="261987" y="259828"/>
                  </a:lnTo>
                  <a:close/>
                  <a:moveTo>
                    <a:pt x="288186" y="186412"/>
                  </a:moveTo>
                  <a:lnTo>
                    <a:pt x="269016" y="186412"/>
                  </a:lnTo>
                  <a:cubicBezTo>
                    <a:pt x="265182" y="186412"/>
                    <a:pt x="262626" y="183859"/>
                    <a:pt x="262626" y="180028"/>
                  </a:cubicBezTo>
                  <a:cubicBezTo>
                    <a:pt x="262626" y="176198"/>
                    <a:pt x="265182" y="173644"/>
                    <a:pt x="269016" y="173644"/>
                  </a:cubicBezTo>
                  <a:lnTo>
                    <a:pt x="288186" y="173644"/>
                  </a:lnTo>
                  <a:cubicBezTo>
                    <a:pt x="292020" y="173644"/>
                    <a:pt x="294576" y="176198"/>
                    <a:pt x="294576" y="180028"/>
                  </a:cubicBezTo>
                  <a:cubicBezTo>
                    <a:pt x="294576" y="183859"/>
                    <a:pt x="291381" y="186412"/>
                    <a:pt x="288186" y="186412"/>
                  </a:cubicBezTo>
                  <a:close/>
                </a:path>
              </a:pathLst>
            </a:custGeom>
            <a:grpFill/>
            <a:ln w="6390" cap="flat">
              <a:noFill/>
              <a:prstDash val="solid"/>
              <a:miter/>
            </a:ln>
          </p:spPr>
          <p:txBody>
            <a:bodyPr rtlCol="0" anchor="ctr"/>
            <a:lstStyle/>
            <a:p>
              <a:endParaRPr lang="en-US"/>
            </a:p>
          </p:txBody>
        </p:sp>
      </p:grpSp>
      <p:sp>
        <p:nvSpPr>
          <p:cNvPr id="38" name="Graphic 4">
            <a:extLst>
              <a:ext uri="{FF2B5EF4-FFF2-40B4-BE49-F238E27FC236}">
                <a16:creationId xmlns:a16="http://schemas.microsoft.com/office/drawing/2014/main" id="{9DC76CA7-ED2D-D7DC-CCC4-9D3B45071F0A}"/>
              </a:ext>
            </a:extLst>
          </p:cNvPr>
          <p:cNvSpPr/>
          <p:nvPr/>
        </p:nvSpPr>
        <p:spPr>
          <a:xfrm>
            <a:off x="6734481" y="1361343"/>
            <a:ext cx="301752" cy="301752"/>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6269 w 362309"/>
              <a:gd name="connsiteY6" fmla="*/ 194711 h 361971"/>
              <a:gd name="connsiteX7" fmla="*/ 279879 w 362309"/>
              <a:gd name="connsiteY7" fmla="*/ 201095 h 361971"/>
              <a:gd name="connsiteX8" fmla="*/ 273489 w 362309"/>
              <a:gd name="connsiteY8" fmla="*/ 194711 h 361971"/>
              <a:gd name="connsiteX9" fmla="*/ 273489 w 362309"/>
              <a:gd name="connsiteY9" fmla="*/ 185774 h 361971"/>
              <a:gd name="connsiteX10" fmla="*/ 248569 w 362309"/>
              <a:gd name="connsiteY10" fmla="*/ 185774 h 361971"/>
              <a:gd name="connsiteX11" fmla="*/ 248569 w 362309"/>
              <a:gd name="connsiteY11" fmla="*/ 194711 h 361971"/>
              <a:gd name="connsiteX12" fmla="*/ 242179 w 362309"/>
              <a:gd name="connsiteY12" fmla="*/ 201095 h 361971"/>
              <a:gd name="connsiteX13" fmla="*/ 235789 w 362309"/>
              <a:gd name="connsiteY13" fmla="*/ 194711 h 361971"/>
              <a:gd name="connsiteX14" fmla="*/ 235789 w 362309"/>
              <a:gd name="connsiteY14" fmla="*/ 185774 h 361971"/>
              <a:gd name="connsiteX15" fmla="*/ 214063 w 362309"/>
              <a:gd name="connsiteY15" fmla="*/ 185774 h 361971"/>
              <a:gd name="connsiteX16" fmla="*/ 214063 w 362309"/>
              <a:gd name="connsiteY16" fmla="*/ 187689 h 361971"/>
              <a:gd name="connsiteX17" fmla="*/ 233872 w 362309"/>
              <a:gd name="connsiteY17" fmla="*/ 282172 h 361971"/>
              <a:gd name="connsiteX18" fmla="*/ 249208 w 362309"/>
              <a:gd name="connsiteY18" fmla="*/ 282172 h 361971"/>
              <a:gd name="connsiteX19" fmla="*/ 255597 w 362309"/>
              <a:gd name="connsiteY19" fmla="*/ 288556 h 361971"/>
              <a:gd name="connsiteX20" fmla="*/ 249208 w 362309"/>
              <a:gd name="connsiteY20" fmla="*/ 294940 h 361971"/>
              <a:gd name="connsiteX21" fmla="*/ 112463 w 362309"/>
              <a:gd name="connsiteY21" fmla="*/ 294940 h 361971"/>
              <a:gd name="connsiteX22" fmla="*/ 106073 w 362309"/>
              <a:gd name="connsiteY22" fmla="*/ 288556 h 361971"/>
              <a:gd name="connsiteX23" fmla="*/ 112463 w 362309"/>
              <a:gd name="connsiteY23" fmla="*/ 282172 h 361971"/>
              <a:gd name="connsiteX24" fmla="*/ 127799 w 362309"/>
              <a:gd name="connsiteY24" fmla="*/ 282172 h 361971"/>
              <a:gd name="connsiteX25" fmla="*/ 148247 w 362309"/>
              <a:gd name="connsiteY25" fmla="*/ 185135 h 361971"/>
              <a:gd name="connsiteX26" fmla="*/ 127799 w 362309"/>
              <a:gd name="connsiteY26" fmla="*/ 185135 h 361971"/>
              <a:gd name="connsiteX27" fmla="*/ 127799 w 362309"/>
              <a:gd name="connsiteY27" fmla="*/ 194073 h 361971"/>
              <a:gd name="connsiteX28" fmla="*/ 121409 w 362309"/>
              <a:gd name="connsiteY28" fmla="*/ 200457 h 361971"/>
              <a:gd name="connsiteX29" fmla="*/ 115019 w 362309"/>
              <a:gd name="connsiteY29" fmla="*/ 194073 h 361971"/>
              <a:gd name="connsiteX30" fmla="*/ 115019 w 362309"/>
              <a:gd name="connsiteY30" fmla="*/ 185135 h 361971"/>
              <a:gd name="connsiteX31" fmla="*/ 88820 w 362309"/>
              <a:gd name="connsiteY31" fmla="*/ 185135 h 361971"/>
              <a:gd name="connsiteX32" fmla="*/ 88820 w 362309"/>
              <a:gd name="connsiteY32" fmla="*/ 194073 h 361971"/>
              <a:gd name="connsiteX33" fmla="*/ 82430 w 362309"/>
              <a:gd name="connsiteY33" fmla="*/ 200457 h 361971"/>
              <a:gd name="connsiteX34" fmla="*/ 76040 w 362309"/>
              <a:gd name="connsiteY34" fmla="*/ 194073 h 361971"/>
              <a:gd name="connsiteX35" fmla="*/ 76040 w 362309"/>
              <a:gd name="connsiteY35" fmla="*/ 178752 h 361971"/>
              <a:gd name="connsiteX36" fmla="*/ 76040 w 362309"/>
              <a:gd name="connsiteY36" fmla="*/ 178752 h 361971"/>
              <a:gd name="connsiteX37" fmla="*/ 76040 w 362309"/>
              <a:gd name="connsiteY37" fmla="*/ 178113 h 361971"/>
              <a:gd name="connsiteX38" fmla="*/ 76040 w 362309"/>
              <a:gd name="connsiteY38" fmla="*/ 177475 h 361971"/>
              <a:gd name="connsiteX39" fmla="*/ 76040 w 362309"/>
              <a:gd name="connsiteY39" fmla="*/ 175560 h 361971"/>
              <a:gd name="connsiteX40" fmla="*/ 76679 w 362309"/>
              <a:gd name="connsiteY40" fmla="*/ 174921 h 361971"/>
              <a:gd name="connsiteX41" fmla="*/ 77318 w 362309"/>
              <a:gd name="connsiteY41" fmla="*/ 173644 h 361971"/>
              <a:gd name="connsiteX42" fmla="*/ 77957 w 362309"/>
              <a:gd name="connsiteY42" fmla="*/ 173006 h 361971"/>
              <a:gd name="connsiteX43" fmla="*/ 78596 w 362309"/>
              <a:gd name="connsiteY43" fmla="*/ 172368 h 361971"/>
              <a:gd name="connsiteX44" fmla="*/ 157831 w 362309"/>
              <a:gd name="connsiteY44" fmla="*/ 133425 h 361971"/>
              <a:gd name="connsiteX45" fmla="*/ 159110 w 362309"/>
              <a:gd name="connsiteY45" fmla="*/ 127041 h 361971"/>
              <a:gd name="connsiteX46" fmla="*/ 113102 w 362309"/>
              <a:gd name="connsiteY46" fmla="*/ 127041 h 361971"/>
              <a:gd name="connsiteX47" fmla="*/ 113102 w 362309"/>
              <a:gd name="connsiteY47" fmla="*/ 132148 h 361971"/>
              <a:gd name="connsiteX48" fmla="*/ 106712 w 362309"/>
              <a:gd name="connsiteY48" fmla="*/ 138532 h 361971"/>
              <a:gd name="connsiteX49" fmla="*/ 100322 w 362309"/>
              <a:gd name="connsiteY49" fmla="*/ 132148 h 361971"/>
              <a:gd name="connsiteX50" fmla="*/ 100322 w 362309"/>
              <a:gd name="connsiteY50" fmla="*/ 120657 h 361971"/>
              <a:gd name="connsiteX51" fmla="*/ 100322 w 362309"/>
              <a:gd name="connsiteY51" fmla="*/ 120019 h 361971"/>
              <a:gd name="connsiteX52" fmla="*/ 100961 w 362309"/>
              <a:gd name="connsiteY52" fmla="*/ 118742 h 361971"/>
              <a:gd name="connsiteX53" fmla="*/ 101600 w 362309"/>
              <a:gd name="connsiteY53" fmla="*/ 118104 h 361971"/>
              <a:gd name="connsiteX54" fmla="*/ 102239 w 362309"/>
              <a:gd name="connsiteY54" fmla="*/ 116827 h 361971"/>
              <a:gd name="connsiteX55" fmla="*/ 103517 w 362309"/>
              <a:gd name="connsiteY55" fmla="*/ 116188 h 361971"/>
              <a:gd name="connsiteX56" fmla="*/ 104156 w 362309"/>
              <a:gd name="connsiteY56" fmla="*/ 115550 h 361971"/>
              <a:gd name="connsiteX57" fmla="*/ 168694 w 362309"/>
              <a:gd name="connsiteY57" fmla="*/ 84269 h 361971"/>
              <a:gd name="connsiteX58" fmla="*/ 174445 w 362309"/>
              <a:gd name="connsiteY58" fmla="*/ 57456 h 361971"/>
              <a:gd name="connsiteX59" fmla="*/ 179557 w 362309"/>
              <a:gd name="connsiteY59" fmla="*/ 51710 h 361971"/>
              <a:gd name="connsiteX60" fmla="*/ 184030 w 362309"/>
              <a:gd name="connsiteY60" fmla="*/ 52349 h 361971"/>
              <a:gd name="connsiteX61" fmla="*/ 187864 w 362309"/>
              <a:gd name="connsiteY61" fmla="*/ 58094 h 361971"/>
              <a:gd name="connsiteX62" fmla="*/ 193615 w 362309"/>
              <a:gd name="connsiteY62" fmla="*/ 84269 h 361971"/>
              <a:gd name="connsiteX63" fmla="*/ 257514 w 362309"/>
              <a:gd name="connsiteY63" fmla="*/ 115550 h 361971"/>
              <a:gd name="connsiteX64" fmla="*/ 257514 w 362309"/>
              <a:gd name="connsiteY64" fmla="*/ 115550 h 361971"/>
              <a:gd name="connsiteX65" fmla="*/ 258154 w 362309"/>
              <a:gd name="connsiteY65" fmla="*/ 115550 h 361971"/>
              <a:gd name="connsiteX66" fmla="*/ 258792 w 362309"/>
              <a:gd name="connsiteY66" fmla="*/ 116188 h 361971"/>
              <a:gd name="connsiteX67" fmla="*/ 260070 w 362309"/>
              <a:gd name="connsiteY67" fmla="*/ 117465 h 361971"/>
              <a:gd name="connsiteX68" fmla="*/ 260709 w 362309"/>
              <a:gd name="connsiteY68" fmla="*/ 118104 h 361971"/>
              <a:gd name="connsiteX69" fmla="*/ 261348 w 362309"/>
              <a:gd name="connsiteY69" fmla="*/ 119380 h 361971"/>
              <a:gd name="connsiteX70" fmla="*/ 261348 w 362309"/>
              <a:gd name="connsiteY70" fmla="*/ 120657 h 361971"/>
              <a:gd name="connsiteX71" fmla="*/ 261348 w 362309"/>
              <a:gd name="connsiteY71" fmla="*/ 121934 h 361971"/>
              <a:gd name="connsiteX72" fmla="*/ 261348 w 362309"/>
              <a:gd name="connsiteY72" fmla="*/ 133425 h 361971"/>
              <a:gd name="connsiteX73" fmla="*/ 254959 w 362309"/>
              <a:gd name="connsiteY73" fmla="*/ 139809 h 361971"/>
              <a:gd name="connsiteX74" fmla="*/ 248569 w 362309"/>
              <a:gd name="connsiteY74" fmla="*/ 133425 h 361971"/>
              <a:gd name="connsiteX75" fmla="*/ 248569 w 362309"/>
              <a:gd name="connsiteY75" fmla="*/ 128318 h 361971"/>
              <a:gd name="connsiteX76" fmla="*/ 202561 w 362309"/>
              <a:gd name="connsiteY76" fmla="*/ 128318 h 361971"/>
              <a:gd name="connsiteX77" fmla="*/ 203839 w 362309"/>
              <a:gd name="connsiteY77" fmla="*/ 134702 h 361971"/>
              <a:gd name="connsiteX78" fmla="*/ 283074 w 362309"/>
              <a:gd name="connsiteY78" fmla="*/ 173644 h 361971"/>
              <a:gd name="connsiteX79" fmla="*/ 283713 w 362309"/>
              <a:gd name="connsiteY79" fmla="*/ 174283 h 361971"/>
              <a:gd name="connsiteX80" fmla="*/ 284991 w 362309"/>
              <a:gd name="connsiteY80" fmla="*/ 174921 h 361971"/>
              <a:gd name="connsiteX81" fmla="*/ 285630 w 362309"/>
              <a:gd name="connsiteY81" fmla="*/ 175560 h 361971"/>
              <a:gd name="connsiteX82" fmla="*/ 286269 w 362309"/>
              <a:gd name="connsiteY82" fmla="*/ 176836 h 361971"/>
              <a:gd name="connsiteX83" fmla="*/ 286908 w 362309"/>
              <a:gd name="connsiteY83" fmla="*/ 179390 h 361971"/>
              <a:gd name="connsiteX84" fmla="*/ 286269 w 362309"/>
              <a:gd name="connsiteY84" fmla="*/ 1947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6269" y="194711"/>
                </a:moveTo>
                <a:cubicBezTo>
                  <a:pt x="286269" y="198542"/>
                  <a:pt x="283713" y="201095"/>
                  <a:pt x="279879" y="201095"/>
                </a:cubicBezTo>
                <a:cubicBezTo>
                  <a:pt x="276045" y="201095"/>
                  <a:pt x="273489" y="198542"/>
                  <a:pt x="273489" y="194711"/>
                </a:cubicBezTo>
                <a:lnTo>
                  <a:pt x="273489" y="185774"/>
                </a:lnTo>
                <a:lnTo>
                  <a:pt x="248569" y="185774"/>
                </a:lnTo>
                <a:lnTo>
                  <a:pt x="248569" y="194711"/>
                </a:lnTo>
                <a:cubicBezTo>
                  <a:pt x="248569" y="198542"/>
                  <a:pt x="246013" y="201095"/>
                  <a:pt x="242179" y="201095"/>
                </a:cubicBezTo>
                <a:cubicBezTo>
                  <a:pt x="238345" y="201095"/>
                  <a:pt x="235789" y="198542"/>
                  <a:pt x="235789" y="194711"/>
                </a:cubicBezTo>
                <a:lnTo>
                  <a:pt x="235789" y="185774"/>
                </a:lnTo>
                <a:lnTo>
                  <a:pt x="214063" y="185774"/>
                </a:lnTo>
                <a:cubicBezTo>
                  <a:pt x="214063" y="186412"/>
                  <a:pt x="214063" y="187051"/>
                  <a:pt x="214063" y="187689"/>
                </a:cubicBezTo>
                <a:lnTo>
                  <a:pt x="233872" y="282172"/>
                </a:lnTo>
                <a:lnTo>
                  <a:pt x="249208" y="282172"/>
                </a:lnTo>
                <a:cubicBezTo>
                  <a:pt x="253042" y="282172"/>
                  <a:pt x="255597" y="284726"/>
                  <a:pt x="255597" y="288556"/>
                </a:cubicBezTo>
                <a:cubicBezTo>
                  <a:pt x="255597" y="292386"/>
                  <a:pt x="253042" y="294940"/>
                  <a:pt x="249208" y="294940"/>
                </a:cubicBezTo>
                <a:lnTo>
                  <a:pt x="112463" y="294940"/>
                </a:lnTo>
                <a:cubicBezTo>
                  <a:pt x="108629" y="294940"/>
                  <a:pt x="106073" y="292386"/>
                  <a:pt x="106073" y="288556"/>
                </a:cubicBezTo>
                <a:cubicBezTo>
                  <a:pt x="106073" y="284726"/>
                  <a:pt x="108629" y="282172"/>
                  <a:pt x="112463" y="282172"/>
                </a:cubicBezTo>
                <a:lnTo>
                  <a:pt x="127799" y="282172"/>
                </a:lnTo>
                <a:lnTo>
                  <a:pt x="148247" y="185135"/>
                </a:lnTo>
                <a:lnTo>
                  <a:pt x="127799" y="185135"/>
                </a:lnTo>
                <a:lnTo>
                  <a:pt x="127799" y="194073"/>
                </a:lnTo>
                <a:cubicBezTo>
                  <a:pt x="127799" y="197903"/>
                  <a:pt x="125243" y="200457"/>
                  <a:pt x="121409" y="200457"/>
                </a:cubicBezTo>
                <a:cubicBezTo>
                  <a:pt x="117575" y="200457"/>
                  <a:pt x="115019" y="197903"/>
                  <a:pt x="115019" y="194073"/>
                </a:cubicBezTo>
                <a:lnTo>
                  <a:pt x="115019" y="185135"/>
                </a:lnTo>
                <a:lnTo>
                  <a:pt x="88820" y="185135"/>
                </a:lnTo>
                <a:lnTo>
                  <a:pt x="88820" y="194073"/>
                </a:lnTo>
                <a:cubicBezTo>
                  <a:pt x="88820" y="197903"/>
                  <a:pt x="86264" y="200457"/>
                  <a:pt x="82430" y="200457"/>
                </a:cubicBezTo>
                <a:cubicBezTo>
                  <a:pt x="78596" y="200457"/>
                  <a:pt x="76040" y="197903"/>
                  <a:pt x="76040" y="194073"/>
                </a:cubicBezTo>
                <a:lnTo>
                  <a:pt x="76040" y="178752"/>
                </a:lnTo>
                <a:lnTo>
                  <a:pt x="76040" y="178752"/>
                </a:lnTo>
                <a:lnTo>
                  <a:pt x="76040" y="178113"/>
                </a:lnTo>
                <a:cubicBezTo>
                  <a:pt x="76040" y="178113"/>
                  <a:pt x="76040" y="177475"/>
                  <a:pt x="76040" y="177475"/>
                </a:cubicBezTo>
                <a:cubicBezTo>
                  <a:pt x="76040" y="176836"/>
                  <a:pt x="76040" y="176198"/>
                  <a:pt x="76040" y="175560"/>
                </a:cubicBezTo>
                <a:cubicBezTo>
                  <a:pt x="76040" y="175560"/>
                  <a:pt x="76040" y="174921"/>
                  <a:pt x="76679" y="174921"/>
                </a:cubicBezTo>
                <a:cubicBezTo>
                  <a:pt x="76679" y="174283"/>
                  <a:pt x="77318" y="174283"/>
                  <a:pt x="77318" y="173644"/>
                </a:cubicBezTo>
                <a:lnTo>
                  <a:pt x="77957" y="173006"/>
                </a:lnTo>
                <a:cubicBezTo>
                  <a:pt x="77957" y="173006"/>
                  <a:pt x="78596" y="172368"/>
                  <a:pt x="78596" y="172368"/>
                </a:cubicBezTo>
                <a:lnTo>
                  <a:pt x="157831" y="133425"/>
                </a:lnTo>
                <a:lnTo>
                  <a:pt x="159110" y="127041"/>
                </a:lnTo>
                <a:lnTo>
                  <a:pt x="113102" y="127041"/>
                </a:lnTo>
                <a:lnTo>
                  <a:pt x="113102" y="132148"/>
                </a:lnTo>
                <a:cubicBezTo>
                  <a:pt x="113102" y="135979"/>
                  <a:pt x="110546" y="138532"/>
                  <a:pt x="106712" y="138532"/>
                </a:cubicBezTo>
                <a:cubicBezTo>
                  <a:pt x="102878" y="138532"/>
                  <a:pt x="100322" y="135979"/>
                  <a:pt x="100322" y="132148"/>
                </a:cubicBezTo>
                <a:lnTo>
                  <a:pt x="100322" y="120657"/>
                </a:lnTo>
                <a:cubicBezTo>
                  <a:pt x="100322" y="120657"/>
                  <a:pt x="100322" y="120019"/>
                  <a:pt x="100322" y="120019"/>
                </a:cubicBezTo>
                <a:cubicBezTo>
                  <a:pt x="100322" y="119380"/>
                  <a:pt x="100322" y="118742"/>
                  <a:pt x="100961" y="118742"/>
                </a:cubicBezTo>
                <a:cubicBezTo>
                  <a:pt x="100961" y="118104"/>
                  <a:pt x="100961" y="118104"/>
                  <a:pt x="101600" y="118104"/>
                </a:cubicBezTo>
                <a:cubicBezTo>
                  <a:pt x="101600" y="117465"/>
                  <a:pt x="102239" y="117465"/>
                  <a:pt x="102239" y="116827"/>
                </a:cubicBezTo>
                <a:cubicBezTo>
                  <a:pt x="102878" y="116188"/>
                  <a:pt x="102878" y="116188"/>
                  <a:pt x="103517" y="116188"/>
                </a:cubicBezTo>
                <a:lnTo>
                  <a:pt x="104156" y="115550"/>
                </a:lnTo>
                <a:lnTo>
                  <a:pt x="168694" y="84269"/>
                </a:lnTo>
                <a:lnTo>
                  <a:pt x="174445" y="57456"/>
                </a:lnTo>
                <a:cubicBezTo>
                  <a:pt x="174445" y="54902"/>
                  <a:pt x="176362" y="52349"/>
                  <a:pt x="179557" y="51710"/>
                </a:cubicBezTo>
                <a:cubicBezTo>
                  <a:pt x="180835" y="51072"/>
                  <a:pt x="182752" y="51710"/>
                  <a:pt x="184030" y="52349"/>
                </a:cubicBezTo>
                <a:cubicBezTo>
                  <a:pt x="185947" y="53626"/>
                  <a:pt x="187864" y="55541"/>
                  <a:pt x="187864" y="58094"/>
                </a:cubicBezTo>
                <a:lnTo>
                  <a:pt x="193615" y="84269"/>
                </a:lnTo>
                <a:lnTo>
                  <a:pt x="257514" y="115550"/>
                </a:lnTo>
                <a:lnTo>
                  <a:pt x="257514" y="115550"/>
                </a:lnTo>
                <a:lnTo>
                  <a:pt x="258154" y="115550"/>
                </a:lnTo>
                <a:cubicBezTo>
                  <a:pt x="258154" y="115550"/>
                  <a:pt x="258154" y="115550"/>
                  <a:pt x="258792" y="116188"/>
                </a:cubicBezTo>
                <a:cubicBezTo>
                  <a:pt x="259431" y="116188"/>
                  <a:pt x="259431" y="116827"/>
                  <a:pt x="260070" y="117465"/>
                </a:cubicBezTo>
                <a:cubicBezTo>
                  <a:pt x="260070" y="117465"/>
                  <a:pt x="260709" y="118104"/>
                  <a:pt x="260709" y="118104"/>
                </a:cubicBezTo>
                <a:cubicBezTo>
                  <a:pt x="260709" y="118742"/>
                  <a:pt x="261348" y="118742"/>
                  <a:pt x="261348" y="119380"/>
                </a:cubicBezTo>
                <a:cubicBezTo>
                  <a:pt x="261348" y="120019"/>
                  <a:pt x="261348" y="120019"/>
                  <a:pt x="261348" y="120657"/>
                </a:cubicBezTo>
                <a:cubicBezTo>
                  <a:pt x="261348" y="121296"/>
                  <a:pt x="261348" y="121296"/>
                  <a:pt x="261348" y="121934"/>
                </a:cubicBezTo>
                <a:lnTo>
                  <a:pt x="261348" y="133425"/>
                </a:lnTo>
                <a:cubicBezTo>
                  <a:pt x="261348" y="137256"/>
                  <a:pt x="258792" y="139809"/>
                  <a:pt x="254959" y="139809"/>
                </a:cubicBezTo>
                <a:cubicBezTo>
                  <a:pt x="251125" y="139809"/>
                  <a:pt x="248569" y="137256"/>
                  <a:pt x="248569" y="133425"/>
                </a:cubicBezTo>
                <a:lnTo>
                  <a:pt x="248569" y="128318"/>
                </a:lnTo>
                <a:lnTo>
                  <a:pt x="202561" y="128318"/>
                </a:lnTo>
                <a:lnTo>
                  <a:pt x="203839" y="134702"/>
                </a:lnTo>
                <a:lnTo>
                  <a:pt x="283074" y="173644"/>
                </a:lnTo>
                <a:cubicBezTo>
                  <a:pt x="283074" y="173644"/>
                  <a:pt x="283713" y="174283"/>
                  <a:pt x="283713" y="174283"/>
                </a:cubicBezTo>
                <a:cubicBezTo>
                  <a:pt x="284352" y="174283"/>
                  <a:pt x="284352" y="174921"/>
                  <a:pt x="284991" y="174921"/>
                </a:cubicBezTo>
                <a:cubicBezTo>
                  <a:pt x="284991" y="174921"/>
                  <a:pt x="285630" y="175560"/>
                  <a:pt x="285630" y="175560"/>
                </a:cubicBezTo>
                <a:cubicBezTo>
                  <a:pt x="285630" y="176198"/>
                  <a:pt x="286269" y="176198"/>
                  <a:pt x="286269" y="176836"/>
                </a:cubicBezTo>
                <a:cubicBezTo>
                  <a:pt x="286269" y="177475"/>
                  <a:pt x="286269" y="178113"/>
                  <a:pt x="286908" y="179390"/>
                </a:cubicBezTo>
                <a:lnTo>
                  <a:pt x="286269" y="194711"/>
                </a:lnTo>
                <a:close/>
              </a:path>
            </a:pathLst>
          </a:custGeom>
          <a:solidFill>
            <a:schemeClr val="accent3"/>
          </a:solidFill>
          <a:ln w="6390" cap="flat">
            <a:noFill/>
            <a:prstDash val="solid"/>
            <a:miter/>
          </a:ln>
        </p:spPr>
        <p:txBody>
          <a:bodyPr rtlCol="0" anchor="ctr"/>
          <a:lstStyle/>
          <a:p>
            <a:endParaRPr lang="en-US"/>
          </a:p>
        </p:txBody>
      </p:sp>
      <p:cxnSp>
        <p:nvCxnSpPr>
          <p:cNvPr id="40" name="Straight Arrow Connector 39">
            <a:extLst>
              <a:ext uri="{FF2B5EF4-FFF2-40B4-BE49-F238E27FC236}">
                <a16:creationId xmlns:a16="http://schemas.microsoft.com/office/drawing/2014/main" id="{8146F425-6EB4-C4F1-FA82-94DFBCFBB7B1}"/>
              </a:ext>
            </a:extLst>
          </p:cNvPr>
          <p:cNvCxnSpPr>
            <a:cxnSpLocks/>
          </p:cNvCxnSpPr>
          <p:nvPr/>
        </p:nvCxnSpPr>
        <p:spPr>
          <a:xfrm flipV="1">
            <a:off x="1426029" y="2912687"/>
            <a:ext cx="348634" cy="27550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DE8ABA5-E3C0-11F7-9C24-37E96A26AB83}"/>
              </a:ext>
            </a:extLst>
          </p:cNvPr>
          <p:cNvSpPr txBox="1"/>
          <p:nvPr/>
        </p:nvSpPr>
        <p:spPr>
          <a:xfrm rot="19339661">
            <a:off x="1399913" y="2884210"/>
            <a:ext cx="272510" cy="184666"/>
          </a:xfrm>
          <a:prstGeom prst="rect">
            <a:avLst/>
          </a:prstGeom>
          <a:noFill/>
        </p:spPr>
        <p:txBody>
          <a:bodyPr wrap="none" lIns="0" tIns="0" rIns="0" bIns="0" rtlCol="0">
            <a:spAutoFit/>
          </a:bodyPr>
          <a:lstStyle/>
          <a:p>
            <a:pPr>
              <a:spcBef>
                <a:spcPts val="600"/>
              </a:spcBef>
              <a:buSzPct val="100000"/>
            </a:pPr>
            <a:r>
              <a:rPr lang="en-IN" sz="1200" b="1">
                <a:solidFill>
                  <a:schemeClr val="accent6"/>
                </a:solidFill>
                <a:latin typeface="Arial" panose="020B0604020202020204" pitchFamily="34" charset="0"/>
                <a:cs typeface="Arial" panose="020B0604020202020204" pitchFamily="34" charset="0"/>
              </a:rPr>
              <a:t>19</a:t>
            </a:r>
            <a:r>
              <a:rPr lang="en-IN" sz="900" b="1">
                <a:solidFill>
                  <a:schemeClr val="accent6"/>
                </a:solidFill>
                <a:latin typeface="Arial" panose="020B0604020202020204" pitchFamily="34" charset="0"/>
                <a:cs typeface="Arial" panose="020B0604020202020204" pitchFamily="34" charset="0"/>
              </a:rPr>
              <a:t>%</a:t>
            </a:r>
          </a:p>
        </p:txBody>
      </p:sp>
      <p:cxnSp>
        <p:nvCxnSpPr>
          <p:cNvPr id="46" name="Straight Arrow Connector 45">
            <a:extLst>
              <a:ext uri="{FF2B5EF4-FFF2-40B4-BE49-F238E27FC236}">
                <a16:creationId xmlns:a16="http://schemas.microsoft.com/office/drawing/2014/main" id="{81AD53E3-C0B2-338C-F041-268F87F815AB}"/>
              </a:ext>
            </a:extLst>
          </p:cNvPr>
          <p:cNvCxnSpPr>
            <a:cxnSpLocks/>
          </p:cNvCxnSpPr>
          <p:nvPr/>
        </p:nvCxnSpPr>
        <p:spPr>
          <a:xfrm flipV="1">
            <a:off x="3946029" y="2526540"/>
            <a:ext cx="366634" cy="14952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37DFC7D-C9CA-3C3C-9979-A3C56C70C47E}"/>
              </a:ext>
            </a:extLst>
          </p:cNvPr>
          <p:cNvSpPr txBox="1"/>
          <p:nvPr/>
        </p:nvSpPr>
        <p:spPr>
          <a:xfrm rot="20234983">
            <a:off x="4001702" y="2403821"/>
            <a:ext cx="187552" cy="184666"/>
          </a:xfrm>
          <a:prstGeom prst="rect">
            <a:avLst/>
          </a:prstGeom>
          <a:noFill/>
        </p:spPr>
        <p:txBody>
          <a:bodyPr wrap="none" lIns="0" tIns="0" rIns="0" bIns="0" rtlCol="0">
            <a:spAutoFit/>
          </a:bodyPr>
          <a:lstStyle/>
          <a:p>
            <a:pPr>
              <a:spcBef>
                <a:spcPts val="600"/>
              </a:spcBef>
              <a:buSzPct val="100000"/>
            </a:pPr>
            <a:r>
              <a:rPr lang="en-IN" sz="1200" b="1">
                <a:solidFill>
                  <a:schemeClr val="accent6"/>
                </a:solidFill>
                <a:latin typeface="Arial" panose="020B0604020202020204" pitchFamily="34" charset="0"/>
                <a:cs typeface="Arial" panose="020B0604020202020204" pitchFamily="34" charset="0"/>
              </a:rPr>
              <a:t>9</a:t>
            </a:r>
            <a:r>
              <a:rPr lang="en-IN" sz="900" b="1">
                <a:solidFill>
                  <a:schemeClr val="accent6"/>
                </a:solidFill>
                <a:latin typeface="Arial" panose="020B0604020202020204" pitchFamily="34" charset="0"/>
                <a:cs typeface="Arial" panose="020B0604020202020204" pitchFamily="34" charset="0"/>
              </a:rPr>
              <a:t>%</a:t>
            </a:r>
          </a:p>
        </p:txBody>
      </p:sp>
      <p:cxnSp>
        <p:nvCxnSpPr>
          <p:cNvPr id="50" name="Straight Arrow Connector 49">
            <a:extLst>
              <a:ext uri="{FF2B5EF4-FFF2-40B4-BE49-F238E27FC236}">
                <a16:creationId xmlns:a16="http://schemas.microsoft.com/office/drawing/2014/main" id="{D474428B-B9DE-7527-4970-9C97FBE1B51A}"/>
              </a:ext>
            </a:extLst>
          </p:cNvPr>
          <p:cNvCxnSpPr>
            <a:cxnSpLocks/>
          </p:cNvCxnSpPr>
          <p:nvPr/>
        </p:nvCxnSpPr>
        <p:spPr>
          <a:xfrm flipV="1">
            <a:off x="1371891" y="4751377"/>
            <a:ext cx="384772" cy="33776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FF81C3D-87E6-461C-39A1-5DFB44C66653}"/>
              </a:ext>
            </a:extLst>
          </p:cNvPr>
          <p:cNvSpPr txBox="1"/>
          <p:nvPr/>
        </p:nvSpPr>
        <p:spPr>
          <a:xfrm rot="19066182">
            <a:off x="1357745" y="4726420"/>
            <a:ext cx="272510" cy="184666"/>
          </a:xfrm>
          <a:prstGeom prst="rect">
            <a:avLst/>
          </a:prstGeom>
          <a:noFill/>
        </p:spPr>
        <p:txBody>
          <a:bodyPr wrap="none" lIns="0" tIns="0" rIns="0" bIns="0" rtlCol="0">
            <a:spAutoFit/>
          </a:bodyPr>
          <a:lstStyle/>
          <a:p>
            <a:pPr>
              <a:spcBef>
                <a:spcPts val="600"/>
              </a:spcBef>
              <a:buSzPct val="100000"/>
            </a:pPr>
            <a:r>
              <a:rPr lang="en-IN" sz="1200" b="1">
                <a:solidFill>
                  <a:schemeClr val="accent6"/>
                </a:solidFill>
                <a:latin typeface="Arial" panose="020B0604020202020204" pitchFamily="34" charset="0"/>
                <a:cs typeface="Arial" panose="020B0604020202020204" pitchFamily="34" charset="0"/>
              </a:rPr>
              <a:t>20</a:t>
            </a:r>
            <a:r>
              <a:rPr lang="en-IN" sz="900" b="1">
                <a:solidFill>
                  <a:schemeClr val="accent6"/>
                </a:solidFill>
                <a:latin typeface="Arial" panose="020B0604020202020204" pitchFamily="34" charset="0"/>
                <a:cs typeface="Arial" panose="020B0604020202020204" pitchFamily="34" charset="0"/>
              </a:rPr>
              <a:t>%</a:t>
            </a:r>
          </a:p>
        </p:txBody>
      </p:sp>
      <p:cxnSp>
        <p:nvCxnSpPr>
          <p:cNvPr id="54" name="Straight Arrow Connector 53">
            <a:extLst>
              <a:ext uri="{FF2B5EF4-FFF2-40B4-BE49-F238E27FC236}">
                <a16:creationId xmlns:a16="http://schemas.microsoft.com/office/drawing/2014/main" id="{BA21CE2E-B556-B0C6-2868-C4118811E83E}"/>
              </a:ext>
            </a:extLst>
          </p:cNvPr>
          <p:cNvCxnSpPr>
            <a:cxnSpLocks/>
          </p:cNvCxnSpPr>
          <p:nvPr/>
        </p:nvCxnSpPr>
        <p:spPr>
          <a:xfrm>
            <a:off x="4368880" y="4751377"/>
            <a:ext cx="244926" cy="33776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31D3D1F3-0CA1-A3A4-0194-64E77E3F56D0}"/>
              </a:ext>
            </a:extLst>
          </p:cNvPr>
          <p:cNvSpPr txBox="1"/>
          <p:nvPr/>
        </p:nvSpPr>
        <p:spPr>
          <a:xfrm rot="3004685">
            <a:off x="4469819" y="4755195"/>
            <a:ext cx="187552" cy="184666"/>
          </a:xfrm>
          <a:prstGeom prst="rect">
            <a:avLst/>
          </a:prstGeom>
          <a:noFill/>
        </p:spPr>
        <p:txBody>
          <a:bodyPr wrap="square" lIns="0" tIns="0" rIns="0" bIns="0" rtlCol="0">
            <a:spAutoFit/>
          </a:bodyPr>
          <a:lstStyle/>
          <a:p>
            <a:pPr>
              <a:spcBef>
                <a:spcPts val="600"/>
              </a:spcBef>
              <a:buSzPct val="100000"/>
            </a:pPr>
            <a:r>
              <a:rPr lang="en-IN" sz="1200" b="1">
                <a:solidFill>
                  <a:srgbClr val="DA291C"/>
                </a:solidFill>
                <a:latin typeface="Arial" panose="020B0604020202020204" pitchFamily="34" charset="0"/>
                <a:cs typeface="Arial" panose="020B0604020202020204" pitchFamily="34" charset="0"/>
              </a:rPr>
              <a:t>1</a:t>
            </a:r>
            <a:r>
              <a:rPr lang="en-IN" sz="900" b="1">
                <a:solidFill>
                  <a:srgbClr val="DA291C"/>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891184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Digitalization initiatives in utilities has been identified as a priority area by the SASEC Energy Working Group</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Project Context and Background …2/2</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69" name="Rectangle 468">
            <a:extLst>
              <a:ext uri="{FF2B5EF4-FFF2-40B4-BE49-F238E27FC236}">
                <a16:creationId xmlns:a16="http://schemas.microsoft.com/office/drawing/2014/main" id="{B005B4FB-5D57-B43B-3D2E-1334558C3CEC}"/>
              </a:ext>
            </a:extLst>
          </p:cNvPr>
          <p:cNvSpPr/>
          <p:nvPr/>
        </p:nvSpPr>
        <p:spPr bwMode="gray">
          <a:xfrm>
            <a:off x="501649" y="1637454"/>
            <a:ext cx="2879504" cy="300635"/>
          </a:xfrm>
          <a:prstGeom prst="rect">
            <a:avLst/>
          </a:prstGeom>
          <a:solidFill>
            <a:schemeClr val="accent3"/>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200">
                <a:solidFill>
                  <a:schemeClr val="bg1"/>
                </a:solidFill>
              </a:rPr>
              <a:t> </a:t>
            </a:r>
            <a:r>
              <a:rPr lang="en-US" sz="1400">
                <a:solidFill>
                  <a:schemeClr val="bg1"/>
                </a:solidFill>
                <a:latin typeface="Arial" panose="020B0604020202020204" pitchFamily="34" charset="0"/>
                <a:cs typeface="Arial" panose="020B0604020202020204" pitchFamily="34" charset="0"/>
              </a:rPr>
              <a:t>Key Objectives of the Assignment</a:t>
            </a:r>
            <a:endParaRPr lang="en-US" sz="1200" b="1">
              <a:solidFill>
                <a:schemeClr val="bg1"/>
              </a:solidFill>
              <a:latin typeface="Arial" panose="020B0604020202020204" pitchFamily="34" charset="0"/>
              <a:cs typeface="Arial" panose="020B0604020202020204" pitchFamily="34" charset="0"/>
            </a:endParaRPr>
          </a:p>
        </p:txBody>
      </p:sp>
      <p:cxnSp>
        <p:nvCxnSpPr>
          <p:cNvPr id="470" name="Straight Connector 469">
            <a:extLst>
              <a:ext uri="{FF2B5EF4-FFF2-40B4-BE49-F238E27FC236}">
                <a16:creationId xmlns:a16="http://schemas.microsoft.com/office/drawing/2014/main" id="{45AC42CC-CAF8-B1FF-1758-48CA7D6150BC}"/>
              </a:ext>
            </a:extLst>
          </p:cNvPr>
          <p:cNvCxnSpPr>
            <a:cxnSpLocks/>
          </p:cNvCxnSpPr>
          <p:nvPr/>
        </p:nvCxnSpPr>
        <p:spPr>
          <a:xfrm>
            <a:off x="510039" y="1921278"/>
            <a:ext cx="11155680" cy="0"/>
          </a:xfrm>
          <a:prstGeom prst="line">
            <a:avLst/>
          </a:prstGeom>
          <a:ln w="12700">
            <a:solidFill>
              <a:srgbClr val="26890D"/>
            </a:solidFill>
          </a:ln>
        </p:spPr>
        <p:style>
          <a:lnRef idx="1">
            <a:schemeClr val="accent1"/>
          </a:lnRef>
          <a:fillRef idx="0">
            <a:schemeClr val="accent1"/>
          </a:fillRef>
          <a:effectRef idx="0">
            <a:schemeClr val="accent1"/>
          </a:effectRef>
          <a:fontRef idx="minor">
            <a:schemeClr val="tx1"/>
          </a:fontRef>
        </p:style>
      </p:cxnSp>
      <p:sp>
        <p:nvSpPr>
          <p:cNvPr id="471" name="Rectangle 470">
            <a:extLst>
              <a:ext uri="{FF2B5EF4-FFF2-40B4-BE49-F238E27FC236}">
                <a16:creationId xmlns:a16="http://schemas.microsoft.com/office/drawing/2014/main" id="{4100A290-99E7-E575-8240-BB7440C5AF7A}"/>
              </a:ext>
            </a:extLst>
          </p:cNvPr>
          <p:cNvSpPr/>
          <p:nvPr/>
        </p:nvSpPr>
        <p:spPr bwMode="gray">
          <a:xfrm>
            <a:off x="501651" y="2016740"/>
            <a:ext cx="1337309" cy="360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ACTIVITY 1</a:t>
            </a:r>
          </a:p>
        </p:txBody>
      </p:sp>
      <p:sp>
        <p:nvSpPr>
          <p:cNvPr id="472" name="Rectangle 471">
            <a:extLst>
              <a:ext uri="{FF2B5EF4-FFF2-40B4-BE49-F238E27FC236}">
                <a16:creationId xmlns:a16="http://schemas.microsoft.com/office/drawing/2014/main" id="{60AE1551-CE25-7CEB-F81A-AE4E8DDDC6B1}"/>
              </a:ext>
            </a:extLst>
          </p:cNvPr>
          <p:cNvSpPr/>
          <p:nvPr/>
        </p:nvSpPr>
        <p:spPr bwMode="gray">
          <a:xfrm>
            <a:off x="1940559" y="2016740"/>
            <a:ext cx="7560000" cy="360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latin typeface="Arial" panose="020B0604020202020204" pitchFamily="34" charset="0"/>
                <a:cs typeface="Arial" panose="020B0604020202020204" pitchFamily="34" charset="0"/>
              </a:rPr>
              <a:t>Assess current practices, digital maturity, and ongoing/planned initiatives</a:t>
            </a:r>
          </a:p>
        </p:txBody>
      </p:sp>
      <p:sp>
        <p:nvSpPr>
          <p:cNvPr id="473" name="Rectangle 472">
            <a:extLst>
              <a:ext uri="{FF2B5EF4-FFF2-40B4-BE49-F238E27FC236}">
                <a16:creationId xmlns:a16="http://schemas.microsoft.com/office/drawing/2014/main" id="{3F69A771-6365-FDBE-402D-89BD38C1CA7F}"/>
              </a:ext>
            </a:extLst>
          </p:cNvPr>
          <p:cNvSpPr/>
          <p:nvPr/>
        </p:nvSpPr>
        <p:spPr bwMode="gray">
          <a:xfrm>
            <a:off x="510040" y="2543044"/>
            <a:ext cx="1337309" cy="360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ACTIVITY 2</a:t>
            </a:r>
          </a:p>
        </p:txBody>
      </p:sp>
      <p:sp>
        <p:nvSpPr>
          <p:cNvPr id="474" name="Rectangle 473">
            <a:extLst>
              <a:ext uri="{FF2B5EF4-FFF2-40B4-BE49-F238E27FC236}">
                <a16:creationId xmlns:a16="http://schemas.microsoft.com/office/drawing/2014/main" id="{D81573AF-A0A7-9733-CA83-2477485F30CC}"/>
              </a:ext>
            </a:extLst>
          </p:cNvPr>
          <p:cNvSpPr/>
          <p:nvPr/>
        </p:nvSpPr>
        <p:spPr bwMode="gray">
          <a:xfrm>
            <a:off x="1937352" y="2547223"/>
            <a:ext cx="7560000" cy="360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latin typeface="Arial" panose="020B0604020202020204" pitchFamily="34" charset="0"/>
                <a:cs typeface="Arial" panose="020B0604020202020204" pitchFamily="34" charset="0"/>
              </a:rPr>
              <a:t>Define short, medium, and long-term performance objectives</a:t>
            </a:r>
          </a:p>
        </p:txBody>
      </p:sp>
      <p:grpSp>
        <p:nvGrpSpPr>
          <p:cNvPr id="480" name="Group 479">
            <a:extLst>
              <a:ext uri="{FF2B5EF4-FFF2-40B4-BE49-F238E27FC236}">
                <a16:creationId xmlns:a16="http://schemas.microsoft.com/office/drawing/2014/main" id="{22919CAF-693E-7773-FE79-B1CE8637E2B9}"/>
              </a:ext>
            </a:extLst>
          </p:cNvPr>
          <p:cNvGrpSpPr/>
          <p:nvPr/>
        </p:nvGrpSpPr>
        <p:grpSpPr>
          <a:xfrm>
            <a:off x="630343" y="4266603"/>
            <a:ext cx="10931314" cy="2324661"/>
            <a:chOff x="648796" y="4406988"/>
            <a:chExt cx="10931314" cy="2324661"/>
          </a:xfrm>
        </p:grpSpPr>
        <p:sp>
          <p:nvSpPr>
            <p:cNvPr id="3" name="Rectangle: Rounded Corners 2">
              <a:extLst>
                <a:ext uri="{FF2B5EF4-FFF2-40B4-BE49-F238E27FC236}">
                  <a16:creationId xmlns:a16="http://schemas.microsoft.com/office/drawing/2014/main" id="{D57A1876-75C0-65D9-8F98-AC8A8477A879}"/>
                </a:ext>
              </a:extLst>
            </p:cNvPr>
            <p:cNvSpPr/>
            <p:nvPr/>
          </p:nvSpPr>
          <p:spPr bwMode="gray">
            <a:xfrm>
              <a:off x="648796" y="4555071"/>
              <a:ext cx="10931314" cy="2043229"/>
            </a:xfrm>
            <a:prstGeom prst="roundRect">
              <a:avLst>
                <a:gd name="adj" fmla="val 4806"/>
              </a:avLst>
            </a:prstGeom>
            <a:no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12E61D83-B61C-530C-61B7-94F677C78664}"/>
                </a:ext>
              </a:extLst>
            </p:cNvPr>
            <p:cNvSpPr/>
            <p:nvPr/>
          </p:nvSpPr>
          <p:spPr bwMode="gray">
            <a:xfrm>
              <a:off x="998375" y="4406988"/>
              <a:ext cx="7334738" cy="306708"/>
            </a:xfrm>
            <a:prstGeom prst="rect">
              <a:avLst/>
            </a:prstGeom>
            <a:solidFill>
              <a:srgbClr val="26890D"/>
            </a:solidFill>
            <a:ln w="57150" algn="ctr">
              <a:solidFill>
                <a:sysClr val="window" lastClr="FFFFFF"/>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Increasing focus towards technological improvements and modernization of utilities</a:t>
              </a:r>
            </a:p>
          </p:txBody>
        </p:sp>
        <p:sp>
          <p:nvSpPr>
            <p:cNvPr id="5" name="Rectangle 4">
              <a:extLst>
                <a:ext uri="{FF2B5EF4-FFF2-40B4-BE49-F238E27FC236}">
                  <a16:creationId xmlns:a16="http://schemas.microsoft.com/office/drawing/2014/main" id="{393C50EB-DA5E-947B-2B84-CA0F40BE4E69}"/>
                </a:ext>
              </a:extLst>
            </p:cNvPr>
            <p:cNvSpPr/>
            <p:nvPr/>
          </p:nvSpPr>
          <p:spPr bwMode="gray">
            <a:xfrm>
              <a:off x="806516" y="4785405"/>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5289BA4-AAF5-3B68-AFAD-89652D10A5B1}"/>
                </a:ext>
              </a:extLst>
            </p:cNvPr>
            <p:cNvSpPr txBox="1"/>
            <p:nvPr/>
          </p:nvSpPr>
          <p:spPr>
            <a:xfrm>
              <a:off x="895550" y="4829520"/>
              <a:ext cx="1904358" cy="430887"/>
            </a:xfrm>
            <a:prstGeom prst="rect">
              <a:avLst/>
            </a:prstGeom>
            <a:noFill/>
            <a:ln>
              <a:noFill/>
            </a:ln>
          </p:spPr>
          <p:txBody>
            <a:bodyPr wrap="square" lIns="0" tIns="0" rIns="0" bIns="0" rtlCol="0">
              <a:spAutoFit/>
            </a:bodyPr>
            <a:lstStyle/>
            <a:p>
              <a:pPr algn="ctr" defTabSz="885893">
                <a:spcBef>
                  <a:spcPts val="600"/>
                </a:spcBef>
                <a:buSzPct val="100000"/>
                <a:defRPr/>
              </a:pPr>
              <a:r>
                <a:rPr lang="en-US" sz="1400" b="1" kern="0">
                  <a:solidFill>
                    <a:prstClr val="black"/>
                  </a:solidFill>
                  <a:latin typeface="Arial" panose="020B0604020202020204" pitchFamily="34" charset="0"/>
                  <a:cs typeface="Arial" panose="020B0604020202020204" pitchFamily="34" charset="0"/>
                </a:rPr>
                <a:t>24x7 power supply, reliable grid</a:t>
              </a:r>
              <a:endParaRPr lang="en-IN" sz="1400" b="1" kern="0">
                <a:solidFill>
                  <a:prstClr val="black"/>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89D1962-C48B-3B1B-A494-7CD7D6A540E7}"/>
                </a:ext>
              </a:extLst>
            </p:cNvPr>
            <p:cNvSpPr txBox="1"/>
            <p:nvPr/>
          </p:nvSpPr>
          <p:spPr>
            <a:xfrm>
              <a:off x="1602952" y="5329746"/>
              <a:ext cx="1153648" cy="677108"/>
            </a:xfrm>
            <a:prstGeom prst="rect">
              <a:avLst/>
            </a:prstGeom>
            <a:noFill/>
            <a:ln>
              <a:noFill/>
            </a:ln>
          </p:spPr>
          <p:txBody>
            <a:bodyPr wrap="square" lIns="0" tIns="0" rIns="0" bIns="0" rtlCol="0">
              <a:spAutoFit/>
            </a:bodyPr>
            <a:lstStyle/>
            <a:p>
              <a:pPr algn="just" defTabSz="885893">
                <a:spcBef>
                  <a:spcPts val="600"/>
                </a:spcBef>
                <a:buSzPct val="100000"/>
                <a:defRPr/>
              </a:pPr>
              <a:r>
                <a:rPr lang="en-US" sz="1100" b="1" kern="0">
                  <a:solidFill>
                    <a:srgbClr val="046A38"/>
                  </a:solidFill>
                  <a:latin typeface="Arial" panose="020B0604020202020204" pitchFamily="34" charset="0"/>
                  <a:cs typeface="Arial" panose="020B0604020202020204" pitchFamily="34" charset="0"/>
                </a:rPr>
                <a:t>Supply of reliable and uninterrupted power to all</a:t>
              </a:r>
            </a:p>
          </p:txBody>
        </p:sp>
        <p:sp>
          <p:nvSpPr>
            <p:cNvPr id="9" name="Freeform 28">
              <a:extLst>
                <a:ext uri="{FF2B5EF4-FFF2-40B4-BE49-F238E27FC236}">
                  <a16:creationId xmlns:a16="http://schemas.microsoft.com/office/drawing/2014/main" id="{BF70B96D-625C-DA9D-6BBF-56019CC9585D}"/>
                </a:ext>
              </a:extLst>
            </p:cNvPr>
            <p:cNvSpPr>
              <a:spLocks noEditPoints="1"/>
            </p:cNvSpPr>
            <p:nvPr/>
          </p:nvSpPr>
          <p:spPr bwMode="auto">
            <a:xfrm>
              <a:off x="996603" y="5445090"/>
              <a:ext cx="494910" cy="568456"/>
            </a:xfrm>
            <a:custGeom>
              <a:avLst/>
              <a:gdLst>
                <a:gd name="T0" fmla="*/ 355 w 387"/>
                <a:gd name="T1" fmla="*/ 152 h 573"/>
                <a:gd name="T2" fmla="*/ 382 w 387"/>
                <a:gd name="T3" fmla="*/ 138 h 573"/>
                <a:gd name="T4" fmla="*/ 255 w 387"/>
                <a:gd name="T5" fmla="*/ 82 h 573"/>
                <a:gd name="T6" fmla="*/ 189 w 387"/>
                <a:gd name="T7" fmla="*/ 3 h 573"/>
                <a:gd name="T8" fmla="*/ 132 w 387"/>
                <a:gd name="T9" fmla="*/ 82 h 573"/>
                <a:gd name="T10" fmla="*/ 0 w 387"/>
                <a:gd name="T11" fmla="*/ 147 h 573"/>
                <a:gd name="T12" fmla="*/ 27 w 387"/>
                <a:gd name="T13" fmla="*/ 163 h 573"/>
                <a:gd name="T14" fmla="*/ 51 w 387"/>
                <a:gd name="T15" fmla="*/ 152 h 573"/>
                <a:gd name="T16" fmla="*/ 5 w 387"/>
                <a:gd name="T17" fmla="*/ 264 h 573"/>
                <a:gd name="T18" fmla="*/ 27 w 387"/>
                <a:gd name="T19" fmla="*/ 280 h 573"/>
                <a:gd name="T20" fmla="*/ 51 w 387"/>
                <a:gd name="T21" fmla="*/ 287 h 573"/>
                <a:gd name="T22" fmla="*/ 131 w 387"/>
                <a:gd name="T23" fmla="*/ 305 h 573"/>
                <a:gd name="T24" fmla="*/ 89 w 387"/>
                <a:gd name="T25" fmla="*/ 573 h 573"/>
                <a:gd name="T26" fmla="*/ 96 w 387"/>
                <a:gd name="T27" fmla="*/ 571 h 573"/>
                <a:gd name="T28" fmla="*/ 294 w 387"/>
                <a:gd name="T29" fmla="*/ 573 h 573"/>
                <a:gd name="T30" fmla="*/ 297 w 387"/>
                <a:gd name="T31" fmla="*/ 573 h 573"/>
                <a:gd name="T32" fmla="*/ 255 w 387"/>
                <a:gd name="T33" fmla="*/ 305 h 573"/>
                <a:gd name="T34" fmla="*/ 335 w 387"/>
                <a:gd name="T35" fmla="*/ 287 h 573"/>
                <a:gd name="T36" fmla="*/ 355 w 387"/>
                <a:gd name="T37" fmla="*/ 280 h 573"/>
                <a:gd name="T38" fmla="*/ 381 w 387"/>
                <a:gd name="T39" fmla="*/ 264 h 573"/>
                <a:gd name="T40" fmla="*/ 335 w 387"/>
                <a:gd name="T41" fmla="*/ 152 h 573"/>
                <a:gd name="T42" fmla="*/ 240 w 387"/>
                <a:gd name="T43" fmla="*/ 307 h 573"/>
                <a:gd name="T44" fmla="*/ 239 w 387"/>
                <a:gd name="T45" fmla="*/ 259 h 573"/>
                <a:gd name="T46" fmla="*/ 240 w 387"/>
                <a:gd name="T47" fmla="*/ 307 h 573"/>
                <a:gd name="T48" fmla="*/ 145 w 387"/>
                <a:gd name="T49" fmla="*/ 337 h 573"/>
                <a:gd name="T50" fmla="*/ 218 w 387"/>
                <a:gd name="T51" fmla="*/ 136 h 573"/>
                <a:gd name="T52" fmla="*/ 218 w 387"/>
                <a:gd name="T53" fmla="*/ 136 h 573"/>
                <a:gd name="T54" fmla="*/ 193 w 387"/>
                <a:gd name="T55" fmla="*/ 108 h 573"/>
                <a:gd name="T56" fmla="*/ 193 w 387"/>
                <a:gd name="T57" fmla="*/ 185 h 573"/>
                <a:gd name="T58" fmla="*/ 239 w 387"/>
                <a:gd name="T59" fmla="*/ 162 h 573"/>
                <a:gd name="T60" fmla="*/ 239 w 387"/>
                <a:gd name="T61" fmla="*/ 162 h 573"/>
                <a:gd name="T62" fmla="*/ 239 w 387"/>
                <a:gd name="T63" fmla="*/ 136 h 573"/>
                <a:gd name="T64" fmla="*/ 233 w 387"/>
                <a:gd name="T65" fmla="*/ 76 h 573"/>
                <a:gd name="T66" fmla="*/ 147 w 387"/>
                <a:gd name="T67" fmla="*/ 99 h 573"/>
                <a:gd name="T68" fmla="*/ 147 w 387"/>
                <a:gd name="T69" fmla="*/ 99 h 573"/>
                <a:gd name="T70" fmla="*/ 147 w 387"/>
                <a:gd name="T71" fmla="*/ 227 h 573"/>
                <a:gd name="T72" fmla="*/ 240 w 387"/>
                <a:gd name="T73" fmla="*/ 243 h 573"/>
                <a:gd name="T74" fmla="*/ 193 w 387"/>
                <a:gd name="T75" fmla="*/ 203 h 573"/>
                <a:gd name="T76" fmla="*/ 147 w 387"/>
                <a:gd name="T77" fmla="*/ 306 h 573"/>
                <a:gd name="T78" fmla="*/ 144 w 387"/>
                <a:gd name="T79" fmla="*/ 321 h 573"/>
                <a:gd name="T80" fmla="*/ 131 w 387"/>
                <a:gd name="T81" fmla="*/ 100 h 573"/>
                <a:gd name="T82" fmla="*/ 45 w 387"/>
                <a:gd name="T83" fmla="*/ 264 h 573"/>
                <a:gd name="T84" fmla="*/ 45 w 387"/>
                <a:gd name="T85" fmla="*/ 264 h 573"/>
                <a:gd name="T86" fmla="*/ 140 w 387"/>
                <a:gd name="T87" fmla="*/ 349 h 573"/>
                <a:gd name="T88" fmla="*/ 130 w 387"/>
                <a:gd name="T89" fmla="*/ 414 h 573"/>
                <a:gd name="T90" fmla="*/ 183 w 387"/>
                <a:gd name="T91" fmla="*/ 485 h 573"/>
                <a:gd name="T92" fmla="*/ 193 w 387"/>
                <a:gd name="T93" fmla="*/ 389 h 573"/>
                <a:gd name="T94" fmla="*/ 137 w 387"/>
                <a:gd name="T95" fmla="*/ 432 h 573"/>
                <a:gd name="T96" fmla="*/ 261 w 387"/>
                <a:gd name="T97" fmla="*/ 439 h 573"/>
                <a:gd name="T98" fmla="*/ 256 w 387"/>
                <a:gd name="T99" fmla="*/ 416 h 573"/>
                <a:gd name="T100" fmla="*/ 247 w 387"/>
                <a:gd name="T101" fmla="*/ 349 h 573"/>
                <a:gd name="T102" fmla="*/ 255 w 387"/>
                <a:gd name="T103" fmla="*/ 264 h 573"/>
                <a:gd name="T104" fmla="*/ 255 w 387"/>
                <a:gd name="T105" fmla="*/ 136 h 573"/>
                <a:gd name="T106" fmla="*/ 255 w 387"/>
                <a:gd name="T107" fmla="*/ 136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573">
                  <a:moveTo>
                    <a:pt x="345" y="173"/>
                  </a:moveTo>
                  <a:cubicBezTo>
                    <a:pt x="351" y="173"/>
                    <a:pt x="355" y="169"/>
                    <a:pt x="355" y="163"/>
                  </a:cubicBezTo>
                  <a:cubicBezTo>
                    <a:pt x="355" y="152"/>
                    <a:pt x="355" y="152"/>
                    <a:pt x="355" y="152"/>
                  </a:cubicBezTo>
                  <a:cubicBezTo>
                    <a:pt x="379" y="152"/>
                    <a:pt x="379" y="152"/>
                    <a:pt x="379" y="152"/>
                  </a:cubicBezTo>
                  <a:cubicBezTo>
                    <a:pt x="382" y="152"/>
                    <a:pt x="386" y="150"/>
                    <a:pt x="386" y="147"/>
                  </a:cubicBezTo>
                  <a:cubicBezTo>
                    <a:pt x="387" y="143"/>
                    <a:pt x="385" y="140"/>
                    <a:pt x="382" y="138"/>
                  </a:cubicBezTo>
                  <a:cubicBezTo>
                    <a:pt x="255" y="82"/>
                    <a:pt x="255" y="82"/>
                    <a:pt x="255" y="82"/>
                  </a:cubicBezTo>
                  <a:cubicBezTo>
                    <a:pt x="255" y="82"/>
                    <a:pt x="255" y="82"/>
                    <a:pt x="255" y="82"/>
                  </a:cubicBezTo>
                  <a:cubicBezTo>
                    <a:pt x="255" y="82"/>
                    <a:pt x="255" y="82"/>
                    <a:pt x="255" y="82"/>
                  </a:cubicBezTo>
                  <a:cubicBezTo>
                    <a:pt x="201" y="3"/>
                    <a:pt x="201" y="3"/>
                    <a:pt x="201" y="3"/>
                  </a:cubicBezTo>
                  <a:cubicBezTo>
                    <a:pt x="200" y="1"/>
                    <a:pt x="198" y="0"/>
                    <a:pt x="195" y="0"/>
                  </a:cubicBezTo>
                  <a:cubicBezTo>
                    <a:pt x="192" y="0"/>
                    <a:pt x="190" y="1"/>
                    <a:pt x="189" y="3"/>
                  </a:cubicBezTo>
                  <a:cubicBezTo>
                    <a:pt x="132" y="81"/>
                    <a:pt x="132" y="81"/>
                    <a:pt x="132" y="81"/>
                  </a:cubicBezTo>
                  <a:cubicBezTo>
                    <a:pt x="132" y="82"/>
                    <a:pt x="132" y="82"/>
                    <a:pt x="132" y="82"/>
                  </a:cubicBezTo>
                  <a:cubicBezTo>
                    <a:pt x="132" y="82"/>
                    <a:pt x="132" y="82"/>
                    <a:pt x="132" y="82"/>
                  </a:cubicBezTo>
                  <a:cubicBezTo>
                    <a:pt x="132" y="82"/>
                    <a:pt x="132" y="82"/>
                    <a:pt x="132" y="82"/>
                  </a:cubicBezTo>
                  <a:cubicBezTo>
                    <a:pt x="5" y="139"/>
                    <a:pt x="5" y="139"/>
                    <a:pt x="5" y="139"/>
                  </a:cubicBezTo>
                  <a:cubicBezTo>
                    <a:pt x="1" y="140"/>
                    <a:pt x="0" y="143"/>
                    <a:pt x="0" y="147"/>
                  </a:cubicBezTo>
                  <a:cubicBezTo>
                    <a:pt x="1" y="150"/>
                    <a:pt x="4" y="152"/>
                    <a:pt x="8" y="152"/>
                  </a:cubicBezTo>
                  <a:cubicBezTo>
                    <a:pt x="27" y="152"/>
                    <a:pt x="27" y="152"/>
                    <a:pt x="27" y="152"/>
                  </a:cubicBezTo>
                  <a:cubicBezTo>
                    <a:pt x="27" y="163"/>
                    <a:pt x="27" y="163"/>
                    <a:pt x="27" y="163"/>
                  </a:cubicBezTo>
                  <a:cubicBezTo>
                    <a:pt x="27" y="169"/>
                    <a:pt x="33" y="173"/>
                    <a:pt x="39" y="173"/>
                  </a:cubicBezTo>
                  <a:cubicBezTo>
                    <a:pt x="45" y="173"/>
                    <a:pt x="51" y="169"/>
                    <a:pt x="51" y="163"/>
                  </a:cubicBezTo>
                  <a:cubicBezTo>
                    <a:pt x="51" y="152"/>
                    <a:pt x="51" y="152"/>
                    <a:pt x="51" y="152"/>
                  </a:cubicBezTo>
                  <a:cubicBezTo>
                    <a:pt x="131" y="152"/>
                    <a:pt x="131" y="152"/>
                    <a:pt x="131" y="152"/>
                  </a:cubicBezTo>
                  <a:cubicBezTo>
                    <a:pt x="131" y="208"/>
                    <a:pt x="131" y="208"/>
                    <a:pt x="131" y="208"/>
                  </a:cubicBezTo>
                  <a:cubicBezTo>
                    <a:pt x="5" y="264"/>
                    <a:pt x="5" y="264"/>
                    <a:pt x="5" y="264"/>
                  </a:cubicBezTo>
                  <a:cubicBezTo>
                    <a:pt x="2" y="266"/>
                    <a:pt x="0" y="270"/>
                    <a:pt x="0" y="273"/>
                  </a:cubicBezTo>
                  <a:cubicBezTo>
                    <a:pt x="1" y="277"/>
                    <a:pt x="4" y="280"/>
                    <a:pt x="8" y="280"/>
                  </a:cubicBezTo>
                  <a:cubicBezTo>
                    <a:pt x="27" y="280"/>
                    <a:pt x="27" y="280"/>
                    <a:pt x="27" y="280"/>
                  </a:cubicBezTo>
                  <a:cubicBezTo>
                    <a:pt x="27" y="287"/>
                    <a:pt x="27" y="287"/>
                    <a:pt x="27" y="287"/>
                  </a:cubicBezTo>
                  <a:cubicBezTo>
                    <a:pt x="27" y="293"/>
                    <a:pt x="33" y="297"/>
                    <a:pt x="39" y="297"/>
                  </a:cubicBezTo>
                  <a:cubicBezTo>
                    <a:pt x="45" y="297"/>
                    <a:pt x="51" y="293"/>
                    <a:pt x="51" y="287"/>
                  </a:cubicBezTo>
                  <a:cubicBezTo>
                    <a:pt x="51" y="280"/>
                    <a:pt x="51" y="280"/>
                    <a:pt x="51" y="280"/>
                  </a:cubicBezTo>
                  <a:cubicBezTo>
                    <a:pt x="131" y="280"/>
                    <a:pt x="131" y="280"/>
                    <a:pt x="131" y="280"/>
                  </a:cubicBezTo>
                  <a:cubicBezTo>
                    <a:pt x="131" y="305"/>
                    <a:pt x="131" y="305"/>
                    <a:pt x="131" y="305"/>
                  </a:cubicBezTo>
                  <a:cubicBezTo>
                    <a:pt x="115" y="411"/>
                    <a:pt x="115" y="411"/>
                    <a:pt x="115" y="411"/>
                  </a:cubicBezTo>
                  <a:cubicBezTo>
                    <a:pt x="83" y="564"/>
                    <a:pt x="83" y="564"/>
                    <a:pt x="83" y="564"/>
                  </a:cubicBezTo>
                  <a:cubicBezTo>
                    <a:pt x="83" y="568"/>
                    <a:pt x="85" y="572"/>
                    <a:pt x="89" y="573"/>
                  </a:cubicBezTo>
                  <a:cubicBezTo>
                    <a:pt x="90" y="573"/>
                    <a:pt x="90" y="573"/>
                    <a:pt x="91" y="573"/>
                  </a:cubicBezTo>
                  <a:cubicBezTo>
                    <a:pt x="93" y="573"/>
                    <a:pt x="95" y="572"/>
                    <a:pt x="96" y="571"/>
                  </a:cubicBezTo>
                  <a:cubicBezTo>
                    <a:pt x="96" y="571"/>
                    <a:pt x="96" y="571"/>
                    <a:pt x="96" y="571"/>
                  </a:cubicBezTo>
                  <a:cubicBezTo>
                    <a:pt x="193" y="493"/>
                    <a:pt x="193" y="493"/>
                    <a:pt x="193" y="493"/>
                  </a:cubicBezTo>
                  <a:cubicBezTo>
                    <a:pt x="290" y="572"/>
                    <a:pt x="290" y="572"/>
                    <a:pt x="290" y="572"/>
                  </a:cubicBezTo>
                  <a:cubicBezTo>
                    <a:pt x="291" y="573"/>
                    <a:pt x="292" y="573"/>
                    <a:pt x="294" y="573"/>
                  </a:cubicBezTo>
                  <a:cubicBezTo>
                    <a:pt x="294" y="573"/>
                    <a:pt x="294" y="573"/>
                    <a:pt x="294" y="573"/>
                  </a:cubicBezTo>
                  <a:cubicBezTo>
                    <a:pt x="295" y="573"/>
                    <a:pt x="295" y="573"/>
                    <a:pt x="295" y="573"/>
                  </a:cubicBezTo>
                  <a:cubicBezTo>
                    <a:pt x="296" y="573"/>
                    <a:pt x="296" y="573"/>
                    <a:pt x="297" y="573"/>
                  </a:cubicBezTo>
                  <a:cubicBezTo>
                    <a:pt x="301" y="572"/>
                    <a:pt x="304" y="568"/>
                    <a:pt x="303" y="564"/>
                  </a:cubicBezTo>
                  <a:cubicBezTo>
                    <a:pt x="271" y="413"/>
                    <a:pt x="271" y="413"/>
                    <a:pt x="271" y="413"/>
                  </a:cubicBezTo>
                  <a:cubicBezTo>
                    <a:pt x="255" y="305"/>
                    <a:pt x="255" y="305"/>
                    <a:pt x="255" y="305"/>
                  </a:cubicBezTo>
                  <a:cubicBezTo>
                    <a:pt x="255" y="280"/>
                    <a:pt x="255" y="280"/>
                    <a:pt x="255" y="280"/>
                  </a:cubicBezTo>
                  <a:cubicBezTo>
                    <a:pt x="335" y="280"/>
                    <a:pt x="335" y="280"/>
                    <a:pt x="335" y="280"/>
                  </a:cubicBezTo>
                  <a:cubicBezTo>
                    <a:pt x="335" y="287"/>
                    <a:pt x="335" y="287"/>
                    <a:pt x="335" y="287"/>
                  </a:cubicBezTo>
                  <a:cubicBezTo>
                    <a:pt x="335" y="293"/>
                    <a:pt x="339" y="297"/>
                    <a:pt x="345" y="297"/>
                  </a:cubicBezTo>
                  <a:cubicBezTo>
                    <a:pt x="351" y="297"/>
                    <a:pt x="355" y="293"/>
                    <a:pt x="355" y="287"/>
                  </a:cubicBezTo>
                  <a:cubicBezTo>
                    <a:pt x="355" y="280"/>
                    <a:pt x="355" y="280"/>
                    <a:pt x="355" y="280"/>
                  </a:cubicBezTo>
                  <a:cubicBezTo>
                    <a:pt x="379" y="280"/>
                    <a:pt x="379" y="280"/>
                    <a:pt x="379" y="280"/>
                  </a:cubicBezTo>
                  <a:cubicBezTo>
                    <a:pt x="382" y="280"/>
                    <a:pt x="385" y="277"/>
                    <a:pt x="386" y="273"/>
                  </a:cubicBezTo>
                  <a:cubicBezTo>
                    <a:pt x="387" y="270"/>
                    <a:pt x="385" y="266"/>
                    <a:pt x="381" y="264"/>
                  </a:cubicBezTo>
                  <a:cubicBezTo>
                    <a:pt x="255" y="208"/>
                    <a:pt x="255" y="208"/>
                    <a:pt x="255" y="208"/>
                  </a:cubicBezTo>
                  <a:cubicBezTo>
                    <a:pt x="255" y="152"/>
                    <a:pt x="255" y="152"/>
                    <a:pt x="255" y="152"/>
                  </a:cubicBezTo>
                  <a:cubicBezTo>
                    <a:pt x="335" y="152"/>
                    <a:pt x="335" y="152"/>
                    <a:pt x="335" y="152"/>
                  </a:cubicBezTo>
                  <a:cubicBezTo>
                    <a:pt x="335" y="163"/>
                    <a:pt x="335" y="163"/>
                    <a:pt x="335" y="163"/>
                  </a:cubicBezTo>
                  <a:cubicBezTo>
                    <a:pt x="335" y="169"/>
                    <a:pt x="339" y="173"/>
                    <a:pt x="345" y="173"/>
                  </a:cubicBezTo>
                  <a:close/>
                  <a:moveTo>
                    <a:pt x="240" y="307"/>
                  </a:moveTo>
                  <a:cubicBezTo>
                    <a:pt x="242" y="322"/>
                    <a:pt x="242" y="322"/>
                    <a:pt x="242" y="322"/>
                  </a:cubicBezTo>
                  <a:cubicBezTo>
                    <a:pt x="202" y="289"/>
                    <a:pt x="202" y="289"/>
                    <a:pt x="202" y="289"/>
                  </a:cubicBezTo>
                  <a:cubicBezTo>
                    <a:pt x="239" y="259"/>
                    <a:pt x="239" y="259"/>
                    <a:pt x="239" y="259"/>
                  </a:cubicBezTo>
                  <a:cubicBezTo>
                    <a:pt x="239" y="306"/>
                    <a:pt x="239" y="306"/>
                    <a:pt x="239" y="306"/>
                  </a:cubicBezTo>
                  <a:cubicBezTo>
                    <a:pt x="239" y="306"/>
                    <a:pt x="240" y="306"/>
                    <a:pt x="240" y="307"/>
                  </a:cubicBezTo>
                  <a:cubicBezTo>
                    <a:pt x="240" y="307"/>
                    <a:pt x="240" y="307"/>
                    <a:pt x="240" y="307"/>
                  </a:cubicBezTo>
                  <a:close/>
                  <a:moveTo>
                    <a:pt x="242" y="337"/>
                  </a:moveTo>
                  <a:cubicBezTo>
                    <a:pt x="193" y="374"/>
                    <a:pt x="193" y="374"/>
                    <a:pt x="193" y="374"/>
                  </a:cubicBezTo>
                  <a:cubicBezTo>
                    <a:pt x="145" y="337"/>
                    <a:pt x="145" y="337"/>
                    <a:pt x="145" y="337"/>
                  </a:cubicBezTo>
                  <a:cubicBezTo>
                    <a:pt x="193" y="297"/>
                    <a:pt x="193" y="297"/>
                    <a:pt x="193" y="297"/>
                  </a:cubicBezTo>
                  <a:lnTo>
                    <a:pt x="242" y="337"/>
                  </a:lnTo>
                  <a:close/>
                  <a:moveTo>
                    <a:pt x="218" y="136"/>
                  </a:moveTo>
                  <a:cubicBezTo>
                    <a:pt x="169" y="136"/>
                    <a:pt x="169" y="136"/>
                    <a:pt x="169" y="136"/>
                  </a:cubicBezTo>
                  <a:cubicBezTo>
                    <a:pt x="193" y="123"/>
                    <a:pt x="193" y="123"/>
                    <a:pt x="193" y="123"/>
                  </a:cubicBezTo>
                  <a:lnTo>
                    <a:pt x="218" y="136"/>
                  </a:lnTo>
                  <a:close/>
                  <a:moveTo>
                    <a:pt x="163" y="92"/>
                  </a:moveTo>
                  <a:cubicBezTo>
                    <a:pt x="223" y="92"/>
                    <a:pt x="223" y="92"/>
                    <a:pt x="223" y="92"/>
                  </a:cubicBezTo>
                  <a:cubicBezTo>
                    <a:pt x="193" y="108"/>
                    <a:pt x="193" y="108"/>
                    <a:pt x="193" y="108"/>
                  </a:cubicBezTo>
                  <a:lnTo>
                    <a:pt x="163" y="92"/>
                  </a:lnTo>
                  <a:close/>
                  <a:moveTo>
                    <a:pt x="231" y="152"/>
                  </a:moveTo>
                  <a:cubicBezTo>
                    <a:pt x="193" y="185"/>
                    <a:pt x="193" y="185"/>
                    <a:pt x="193" y="185"/>
                  </a:cubicBezTo>
                  <a:cubicBezTo>
                    <a:pt x="155" y="152"/>
                    <a:pt x="155" y="152"/>
                    <a:pt x="155" y="152"/>
                  </a:cubicBezTo>
                  <a:lnTo>
                    <a:pt x="231" y="152"/>
                  </a:lnTo>
                  <a:close/>
                  <a:moveTo>
                    <a:pt x="239" y="162"/>
                  </a:moveTo>
                  <a:cubicBezTo>
                    <a:pt x="239" y="227"/>
                    <a:pt x="239" y="227"/>
                    <a:pt x="239" y="227"/>
                  </a:cubicBezTo>
                  <a:cubicBezTo>
                    <a:pt x="201" y="195"/>
                    <a:pt x="201" y="195"/>
                    <a:pt x="201" y="195"/>
                  </a:cubicBezTo>
                  <a:lnTo>
                    <a:pt x="239" y="162"/>
                  </a:lnTo>
                  <a:close/>
                  <a:moveTo>
                    <a:pt x="205" y="117"/>
                  </a:moveTo>
                  <a:cubicBezTo>
                    <a:pt x="239" y="99"/>
                    <a:pt x="239" y="99"/>
                    <a:pt x="239" y="99"/>
                  </a:cubicBezTo>
                  <a:cubicBezTo>
                    <a:pt x="239" y="136"/>
                    <a:pt x="239" y="136"/>
                    <a:pt x="239" y="136"/>
                  </a:cubicBezTo>
                  <a:lnTo>
                    <a:pt x="205" y="117"/>
                  </a:lnTo>
                  <a:close/>
                  <a:moveTo>
                    <a:pt x="195" y="19"/>
                  </a:moveTo>
                  <a:cubicBezTo>
                    <a:pt x="233" y="76"/>
                    <a:pt x="233" y="76"/>
                    <a:pt x="233" y="76"/>
                  </a:cubicBezTo>
                  <a:cubicBezTo>
                    <a:pt x="154" y="76"/>
                    <a:pt x="154" y="76"/>
                    <a:pt x="154" y="76"/>
                  </a:cubicBezTo>
                  <a:lnTo>
                    <a:pt x="195" y="19"/>
                  </a:lnTo>
                  <a:close/>
                  <a:moveTo>
                    <a:pt x="147" y="99"/>
                  </a:moveTo>
                  <a:cubicBezTo>
                    <a:pt x="181" y="117"/>
                    <a:pt x="181" y="117"/>
                    <a:pt x="181" y="117"/>
                  </a:cubicBezTo>
                  <a:cubicBezTo>
                    <a:pt x="147" y="136"/>
                    <a:pt x="147" y="136"/>
                    <a:pt x="147" y="136"/>
                  </a:cubicBezTo>
                  <a:lnTo>
                    <a:pt x="147" y="99"/>
                  </a:lnTo>
                  <a:close/>
                  <a:moveTo>
                    <a:pt x="147" y="162"/>
                  </a:moveTo>
                  <a:cubicBezTo>
                    <a:pt x="184" y="195"/>
                    <a:pt x="184" y="195"/>
                    <a:pt x="184" y="195"/>
                  </a:cubicBezTo>
                  <a:cubicBezTo>
                    <a:pt x="147" y="227"/>
                    <a:pt x="147" y="227"/>
                    <a:pt x="147" y="227"/>
                  </a:cubicBezTo>
                  <a:lnTo>
                    <a:pt x="147" y="162"/>
                  </a:lnTo>
                  <a:close/>
                  <a:moveTo>
                    <a:pt x="193" y="203"/>
                  </a:moveTo>
                  <a:cubicBezTo>
                    <a:pt x="240" y="243"/>
                    <a:pt x="240" y="243"/>
                    <a:pt x="240" y="243"/>
                  </a:cubicBezTo>
                  <a:cubicBezTo>
                    <a:pt x="193" y="281"/>
                    <a:pt x="193" y="281"/>
                    <a:pt x="193" y="281"/>
                  </a:cubicBezTo>
                  <a:cubicBezTo>
                    <a:pt x="147" y="243"/>
                    <a:pt x="147" y="243"/>
                    <a:pt x="147" y="243"/>
                  </a:cubicBezTo>
                  <a:lnTo>
                    <a:pt x="193" y="203"/>
                  </a:lnTo>
                  <a:close/>
                  <a:moveTo>
                    <a:pt x="146" y="307"/>
                  </a:moveTo>
                  <a:cubicBezTo>
                    <a:pt x="146" y="307"/>
                    <a:pt x="147" y="307"/>
                    <a:pt x="147" y="307"/>
                  </a:cubicBezTo>
                  <a:cubicBezTo>
                    <a:pt x="147" y="306"/>
                    <a:pt x="147" y="306"/>
                    <a:pt x="147" y="306"/>
                  </a:cubicBezTo>
                  <a:cubicBezTo>
                    <a:pt x="147" y="259"/>
                    <a:pt x="147" y="259"/>
                    <a:pt x="147" y="259"/>
                  </a:cubicBezTo>
                  <a:cubicBezTo>
                    <a:pt x="184" y="289"/>
                    <a:pt x="184" y="289"/>
                    <a:pt x="184" y="289"/>
                  </a:cubicBezTo>
                  <a:cubicBezTo>
                    <a:pt x="144" y="321"/>
                    <a:pt x="144" y="321"/>
                    <a:pt x="144" y="321"/>
                  </a:cubicBezTo>
                  <a:lnTo>
                    <a:pt x="146" y="307"/>
                  </a:lnTo>
                  <a:close/>
                  <a:moveTo>
                    <a:pt x="45" y="136"/>
                  </a:moveTo>
                  <a:cubicBezTo>
                    <a:pt x="131" y="100"/>
                    <a:pt x="131" y="100"/>
                    <a:pt x="131" y="100"/>
                  </a:cubicBezTo>
                  <a:cubicBezTo>
                    <a:pt x="131" y="136"/>
                    <a:pt x="131" y="136"/>
                    <a:pt x="131" y="136"/>
                  </a:cubicBezTo>
                  <a:lnTo>
                    <a:pt x="45" y="136"/>
                  </a:lnTo>
                  <a:close/>
                  <a:moveTo>
                    <a:pt x="45" y="264"/>
                  </a:moveTo>
                  <a:cubicBezTo>
                    <a:pt x="131" y="225"/>
                    <a:pt x="131" y="225"/>
                    <a:pt x="131" y="225"/>
                  </a:cubicBezTo>
                  <a:cubicBezTo>
                    <a:pt x="131" y="264"/>
                    <a:pt x="131" y="264"/>
                    <a:pt x="131" y="264"/>
                  </a:cubicBezTo>
                  <a:lnTo>
                    <a:pt x="45" y="264"/>
                  </a:lnTo>
                  <a:close/>
                  <a:moveTo>
                    <a:pt x="130" y="414"/>
                  </a:moveTo>
                  <a:cubicBezTo>
                    <a:pt x="130" y="414"/>
                    <a:pt x="130" y="414"/>
                    <a:pt x="130" y="413"/>
                  </a:cubicBezTo>
                  <a:cubicBezTo>
                    <a:pt x="140" y="349"/>
                    <a:pt x="140" y="349"/>
                    <a:pt x="140" y="349"/>
                  </a:cubicBezTo>
                  <a:cubicBezTo>
                    <a:pt x="183" y="382"/>
                    <a:pt x="183" y="382"/>
                    <a:pt x="183" y="382"/>
                  </a:cubicBezTo>
                  <a:cubicBezTo>
                    <a:pt x="128" y="422"/>
                    <a:pt x="128" y="422"/>
                    <a:pt x="128" y="422"/>
                  </a:cubicBezTo>
                  <a:lnTo>
                    <a:pt x="130" y="414"/>
                  </a:lnTo>
                  <a:close/>
                  <a:moveTo>
                    <a:pt x="102" y="550"/>
                  </a:moveTo>
                  <a:cubicBezTo>
                    <a:pt x="125" y="439"/>
                    <a:pt x="125" y="439"/>
                    <a:pt x="125" y="439"/>
                  </a:cubicBezTo>
                  <a:cubicBezTo>
                    <a:pt x="183" y="485"/>
                    <a:pt x="183" y="485"/>
                    <a:pt x="183" y="485"/>
                  </a:cubicBezTo>
                  <a:lnTo>
                    <a:pt x="102" y="550"/>
                  </a:lnTo>
                  <a:close/>
                  <a:moveTo>
                    <a:pt x="137" y="432"/>
                  </a:moveTo>
                  <a:cubicBezTo>
                    <a:pt x="193" y="389"/>
                    <a:pt x="193" y="389"/>
                    <a:pt x="193" y="389"/>
                  </a:cubicBezTo>
                  <a:cubicBezTo>
                    <a:pt x="249" y="432"/>
                    <a:pt x="249" y="432"/>
                    <a:pt x="249" y="432"/>
                  </a:cubicBezTo>
                  <a:cubicBezTo>
                    <a:pt x="193" y="477"/>
                    <a:pt x="193" y="477"/>
                    <a:pt x="193" y="477"/>
                  </a:cubicBezTo>
                  <a:lnTo>
                    <a:pt x="137" y="432"/>
                  </a:lnTo>
                  <a:close/>
                  <a:moveTo>
                    <a:pt x="284" y="551"/>
                  </a:moveTo>
                  <a:cubicBezTo>
                    <a:pt x="203" y="485"/>
                    <a:pt x="203" y="485"/>
                    <a:pt x="203" y="485"/>
                  </a:cubicBezTo>
                  <a:cubicBezTo>
                    <a:pt x="261" y="439"/>
                    <a:pt x="261" y="439"/>
                    <a:pt x="261" y="439"/>
                  </a:cubicBezTo>
                  <a:lnTo>
                    <a:pt x="284" y="551"/>
                  </a:lnTo>
                  <a:close/>
                  <a:moveTo>
                    <a:pt x="256" y="415"/>
                  </a:moveTo>
                  <a:cubicBezTo>
                    <a:pt x="256" y="416"/>
                    <a:pt x="256" y="416"/>
                    <a:pt x="256" y="416"/>
                  </a:cubicBezTo>
                  <a:cubicBezTo>
                    <a:pt x="258" y="422"/>
                    <a:pt x="258" y="422"/>
                    <a:pt x="258" y="422"/>
                  </a:cubicBezTo>
                  <a:cubicBezTo>
                    <a:pt x="204" y="382"/>
                    <a:pt x="204" y="382"/>
                    <a:pt x="204" y="382"/>
                  </a:cubicBezTo>
                  <a:cubicBezTo>
                    <a:pt x="247" y="349"/>
                    <a:pt x="247" y="349"/>
                    <a:pt x="247" y="349"/>
                  </a:cubicBezTo>
                  <a:lnTo>
                    <a:pt x="256" y="415"/>
                  </a:lnTo>
                  <a:close/>
                  <a:moveTo>
                    <a:pt x="342" y="264"/>
                  </a:moveTo>
                  <a:cubicBezTo>
                    <a:pt x="255" y="264"/>
                    <a:pt x="255" y="264"/>
                    <a:pt x="255" y="264"/>
                  </a:cubicBezTo>
                  <a:cubicBezTo>
                    <a:pt x="255" y="225"/>
                    <a:pt x="255" y="225"/>
                    <a:pt x="255" y="225"/>
                  </a:cubicBezTo>
                  <a:lnTo>
                    <a:pt x="342" y="264"/>
                  </a:lnTo>
                  <a:close/>
                  <a:moveTo>
                    <a:pt x="255" y="136"/>
                  </a:moveTo>
                  <a:cubicBezTo>
                    <a:pt x="255" y="100"/>
                    <a:pt x="255" y="100"/>
                    <a:pt x="255" y="100"/>
                  </a:cubicBezTo>
                  <a:cubicBezTo>
                    <a:pt x="342" y="136"/>
                    <a:pt x="342" y="136"/>
                    <a:pt x="342" y="136"/>
                  </a:cubicBezTo>
                  <a:lnTo>
                    <a:pt x="255" y="136"/>
                  </a:lnTo>
                  <a:close/>
                </a:path>
              </a:pathLst>
            </a:custGeom>
            <a:solidFill>
              <a:srgbClr val="1248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39D1D09C-7BE8-3760-D006-B8C144057796}"/>
                </a:ext>
              </a:extLst>
            </p:cNvPr>
            <p:cNvSpPr/>
            <p:nvPr/>
          </p:nvSpPr>
          <p:spPr bwMode="gray">
            <a:xfrm>
              <a:off x="2944827" y="4785960"/>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4315E9B-870C-E94B-78BD-162659D14DBD}"/>
                </a:ext>
              </a:extLst>
            </p:cNvPr>
            <p:cNvSpPr txBox="1"/>
            <p:nvPr/>
          </p:nvSpPr>
          <p:spPr>
            <a:xfrm>
              <a:off x="3033861" y="4830075"/>
              <a:ext cx="1904358" cy="430887"/>
            </a:xfrm>
            <a:prstGeom prst="rect">
              <a:avLst/>
            </a:prstGeom>
            <a:noFill/>
            <a:ln>
              <a:noFill/>
            </a:ln>
          </p:spPr>
          <p:txBody>
            <a:bodyPr wrap="square" lIns="0" tIns="0" rIns="0" bIns="0" rtlCol="0">
              <a:spAutoFit/>
            </a:bodyPr>
            <a:lstStyle/>
            <a:p>
              <a:pPr algn="ctr" defTabSz="885893">
                <a:spcBef>
                  <a:spcPts val="600"/>
                </a:spcBef>
                <a:buSzPct val="100000"/>
                <a:defRPr/>
              </a:pPr>
              <a:r>
                <a:rPr lang="en-US" sz="1400" b="1" kern="0">
                  <a:solidFill>
                    <a:prstClr val="black"/>
                  </a:solidFill>
                  <a:latin typeface="Arial" panose="020B0604020202020204" pitchFamily="34" charset="0"/>
                  <a:cs typeface="Arial" panose="020B0604020202020204" pitchFamily="34" charset="0"/>
                </a:rPr>
                <a:t>Digitalization of utilities</a:t>
              </a:r>
              <a:endParaRPr lang="en-IN" sz="1400" b="1" kern="0">
                <a:solidFill>
                  <a:prstClr val="black"/>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F04548D-3F3B-8900-DE0F-B736D4AC44A5}"/>
                </a:ext>
              </a:extLst>
            </p:cNvPr>
            <p:cNvSpPr txBox="1"/>
            <p:nvPr/>
          </p:nvSpPr>
          <p:spPr>
            <a:xfrm>
              <a:off x="3721022" y="5257331"/>
              <a:ext cx="1207188" cy="1184940"/>
            </a:xfrm>
            <a:prstGeom prst="rect">
              <a:avLst/>
            </a:prstGeom>
            <a:noFill/>
            <a:ln>
              <a:noFill/>
            </a:ln>
          </p:spPr>
          <p:txBody>
            <a:bodyPr wrap="square" lIns="0" tIns="0" rIns="0" bIns="0" rtlCol="0">
              <a:spAutoFit/>
            </a:bodyPr>
            <a:lstStyle/>
            <a:p>
              <a:pPr algn="just" defTabSz="885893">
                <a:spcBef>
                  <a:spcPts val="600"/>
                </a:spcBef>
                <a:buSzPct val="100000"/>
                <a:defRPr/>
              </a:pPr>
              <a:r>
                <a:rPr lang="en-US" sz="1100" b="1" kern="0">
                  <a:solidFill>
                    <a:srgbClr val="046A38"/>
                  </a:solidFill>
                  <a:latin typeface="Arial" panose="020B0604020202020204" pitchFamily="34" charset="0"/>
                  <a:cs typeface="Arial" panose="020B0604020202020204" pitchFamily="34" charset="0"/>
                </a:rPr>
                <a:t>Smart Metering, Communicable Network Metering with AMI, Unified Billing Software, ERP, Load Forecasting etc.</a:t>
              </a:r>
            </a:p>
          </p:txBody>
        </p:sp>
        <p:sp>
          <p:nvSpPr>
            <p:cNvPr id="14" name="Freeform 13">
              <a:extLst>
                <a:ext uri="{FF2B5EF4-FFF2-40B4-BE49-F238E27FC236}">
                  <a16:creationId xmlns:a16="http://schemas.microsoft.com/office/drawing/2014/main" id="{18B95DFC-6315-8BC9-09F0-A30FD7E4808E}"/>
                </a:ext>
              </a:extLst>
            </p:cNvPr>
            <p:cNvSpPr>
              <a:spLocks noEditPoints="1"/>
            </p:cNvSpPr>
            <p:nvPr/>
          </p:nvSpPr>
          <p:spPr bwMode="auto">
            <a:xfrm>
              <a:off x="3104309" y="5468868"/>
              <a:ext cx="533642" cy="565715"/>
            </a:xfrm>
            <a:custGeom>
              <a:avLst/>
              <a:gdLst>
                <a:gd name="T0" fmla="*/ 93 w 429"/>
                <a:gd name="T1" fmla="*/ 139 h 444"/>
                <a:gd name="T2" fmla="*/ 151 w 429"/>
                <a:gd name="T3" fmla="*/ 68 h 444"/>
                <a:gd name="T4" fmla="*/ 154 w 429"/>
                <a:gd name="T5" fmla="*/ 101 h 444"/>
                <a:gd name="T6" fmla="*/ 154 w 429"/>
                <a:gd name="T7" fmla="*/ 177 h 444"/>
                <a:gd name="T8" fmla="*/ 118 w 429"/>
                <a:gd name="T9" fmla="*/ 207 h 444"/>
                <a:gd name="T10" fmla="*/ 83 w 429"/>
                <a:gd name="T11" fmla="*/ 236 h 444"/>
                <a:gd name="T12" fmla="*/ 83 w 429"/>
                <a:gd name="T13" fmla="*/ 41 h 444"/>
                <a:gd name="T14" fmla="*/ 80 w 429"/>
                <a:gd name="T15" fmla="*/ 8 h 444"/>
                <a:gd name="T16" fmla="*/ 0 w 429"/>
                <a:gd name="T17" fmla="*/ 139 h 444"/>
                <a:gd name="T18" fmla="*/ 80 w 429"/>
                <a:gd name="T19" fmla="*/ 269 h 444"/>
                <a:gd name="T20" fmla="*/ 275 w 429"/>
                <a:gd name="T21" fmla="*/ 177 h 444"/>
                <a:gd name="T22" fmla="*/ 311 w 429"/>
                <a:gd name="T23" fmla="*/ 207 h 444"/>
                <a:gd name="T24" fmla="*/ 311 w 429"/>
                <a:gd name="T25" fmla="*/ 71 h 444"/>
                <a:gd name="T26" fmla="*/ 270 w 429"/>
                <a:gd name="T27" fmla="*/ 86 h 444"/>
                <a:gd name="T28" fmla="*/ 289 w 429"/>
                <a:gd name="T29" fmla="*/ 139 h 444"/>
                <a:gd name="T30" fmla="*/ 349 w 429"/>
                <a:gd name="T31" fmla="*/ 8 h 444"/>
                <a:gd name="T32" fmla="*/ 346 w 429"/>
                <a:gd name="T33" fmla="*/ 41 h 444"/>
                <a:gd name="T34" fmla="*/ 346 w 429"/>
                <a:gd name="T35" fmla="*/ 236 h 444"/>
                <a:gd name="T36" fmla="*/ 382 w 429"/>
                <a:gd name="T37" fmla="*/ 266 h 444"/>
                <a:gd name="T38" fmla="*/ 382 w 429"/>
                <a:gd name="T39" fmla="*/ 11 h 444"/>
                <a:gd name="T40" fmla="*/ 247 w 429"/>
                <a:gd name="T41" fmla="*/ 139 h 444"/>
                <a:gd name="T42" fmla="*/ 182 w 429"/>
                <a:gd name="T43" fmla="*/ 139 h 444"/>
                <a:gd name="T44" fmla="*/ 362 w 429"/>
                <a:gd name="T45" fmla="*/ 415 h 444"/>
                <a:gd name="T46" fmla="*/ 348 w 429"/>
                <a:gd name="T47" fmla="*/ 442 h 444"/>
                <a:gd name="T48" fmla="*/ 302 w 429"/>
                <a:gd name="T49" fmla="*/ 389 h 444"/>
                <a:gd name="T50" fmla="*/ 95 w 429"/>
                <a:gd name="T51" fmla="*/ 435 h 444"/>
                <a:gd name="T52" fmla="*/ 67 w 429"/>
                <a:gd name="T53" fmla="*/ 415 h 444"/>
                <a:gd name="T54" fmla="*/ 215 w 429"/>
                <a:gd name="T55" fmla="*/ 217 h 444"/>
                <a:gd name="T56" fmla="*/ 362 w 429"/>
                <a:gd name="T57" fmla="*/ 415 h 444"/>
                <a:gd name="T58" fmla="*/ 234 w 429"/>
                <a:gd name="T59" fmla="*/ 339 h 444"/>
                <a:gd name="T60" fmla="*/ 260 w 429"/>
                <a:gd name="T61" fmla="*/ 328 h 444"/>
                <a:gd name="T62" fmla="*/ 179 w 429"/>
                <a:gd name="T63" fmla="*/ 315 h 444"/>
                <a:gd name="T64" fmla="*/ 214 w 429"/>
                <a:gd name="T65" fmla="*/ 331 h 444"/>
                <a:gd name="T66" fmla="*/ 250 w 429"/>
                <a:gd name="T67" fmla="*/ 315 h 444"/>
                <a:gd name="T68" fmla="*/ 194 w 429"/>
                <a:gd name="T69" fmla="*/ 339 h 444"/>
                <a:gd name="T70" fmla="*/ 149 w 429"/>
                <a:gd name="T71" fmla="*/ 358 h 444"/>
                <a:gd name="T72" fmla="*/ 276 w 429"/>
                <a:gd name="T73" fmla="*/ 374 h 444"/>
                <a:gd name="T74" fmla="*/ 149 w 429"/>
                <a:gd name="T75" fmla="*/ 374 h 444"/>
                <a:gd name="T76" fmla="*/ 240 w 429"/>
                <a:gd name="T77" fmla="*/ 300 h 444"/>
                <a:gd name="T78" fmla="*/ 189 w 429"/>
                <a:gd name="T79" fmla="*/ 30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9" h="444">
                  <a:moveTo>
                    <a:pt x="118" y="207"/>
                  </a:moveTo>
                  <a:cubicBezTo>
                    <a:pt x="102" y="188"/>
                    <a:pt x="93" y="164"/>
                    <a:pt x="93" y="139"/>
                  </a:cubicBezTo>
                  <a:cubicBezTo>
                    <a:pt x="93" y="114"/>
                    <a:pt x="102" y="90"/>
                    <a:pt x="118" y="71"/>
                  </a:cubicBezTo>
                  <a:cubicBezTo>
                    <a:pt x="126" y="61"/>
                    <a:pt x="141" y="60"/>
                    <a:pt x="151" y="68"/>
                  </a:cubicBezTo>
                  <a:cubicBezTo>
                    <a:pt x="156" y="72"/>
                    <a:pt x="159" y="79"/>
                    <a:pt x="159" y="86"/>
                  </a:cubicBezTo>
                  <a:cubicBezTo>
                    <a:pt x="159" y="91"/>
                    <a:pt x="157" y="96"/>
                    <a:pt x="154" y="101"/>
                  </a:cubicBezTo>
                  <a:cubicBezTo>
                    <a:pt x="145" y="111"/>
                    <a:pt x="140" y="125"/>
                    <a:pt x="140" y="139"/>
                  </a:cubicBezTo>
                  <a:cubicBezTo>
                    <a:pt x="140" y="153"/>
                    <a:pt x="145" y="166"/>
                    <a:pt x="154" y="177"/>
                  </a:cubicBezTo>
                  <a:cubicBezTo>
                    <a:pt x="162" y="187"/>
                    <a:pt x="161" y="201"/>
                    <a:pt x="151" y="210"/>
                  </a:cubicBezTo>
                  <a:cubicBezTo>
                    <a:pt x="141" y="218"/>
                    <a:pt x="126" y="217"/>
                    <a:pt x="118" y="207"/>
                  </a:cubicBezTo>
                  <a:moveTo>
                    <a:pt x="80" y="269"/>
                  </a:moveTo>
                  <a:cubicBezTo>
                    <a:pt x="90" y="261"/>
                    <a:pt x="91" y="246"/>
                    <a:pt x="83" y="236"/>
                  </a:cubicBezTo>
                  <a:cubicBezTo>
                    <a:pt x="60" y="209"/>
                    <a:pt x="47" y="174"/>
                    <a:pt x="47" y="139"/>
                  </a:cubicBezTo>
                  <a:cubicBezTo>
                    <a:pt x="47" y="103"/>
                    <a:pt x="60" y="68"/>
                    <a:pt x="83" y="41"/>
                  </a:cubicBezTo>
                  <a:cubicBezTo>
                    <a:pt x="86" y="37"/>
                    <a:pt x="88" y="32"/>
                    <a:pt x="88" y="26"/>
                  </a:cubicBezTo>
                  <a:cubicBezTo>
                    <a:pt x="88" y="20"/>
                    <a:pt x="85" y="13"/>
                    <a:pt x="80" y="8"/>
                  </a:cubicBezTo>
                  <a:cubicBezTo>
                    <a:pt x="70" y="0"/>
                    <a:pt x="55" y="1"/>
                    <a:pt x="47" y="11"/>
                  </a:cubicBezTo>
                  <a:cubicBezTo>
                    <a:pt x="17" y="47"/>
                    <a:pt x="0" y="92"/>
                    <a:pt x="0" y="139"/>
                  </a:cubicBezTo>
                  <a:cubicBezTo>
                    <a:pt x="0" y="185"/>
                    <a:pt x="17" y="231"/>
                    <a:pt x="47" y="266"/>
                  </a:cubicBezTo>
                  <a:cubicBezTo>
                    <a:pt x="55" y="276"/>
                    <a:pt x="70" y="277"/>
                    <a:pt x="80" y="269"/>
                  </a:cubicBezTo>
                  <a:moveTo>
                    <a:pt x="289" y="139"/>
                  </a:moveTo>
                  <a:cubicBezTo>
                    <a:pt x="289" y="153"/>
                    <a:pt x="284" y="166"/>
                    <a:pt x="275" y="177"/>
                  </a:cubicBezTo>
                  <a:cubicBezTo>
                    <a:pt x="267" y="187"/>
                    <a:pt x="268" y="201"/>
                    <a:pt x="278" y="210"/>
                  </a:cubicBezTo>
                  <a:cubicBezTo>
                    <a:pt x="288" y="218"/>
                    <a:pt x="303" y="217"/>
                    <a:pt x="311" y="207"/>
                  </a:cubicBezTo>
                  <a:cubicBezTo>
                    <a:pt x="327" y="188"/>
                    <a:pt x="336" y="164"/>
                    <a:pt x="336" y="139"/>
                  </a:cubicBezTo>
                  <a:cubicBezTo>
                    <a:pt x="336" y="114"/>
                    <a:pt x="327" y="90"/>
                    <a:pt x="311" y="71"/>
                  </a:cubicBezTo>
                  <a:cubicBezTo>
                    <a:pt x="303" y="61"/>
                    <a:pt x="288" y="60"/>
                    <a:pt x="278" y="68"/>
                  </a:cubicBezTo>
                  <a:cubicBezTo>
                    <a:pt x="273" y="72"/>
                    <a:pt x="270" y="79"/>
                    <a:pt x="270" y="86"/>
                  </a:cubicBezTo>
                  <a:cubicBezTo>
                    <a:pt x="270" y="91"/>
                    <a:pt x="272" y="96"/>
                    <a:pt x="275" y="101"/>
                  </a:cubicBezTo>
                  <a:cubicBezTo>
                    <a:pt x="284" y="111"/>
                    <a:pt x="289" y="125"/>
                    <a:pt x="289" y="139"/>
                  </a:cubicBezTo>
                  <a:moveTo>
                    <a:pt x="382" y="11"/>
                  </a:moveTo>
                  <a:cubicBezTo>
                    <a:pt x="374" y="1"/>
                    <a:pt x="359" y="0"/>
                    <a:pt x="349" y="8"/>
                  </a:cubicBezTo>
                  <a:cubicBezTo>
                    <a:pt x="344" y="13"/>
                    <a:pt x="341" y="20"/>
                    <a:pt x="341" y="26"/>
                  </a:cubicBezTo>
                  <a:cubicBezTo>
                    <a:pt x="341" y="32"/>
                    <a:pt x="343" y="37"/>
                    <a:pt x="346" y="41"/>
                  </a:cubicBezTo>
                  <a:cubicBezTo>
                    <a:pt x="369" y="68"/>
                    <a:pt x="382" y="103"/>
                    <a:pt x="382" y="139"/>
                  </a:cubicBezTo>
                  <a:cubicBezTo>
                    <a:pt x="382" y="174"/>
                    <a:pt x="369" y="209"/>
                    <a:pt x="346" y="236"/>
                  </a:cubicBezTo>
                  <a:cubicBezTo>
                    <a:pt x="338" y="246"/>
                    <a:pt x="339" y="261"/>
                    <a:pt x="349" y="269"/>
                  </a:cubicBezTo>
                  <a:cubicBezTo>
                    <a:pt x="359" y="277"/>
                    <a:pt x="374" y="276"/>
                    <a:pt x="382" y="266"/>
                  </a:cubicBezTo>
                  <a:cubicBezTo>
                    <a:pt x="412" y="231"/>
                    <a:pt x="429" y="185"/>
                    <a:pt x="429" y="139"/>
                  </a:cubicBezTo>
                  <a:cubicBezTo>
                    <a:pt x="429" y="92"/>
                    <a:pt x="412" y="47"/>
                    <a:pt x="382" y="11"/>
                  </a:cubicBezTo>
                  <a:moveTo>
                    <a:pt x="215" y="171"/>
                  </a:moveTo>
                  <a:cubicBezTo>
                    <a:pt x="232" y="171"/>
                    <a:pt x="247" y="156"/>
                    <a:pt x="247" y="139"/>
                  </a:cubicBezTo>
                  <a:cubicBezTo>
                    <a:pt x="247" y="121"/>
                    <a:pt x="232" y="107"/>
                    <a:pt x="215" y="107"/>
                  </a:cubicBezTo>
                  <a:cubicBezTo>
                    <a:pt x="197" y="107"/>
                    <a:pt x="182" y="121"/>
                    <a:pt x="182" y="139"/>
                  </a:cubicBezTo>
                  <a:cubicBezTo>
                    <a:pt x="182" y="156"/>
                    <a:pt x="197" y="171"/>
                    <a:pt x="215" y="171"/>
                  </a:cubicBezTo>
                  <a:moveTo>
                    <a:pt x="362" y="415"/>
                  </a:moveTo>
                  <a:cubicBezTo>
                    <a:pt x="368" y="423"/>
                    <a:pt x="366" y="434"/>
                    <a:pt x="358" y="439"/>
                  </a:cubicBezTo>
                  <a:cubicBezTo>
                    <a:pt x="355" y="441"/>
                    <a:pt x="352" y="442"/>
                    <a:pt x="348" y="442"/>
                  </a:cubicBezTo>
                  <a:cubicBezTo>
                    <a:pt x="343" y="442"/>
                    <a:pt x="337" y="439"/>
                    <a:pt x="334" y="435"/>
                  </a:cubicBezTo>
                  <a:cubicBezTo>
                    <a:pt x="302" y="389"/>
                    <a:pt x="302" y="389"/>
                    <a:pt x="302" y="389"/>
                  </a:cubicBezTo>
                  <a:cubicBezTo>
                    <a:pt x="127" y="389"/>
                    <a:pt x="127" y="389"/>
                    <a:pt x="127" y="389"/>
                  </a:cubicBezTo>
                  <a:cubicBezTo>
                    <a:pt x="95" y="435"/>
                    <a:pt x="95" y="435"/>
                    <a:pt x="95" y="435"/>
                  </a:cubicBezTo>
                  <a:cubicBezTo>
                    <a:pt x="89" y="442"/>
                    <a:pt x="79" y="444"/>
                    <a:pt x="71" y="439"/>
                  </a:cubicBezTo>
                  <a:cubicBezTo>
                    <a:pt x="63" y="434"/>
                    <a:pt x="61" y="423"/>
                    <a:pt x="67" y="415"/>
                  </a:cubicBezTo>
                  <a:cubicBezTo>
                    <a:pt x="200" y="224"/>
                    <a:pt x="200" y="224"/>
                    <a:pt x="200" y="224"/>
                  </a:cubicBezTo>
                  <a:cubicBezTo>
                    <a:pt x="204" y="219"/>
                    <a:pt x="209" y="217"/>
                    <a:pt x="215" y="217"/>
                  </a:cubicBezTo>
                  <a:cubicBezTo>
                    <a:pt x="220" y="217"/>
                    <a:pt x="225" y="219"/>
                    <a:pt x="229" y="224"/>
                  </a:cubicBezTo>
                  <a:lnTo>
                    <a:pt x="362" y="415"/>
                  </a:lnTo>
                  <a:close/>
                  <a:moveTo>
                    <a:pt x="260" y="328"/>
                  </a:moveTo>
                  <a:cubicBezTo>
                    <a:pt x="234" y="339"/>
                    <a:pt x="234" y="339"/>
                    <a:pt x="234" y="339"/>
                  </a:cubicBezTo>
                  <a:cubicBezTo>
                    <a:pt x="282" y="360"/>
                    <a:pt x="282" y="360"/>
                    <a:pt x="282" y="360"/>
                  </a:cubicBezTo>
                  <a:lnTo>
                    <a:pt x="260" y="328"/>
                  </a:lnTo>
                  <a:close/>
                  <a:moveTo>
                    <a:pt x="250" y="315"/>
                  </a:moveTo>
                  <a:cubicBezTo>
                    <a:pt x="179" y="315"/>
                    <a:pt x="179" y="315"/>
                    <a:pt x="179" y="315"/>
                  </a:cubicBezTo>
                  <a:cubicBezTo>
                    <a:pt x="178" y="316"/>
                    <a:pt x="178" y="316"/>
                    <a:pt x="178" y="316"/>
                  </a:cubicBezTo>
                  <a:cubicBezTo>
                    <a:pt x="214" y="331"/>
                    <a:pt x="214" y="331"/>
                    <a:pt x="214" y="331"/>
                  </a:cubicBezTo>
                  <a:cubicBezTo>
                    <a:pt x="251" y="316"/>
                    <a:pt x="251" y="316"/>
                    <a:pt x="251" y="316"/>
                  </a:cubicBezTo>
                  <a:lnTo>
                    <a:pt x="250" y="315"/>
                  </a:lnTo>
                  <a:close/>
                  <a:moveTo>
                    <a:pt x="149" y="358"/>
                  </a:moveTo>
                  <a:cubicBezTo>
                    <a:pt x="194" y="339"/>
                    <a:pt x="194" y="339"/>
                    <a:pt x="194" y="339"/>
                  </a:cubicBezTo>
                  <a:cubicBezTo>
                    <a:pt x="169" y="328"/>
                    <a:pt x="169" y="328"/>
                    <a:pt x="169" y="328"/>
                  </a:cubicBezTo>
                  <a:lnTo>
                    <a:pt x="149" y="358"/>
                  </a:lnTo>
                  <a:close/>
                  <a:moveTo>
                    <a:pt x="149" y="374"/>
                  </a:moveTo>
                  <a:cubicBezTo>
                    <a:pt x="276" y="374"/>
                    <a:pt x="276" y="374"/>
                    <a:pt x="276" y="374"/>
                  </a:cubicBezTo>
                  <a:cubicBezTo>
                    <a:pt x="214" y="347"/>
                    <a:pt x="214" y="347"/>
                    <a:pt x="214" y="347"/>
                  </a:cubicBezTo>
                  <a:lnTo>
                    <a:pt x="149" y="374"/>
                  </a:lnTo>
                  <a:close/>
                  <a:moveTo>
                    <a:pt x="189" y="300"/>
                  </a:moveTo>
                  <a:cubicBezTo>
                    <a:pt x="240" y="300"/>
                    <a:pt x="240" y="300"/>
                    <a:pt x="240" y="300"/>
                  </a:cubicBezTo>
                  <a:cubicBezTo>
                    <a:pt x="215" y="264"/>
                    <a:pt x="215" y="264"/>
                    <a:pt x="215" y="264"/>
                  </a:cubicBezTo>
                  <a:lnTo>
                    <a:pt x="189" y="30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sz="1800">
                <a:solidFill>
                  <a:prstClr val="black"/>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F2EB4BD-ED78-2542-8980-FF3C1A20E0F7}"/>
                </a:ext>
              </a:extLst>
            </p:cNvPr>
            <p:cNvSpPr/>
            <p:nvPr/>
          </p:nvSpPr>
          <p:spPr bwMode="gray">
            <a:xfrm>
              <a:off x="9362511" y="4790655"/>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E186BE27-CA49-AD98-18E4-AB0E1E7C23CF}"/>
                </a:ext>
              </a:extLst>
            </p:cNvPr>
            <p:cNvSpPr txBox="1"/>
            <p:nvPr/>
          </p:nvSpPr>
          <p:spPr>
            <a:xfrm>
              <a:off x="9451545" y="4834770"/>
              <a:ext cx="1904358" cy="218298"/>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a:solidFill>
                    <a:prstClr val="black"/>
                  </a:solidFill>
                  <a:latin typeface="Arial" panose="020B0604020202020204" pitchFamily="34" charset="0"/>
                  <a:cs typeface="Arial" panose="020B0604020202020204" pitchFamily="34" charset="0"/>
                </a:rPr>
                <a:t>Structural Reforms</a:t>
              </a:r>
              <a:endParaRPr lang="en-IN" sz="1400" b="1" kern="0">
                <a:solidFill>
                  <a:prstClr val="black"/>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D8EBACF-4CF6-6DEB-FBBB-F54A7E9D1F03}"/>
                </a:ext>
              </a:extLst>
            </p:cNvPr>
            <p:cNvSpPr txBox="1"/>
            <p:nvPr/>
          </p:nvSpPr>
          <p:spPr>
            <a:xfrm>
              <a:off x="10065394" y="5234188"/>
              <a:ext cx="1250908" cy="1015663"/>
            </a:xfrm>
            <a:prstGeom prst="rect">
              <a:avLst/>
            </a:prstGeom>
            <a:noFill/>
            <a:ln>
              <a:noFill/>
            </a:ln>
          </p:spPr>
          <p:txBody>
            <a:bodyPr wrap="square" lIns="0" tIns="0" rIns="0" bIns="0" rtlCol="0">
              <a:spAutoFit/>
            </a:bodyPr>
            <a:lstStyle/>
            <a:p>
              <a:pPr algn="just" defTabSz="885893">
                <a:spcBef>
                  <a:spcPts val="600"/>
                </a:spcBef>
                <a:buSzPct val="100000"/>
                <a:defRPr/>
              </a:pPr>
              <a:r>
                <a:rPr lang="en-US" sz="1100" b="1" kern="0">
                  <a:solidFill>
                    <a:srgbClr val="046A38"/>
                  </a:solidFill>
                  <a:latin typeface="Arial" panose="020B0604020202020204" pitchFamily="34" charset="0"/>
                  <a:cs typeface="Arial" panose="020B0604020202020204" pitchFamily="34" charset="0"/>
                </a:rPr>
                <a:t>Re-engineering of business processes to make utilities more consumer centric</a:t>
              </a:r>
            </a:p>
          </p:txBody>
        </p:sp>
        <p:sp>
          <p:nvSpPr>
            <p:cNvPr id="18" name="Rectangle 17">
              <a:extLst>
                <a:ext uri="{FF2B5EF4-FFF2-40B4-BE49-F238E27FC236}">
                  <a16:creationId xmlns:a16="http://schemas.microsoft.com/office/drawing/2014/main" id="{0D2C9E68-E429-9B9D-D57F-8A953F39ECD7}"/>
                </a:ext>
              </a:extLst>
            </p:cNvPr>
            <p:cNvSpPr/>
            <p:nvPr/>
          </p:nvSpPr>
          <p:spPr bwMode="gray">
            <a:xfrm>
              <a:off x="5068826" y="4790100"/>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1CEE353-8067-3844-0577-D47668E5CA64}"/>
                </a:ext>
              </a:extLst>
            </p:cNvPr>
            <p:cNvSpPr txBox="1"/>
            <p:nvPr/>
          </p:nvSpPr>
          <p:spPr>
            <a:xfrm>
              <a:off x="5157860" y="4834215"/>
              <a:ext cx="1812053" cy="430887"/>
            </a:xfrm>
            <a:prstGeom prst="rect">
              <a:avLst/>
            </a:prstGeom>
            <a:noFill/>
            <a:ln>
              <a:noFill/>
            </a:ln>
          </p:spPr>
          <p:txBody>
            <a:bodyPr wrap="square" lIns="0" tIns="0" rIns="0" bIns="0" rtlCol="0">
              <a:spAutoFit/>
            </a:bodyPr>
            <a:lstStyle/>
            <a:p>
              <a:pPr algn="ctr" defTabSz="885893">
                <a:spcBef>
                  <a:spcPts val="600"/>
                </a:spcBef>
                <a:buSzPct val="100000"/>
                <a:defRPr/>
              </a:pPr>
              <a:r>
                <a:rPr lang="en-US" sz="1400" b="1" kern="0">
                  <a:solidFill>
                    <a:prstClr val="black"/>
                  </a:solidFill>
                  <a:latin typeface="Arial" panose="020B0604020202020204" pitchFamily="34" charset="0"/>
                  <a:cs typeface="Arial" panose="020B0604020202020204" pitchFamily="34" charset="0"/>
                </a:rPr>
                <a:t>Network automation &amp; upgradation</a:t>
              </a:r>
              <a:endParaRPr lang="en-IN" sz="1400" b="1" kern="0">
                <a:solidFill>
                  <a:prstClr val="black"/>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A5F0719D-4E66-4176-23FF-DE52659F9377}"/>
                </a:ext>
              </a:extLst>
            </p:cNvPr>
            <p:cNvSpPr txBox="1"/>
            <p:nvPr/>
          </p:nvSpPr>
          <p:spPr>
            <a:xfrm>
              <a:off x="6018529" y="6207284"/>
              <a:ext cx="1686746" cy="169277"/>
            </a:xfrm>
            <a:prstGeom prst="rect">
              <a:avLst/>
            </a:prstGeom>
            <a:noFill/>
            <a:ln>
              <a:noFill/>
            </a:ln>
          </p:spPr>
          <p:txBody>
            <a:bodyPr wrap="square" lIns="0" tIns="0" rIns="0" bIns="0" rtlCol="0">
              <a:spAutoFit/>
            </a:bodyPr>
            <a:lstStyle/>
            <a:p>
              <a:pPr defTabSz="885893">
                <a:spcBef>
                  <a:spcPts val="600"/>
                </a:spcBef>
                <a:buSzPct val="100000"/>
                <a:defRPr/>
              </a:pPr>
              <a:endParaRPr lang="en-US" sz="1100" b="1" kern="0">
                <a:solidFill>
                  <a:srgbClr val="046A38"/>
                </a:solidFill>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47BFD474-3B60-F17C-341D-7D454C331AE8}"/>
                </a:ext>
              </a:extLst>
            </p:cNvPr>
            <p:cNvGrpSpPr/>
            <p:nvPr/>
          </p:nvGrpSpPr>
          <p:grpSpPr>
            <a:xfrm>
              <a:off x="5150328" y="5347150"/>
              <a:ext cx="493129" cy="602635"/>
              <a:chOff x="4439409" y="5154163"/>
              <a:chExt cx="666265" cy="924939"/>
            </a:xfrm>
            <a:solidFill>
              <a:srgbClr val="046A38"/>
            </a:solidFill>
          </p:grpSpPr>
          <p:sp>
            <p:nvSpPr>
              <p:cNvPr id="23" name="Freeform 96">
                <a:extLst>
                  <a:ext uri="{FF2B5EF4-FFF2-40B4-BE49-F238E27FC236}">
                    <a16:creationId xmlns:a16="http://schemas.microsoft.com/office/drawing/2014/main" id="{E71CD361-169F-261D-D737-C9B6459099A8}"/>
                  </a:ext>
                </a:extLst>
              </p:cNvPr>
              <p:cNvSpPr>
                <a:spLocks noEditPoints="1"/>
              </p:cNvSpPr>
              <p:nvPr/>
            </p:nvSpPr>
            <p:spPr bwMode="auto">
              <a:xfrm>
                <a:off x="4439409" y="5613120"/>
                <a:ext cx="666265" cy="465982"/>
              </a:xfrm>
              <a:custGeom>
                <a:avLst/>
                <a:gdLst>
                  <a:gd name="T0" fmla="*/ 437 w 441"/>
                  <a:gd name="T1" fmla="*/ 16 h 344"/>
                  <a:gd name="T2" fmla="*/ 441 w 441"/>
                  <a:gd name="T3" fmla="*/ 12 h 344"/>
                  <a:gd name="T4" fmla="*/ 441 w 441"/>
                  <a:gd name="T5" fmla="*/ 4 h 344"/>
                  <a:gd name="T6" fmla="*/ 437 w 441"/>
                  <a:gd name="T7" fmla="*/ 0 h 344"/>
                  <a:gd name="T8" fmla="*/ 4 w 441"/>
                  <a:gd name="T9" fmla="*/ 0 h 344"/>
                  <a:gd name="T10" fmla="*/ 0 w 441"/>
                  <a:gd name="T11" fmla="*/ 4 h 344"/>
                  <a:gd name="T12" fmla="*/ 0 w 441"/>
                  <a:gd name="T13" fmla="*/ 12 h 344"/>
                  <a:gd name="T14" fmla="*/ 4 w 441"/>
                  <a:gd name="T15" fmla="*/ 16 h 344"/>
                  <a:gd name="T16" fmla="*/ 41 w 441"/>
                  <a:gd name="T17" fmla="*/ 16 h 344"/>
                  <a:gd name="T18" fmla="*/ 41 w 441"/>
                  <a:gd name="T19" fmla="*/ 329 h 344"/>
                  <a:gd name="T20" fmla="*/ 4 w 441"/>
                  <a:gd name="T21" fmla="*/ 329 h 344"/>
                  <a:gd name="T22" fmla="*/ 0 w 441"/>
                  <a:gd name="T23" fmla="*/ 333 h 344"/>
                  <a:gd name="T24" fmla="*/ 0 w 441"/>
                  <a:gd name="T25" fmla="*/ 340 h 344"/>
                  <a:gd name="T26" fmla="*/ 4 w 441"/>
                  <a:gd name="T27" fmla="*/ 344 h 344"/>
                  <a:gd name="T28" fmla="*/ 437 w 441"/>
                  <a:gd name="T29" fmla="*/ 344 h 344"/>
                  <a:gd name="T30" fmla="*/ 441 w 441"/>
                  <a:gd name="T31" fmla="*/ 340 h 344"/>
                  <a:gd name="T32" fmla="*/ 441 w 441"/>
                  <a:gd name="T33" fmla="*/ 333 h 344"/>
                  <a:gd name="T34" fmla="*/ 437 w 441"/>
                  <a:gd name="T35" fmla="*/ 329 h 344"/>
                  <a:gd name="T36" fmla="*/ 399 w 441"/>
                  <a:gd name="T37" fmla="*/ 329 h 344"/>
                  <a:gd name="T38" fmla="*/ 399 w 441"/>
                  <a:gd name="T39" fmla="*/ 16 h 344"/>
                  <a:gd name="T40" fmla="*/ 437 w 441"/>
                  <a:gd name="T41" fmla="*/ 16 h 344"/>
                  <a:gd name="T42" fmla="*/ 166 w 441"/>
                  <a:gd name="T43" fmla="*/ 185 h 344"/>
                  <a:gd name="T44" fmla="*/ 237 w 441"/>
                  <a:gd name="T45" fmla="*/ 72 h 344"/>
                  <a:gd name="T46" fmla="*/ 248 w 441"/>
                  <a:gd name="T47" fmla="*/ 53 h 344"/>
                  <a:gd name="T48" fmla="*/ 244 w 441"/>
                  <a:gd name="T49" fmla="*/ 82 h 344"/>
                  <a:gd name="T50" fmla="*/ 231 w 441"/>
                  <a:gd name="T51" fmla="*/ 159 h 344"/>
                  <a:gd name="T52" fmla="*/ 274 w 441"/>
                  <a:gd name="T53" fmla="*/ 159 h 344"/>
                  <a:gd name="T54" fmla="*/ 204 w 441"/>
                  <a:gd name="T55" fmla="*/ 273 h 344"/>
                  <a:gd name="T56" fmla="*/ 192 w 441"/>
                  <a:gd name="T57" fmla="*/ 292 h 344"/>
                  <a:gd name="T58" fmla="*/ 195 w 441"/>
                  <a:gd name="T59" fmla="*/ 273 h 344"/>
                  <a:gd name="T60" fmla="*/ 209 w 441"/>
                  <a:gd name="T61" fmla="*/ 185 h 344"/>
                  <a:gd name="T62" fmla="*/ 166 w 441"/>
                  <a:gd name="T63" fmla="*/ 185 h 344"/>
                  <a:gd name="T64" fmla="*/ 154 w 441"/>
                  <a:gd name="T65" fmla="*/ 239 h 344"/>
                  <a:gd name="T66" fmla="*/ 189 w 441"/>
                  <a:gd name="T67" fmla="*/ 261 h 344"/>
                  <a:gd name="T68" fmla="*/ 187 w 441"/>
                  <a:gd name="T69" fmla="*/ 272 h 344"/>
                  <a:gd name="T70" fmla="*/ 115 w 441"/>
                  <a:gd name="T71" fmla="*/ 172 h 344"/>
                  <a:gd name="T72" fmla="*/ 220 w 441"/>
                  <a:gd name="T73" fmla="*/ 67 h 344"/>
                  <a:gd name="T74" fmla="*/ 230 w 441"/>
                  <a:gd name="T75" fmla="*/ 68 h 344"/>
                  <a:gd name="T76" fmla="*/ 223 w 441"/>
                  <a:gd name="T77" fmla="*/ 78 h 344"/>
                  <a:gd name="T78" fmla="*/ 220 w 441"/>
                  <a:gd name="T79" fmla="*/ 78 h 344"/>
                  <a:gd name="T80" fmla="*/ 154 w 441"/>
                  <a:gd name="T81" fmla="*/ 106 h 344"/>
                  <a:gd name="T82" fmla="*/ 126 w 441"/>
                  <a:gd name="T83" fmla="*/ 172 h 344"/>
                  <a:gd name="T84" fmla="*/ 154 w 441"/>
                  <a:gd name="T85" fmla="*/ 239 h 344"/>
                  <a:gd name="T86" fmla="*/ 217 w 441"/>
                  <a:gd name="T87" fmla="*/ 266 h 344"/>
                  <a:gd name="T88" fmla="*/ 220 w 441"/>
                  <a:gd name="T89" fmla="*/ 266 h 344"/>
                  <a:gd name="T90" fmla="*/ 287 w 441"/>
                  <a:gd name="T91" fmla="*/ 239 h 344"/>
                  <a:gd name="T92" fmla="*/ 314 w 441"/>
                  <a:gd name="T93" fmla="*/ 172 h 344"/>
                  <a:gd name="T94" fmla="*/ 287 w 441"/>
                  <a:gd name="T95" fmla="*/ 106 h 344"/>
                  <a:gd name="T96" fmla="*/ 251 w 441"/>
                  <a:gd name="T97" fmla="*/ 83 h 344"/>
                  <a:gd name="T98" fmla="*/ 253 w 441"/>
                  <a:gd name="T99" fmla="*/ 73 h 344"/>
                  <a:gd name="T100" fmla="*/ 325 w 441"/>
                  <a:gd name="T101" fmla="*/ 172 h 344"/>
                  <a:gd name="T102" fmla="*/ 220 w 441"/>
                  <a:gd name="T103" fmla="*/ 277 h 344"/>
                  <a:gd name="T104" fmla="*/ 210 w 441"/>
                  <a:gd name="T105" fmla="*/ 277 h 344"/>
                  <a:gd name="T106" fmla="*/ 217 w 441"/>
                  <a:gd name="T107" fmla="*/ 266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1" h="344">
                    <a:moveTo>
                      <a:pt x="437" y="16"/>
                    </a:moveTo>
                    <a:cubicBezTo>
                      <a:pt x="439" y="16"/>
                      <a:pt x="441" y="14"/>
                      <a:pt x="441" y="12"/>
                    </a:cubicBezTo>
                    <a:cubicBezTo>
                      <a:pt x="441" y="4"/>
                      <a:pt x="441" y="4"/>
                      <a:pt x="441" y="4"/>
                    </a:cubicBezTo>
                    <a:cubicBezTo>
                      <a:pt x="441" y="2"/>
                      <a:pt x="439" y="0"/>
                      <a:pt x="437" y="0"/>
                    </a:cubicBezTo>
                    <a:cubicBezTo>
                      <a:pt x="4" y="0"/>
                      <a:pt x="4" y="0"/>
                      <a:pt x="4" y="0"/>
                    </a:cubicBezTo>
                    <a:cubicBezTo>
                      <a:pt x="2" y="0"/>
                      <a:pt x="0" y="2"/>
                      <a:pt x="0" y="4"/>
                    </a:cubicBezTo>
                    <a:cubicBezTo>
                      <a:pt x="0" y="12"/>
                      <a:pt x="0" y="12"/>
                      <a:pt x="0" y="12"/>
                    </a:cubicBezTo>
                    <a:cubicBezTo>
                      <a:pt x="0" y="14"/>
                      <a:pt x="2" y="16"/>
                      <a:pt x="4" y="16"/>
                    </a:cubicBezTo>
                    <a:cubicBezTo>
                      <a:pt x="41" y="16"/>
                      <a:pt x="41" y="16"/>
                      <a:pt x="41" y="16"/>
                    </a:cubicBezTo>
                    <a:cubicBezTo>
                      <a:pt x="41" y="329"/>
                      <a:pt x="41" y="329"/>
                      <a:pt x="41" y="329"/>
                    </a:cubicBezTo>
                    <a:cubicBezTo>
                      <a:pt x="4" y="329"/>
                      <a:pt x="4" y="329"/>
                      <a:pt x="4" y="329"/>
                    </a:cubicBezTo>
                    <a:cubicBezTo>
                      <a:pt x="2" y="329"/>
                      <a:pt x="0" y="331"/>
                      <a:pt x="0" y="333"/>
                    </a:cubicBezTo>
                    <a:cubicBezTo>
                      <a:pt x="0" y="340"/>
                      <a:pt x="0" y="340"/>
                      <a:pt x="0" y="340"/>
                    </a:cubicBezTo>
                    <a:cubicBezTo>
                      <a:pt x="0" y="343"/>
                      <a:pt x="2" y="344"/>
                      <a:pt x="4" y="344"/>
                    </a:cubicBezTo>
                    <a:cubicBezTo>
                      <a:pt x="437" y="344"/>
                      <a:pt x="437" y="344"/>
                      <a:pt x="437" y="344"/>
                    </a:cubicBezTo>
                    <a:cubicBezTo>
                      <a:pt x="439" y="344"/>
                      <a:pt x="441" y="343"/>
                      <a:pt x="441" y="340"/>
                    </a:cubicBezTo>
                    <a:cubicBezTo>
                      <a:pt x="441" y="333"/>
                      <a:pt x="441" y="333"/>
                      <a:pt x="441" y="333"/>
                    </a:cubicBezTo>
                    <a:cubicBezTo>
                      <a:pt x="441" y="331"/>
                      <a:pt x="439" y="329"/>
                      <a:pt x="437" y="329"/>
                    </a:cubicBezTo>
                    <a:cubicBezTo>
                      <a:pt x="399" y="329"/>
                      <a:pt x="399" y="329"/>
                      <a:pt x="399" y="329"/>
                    </a:cubicBezTo>
                    <a:cubicBezTo>
                      <a:pt x="399" y="16"/>
                      <a:pt x="399" y="16"/>
                      <a:pt x="399" y="16"/>
                    </a:cubicBezTo>
                    <a:lnTo>
                      <a:pt x="437" y="16"/>
                    </a:lnTo>
                    <a:close/>
                    <a:moveTo>
                      <a:pt x="166" y="185"/>
                    </a:moveTo>
                    <a:cubicBezTo>
                      <a:pt x="237" y="72"/>
                      <a:pt x="237" y="72"/>
                      <a:pt x="237" y="72"/>
                    </a:cubicBezTo>
                    <a:cubicBezTo>
                      <a:pt x="248" y="53"/>
                      <a:pt x="248" y="53"/>
                      <a:pt x="248" y="53"/>
                    </a:cubicBezTo>
                    <a:cubicBezTo>
                      <a:pt x="244" y="82"/>
                      <a:pt x="244" y="82"/>
                      <a:pt x="244" y="82"/>
                    </a:cubicBezTo>
                    <a:cubicBezTo>
                      <a:pt x="231" y="159"/>
                      <a:pt x="231" y="159"/>
                      <a:pt x="231" y="159"/>
                    </a:cubicBezTo>
                    <a:cubicBezTo>
                      <a:pt x="274" y="159"/>
                      <a:pt x="274" y="159"/>
                      <a:pt x="274" y="159"/>
                    </a:cubicBezTo>
                    <a:cubicBezTo>
                      <a:pt x="204" y="273"/>
                      <a:pt x="204" y="273"/>
                      <a:pt x="204" y="273"/>
                    </a:cubicBezTo>
                    <a:cubicBezTo>
                      <a:pt x="192" y="292"/>
                      <a:pt x="192" y="292"/>
                      <a:pt x="192" y="292"/>
                    </a:cubicBezTo>
                    <a:cubicBezTo>
                      <a:pt x="195" y="273"/>
                      <a:pt x="195" y="273"/>
                      <a:pt x="195" y="273"/>
                    </a:cubicBezTo>
                    <a:cubicBezTo>
                      <a:pt x="209" y="185"/>
                      <a:pt x="209" y="185"/>
                      <a:pt x="209" y="185"/>
                    </a:cubicBezTo>
                    <a:lnTo>
                      <a:pt x="166" y="185"/>
                    </a:lnTo>
                    <a:close/>
                    <a:moveTo>
                      <a:pt x="154" y="239"/>
                    </a:moveTo>
                    <a:cubicBezTo>
                      <a:pt x="164" y="249"/>
                      <a:pt x="176" y="256"/>
                      <a:pt x="189" y="261"/>
                    </a:cubicBezTo>
                    <a:cubicBezTo>
                      <a:pt x="187" y="272"/>
                      <a:pt x="187" y="272"/>
                      <a:pt x="187" y="272"/>
                    </a:cubicBezTo>
                    <a:cubicBezTo>
                      <a:pt x="145" y="258"/>
                      <a:pt x="115" y="219"/>
                      <a:pt x="115" y="172"/>
                    </a:cubicBezTo>
                    <a:cubicBezTo>
                      <a:pt x="115" y="114"/>
                      <a:pt x="162" y="67"/>
                      <a:pt x="220" y="67"/>
                    </a:cubicBezTo>
                    <a:cubicBezTo>
                      <a:pt x="223" y="67"/>
                      <a:pt x="227" y="67"/>
                      <a:pt x="230" y="68"/>
                    </a:cubicBezTo>
                    <a:cubicBezTo>
                      <a:pt x="223" y="78"/>
                      <a:pt x="223" y="78"/>
                      <a:pt x="223" y="78"/>
                    </a:cubicBezTo>
                    <a:cubicBezTo>
                      <a:pt x="222" y="78"/>
                      <a:pt x="221" y="78"/>
                      <a:pt x="220" y="78"/>
                    </a:cubicBezTo>
                    <a:cubicBezTo>
                      <a:pt x="194" y="78"/>
                      <a:pt x="171" y="89"/>
                      <a:pt x="154" y="106"/>
                    </a:cubicBezTo>
                    <a:cubicBezTo>
                      <a:pt x="137" y="123"/>
                      <a:pt x="126" y="146"/>
                      <a:pt x="126" y="172"/>
                    </a:cubicBezTo>
                    <a:cubicBezTo>
                      <a:pt x="126" y="198"/>
                      <a:pt x="137" y="222"/>
                      <a:pt x="154" y="239"/>
                    </a:cubicBezTo>
                    <a:close/>
                    <a:moveTo>
                      <a:pt x="217" y="266"/>
                    </a:moveTo>
                    <a:cubicBezTo>
                      <a:pt x="218" y="266"/>
                      <a:pt x="219" y="266"/>
                      <a:pt x="220" y="266"/>
                    </a:cubicBezTo>
                    <a:cubicBezTo>
                      <a:pt x="246" y="266"/>
                      <a:pt x="270" y="256"/>
                      <a:pt x="287" y="239"/>
                    </a:cubicBezTo>
                    <a:cubicBezTo>
                      <a:pt x="304" y="222"/>
                      <a:pt x="314" y="198"/>
                      <a:pt x="314" y="172"/>
                    </a:cubicBezTo>
                    <a:cubicBezTo>
                      <a:pt x="314" y="146"/>
                      <a:pt x="304" y="123"/>
                      <a:pt x="287" y="106"/>
                    </a:cubicBezTo>
                    <a:cubicBezTo>
                      <a:pt x="277" y="96"/>
                      <a:pt x="265" y="88"/>
                      <a:pt x="251" y="83"/>
                    </a:cubicBezTo>
                    <a:cubicBezTo>
                      <a:pt x="253" y="73"/>
                      <a:pt x="253" y="73"/>
                      <a:pt x="253" y="73"/>
                    </a:cubicBezTo>
                    <a:cubicBezTo>
                      <a:pt x="295" y="86"/>
                      <a:pt x="325" y="126"/>
                      <a:pt x="325" y="172"/>
                    </a:cubicBezTo>
                    <a:cubicBezTo>
                      <a:pt x="325" y="230"/>
                      <a:pt x="278" y="277"/>
                      <a:pt x="220" y="277"/>
                    </a:cubicBezTo>
                    <a:cubicBezTo>
                      <a:pt x="217" y="277"/>
                      <a:pt x="214" y="277"/>
                      <a:pt x="210" y="277"/>
                    </a:cubicBezTo>
                    <a:lnTo>
                      <a:pt x="217"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Freeform 97">
                <a:extLst>
                  <a:ext uri="{FF2B5EF4-FFF2-40B4-BE49-F238E27FC236}">
                    <a16:creationId xmlns:a16="http://schemas.microsoft.com/office/drawing/2014/main" id="{753F9765-FD26-ECE7-9C7A-1892FC955AC2}"/>
                  </a:ext>
                </a:extLst>
              </p:cNvPr>
              <p:cNvSpPr>
                <a:spLocks/>
              </p:cNvSpPr>
              <p:nvPr/>
            </p:nvSpPr>
            <p:spPr bwMode="auto">
              <a:xfrm>
                <a:off x="4483391" y="5292318"/>
                <a:ext cx="157204" cy="309874"/>
              </a:xfrm>
              <a:custGeom>
                <a:avLst/>
                <a:gdLst>
                  <a:gd name="T0" fmla="*/ 15 w 104"/>
                  <a:gd name="T1" fmla="*/ 209 h 229"/>
                  <a:gd name="T2" fmla="*/ 28 w 104"/>
                  <a:gd name="T3" fmla="*/ 224 h 229"/>
                  <a:gd name="T4" fmla="*/ 33 w 104"/>
                  <a:gd name="T5" fmla="*/ 229 h 229"/>
                  <a:gd name="T6" fmla="*/ 76 w 104"/>
                  <a:gd name="T7" fmla="*/ 224 h 229"/>
                  <a:gd name="T8" fmla="*/ 76 w 104"/>
                  <a:gd name="T9" fmla="*/ 224 h 229"/>
                  <a:gd name="T10" fmla="*/ 101 w 104"/>
                  <a:gd name="T11" fmla="*/ 208 h 229"/>
                  <a:gd name="T12" fmla="*/ 104 w 104"/>
                  <a:gd name="T13" fmla="*/ 201 h 229"/>
                  <a:gd name="T14" fmla="*/ 90 w 104"/>
                  <a:gd name="T15" fmla="*/ 195 h 229"/>
                  <a:gd name="T16" fmla="*/ 76 w 104"/>
                  <a:gd name="T17" fmla="*/ 180 h 229"/>
                  <a:gd name="T18" fmla="*/ 90 w 104"/>
                  <a:gd name="T19" fmla="*/ 165 h 229"/>
                  <a:gd name="T20" fmla="*/ 104 w 104"/>
                  <a:gd name="T21" fmla="*/ 160 h 229"/>
                  <a:gd name="T22" fmla="*/ 101 w 104"/>
                  <a:gd name="T23" fmla="*/ 153 h 229"/>
                  <a:gd name="T24" fmla="*/ 76 w 104"/>
                  <a:gd name="T25" fmla="*/ 137 h 229"/>
                  <a:gd name="T26" fmla="*/ 76 w 104"/>
                  <a:gd name="T27" fmla="*/ 136 h 229"/>
                  <a:gd name="T28" fmla="*/ 101 w 104"/>
                  <a:gd name="T29" fmla="*/ 120 h 229"/>
                  <a:gd name="T30" fmla="*/ 104 w 104"/>
                  <a:gd name="T31" fmla="*/ 113 h 229"/>
                  <a:gd name="T32" fmla="*/ 90 w 104"/>
                  <a:gd name="T33" fmla="*/ 108 h 229"/>
                  <a:gd name="T34" fmla="*/ 76 w 104"/>
                  <a:gd name="T35" fmla="*/ 93 h 229"/>
                  <a:gd name="T36" fmla="*/ 90 w 104"/>
                  <a:gd name="T37" fmla="*/ 77 h 229"/>
                  <a:gd name="T38" fmla="*/ 104 w 104"/>
                  <a:gd name="T39" fmla="*/ 72 h 229"/>
                  <a:gd name="T40" fmla="*/ 101 w 104"/>
                  <a:gd name="T41" fmla="*/ 65 h 229"/>
                  <a:gd name="T42" fmla="*/ 76 w 104"/>
                  <a:gd name="T43" fmla="*/ 49 h 229"/>
                  <a:gd name="T44" fmla="*/ 76 w 104"/>
                  <a:gd name="T45" fmla="*/ 48 h 229"/>
                  <a:gd name="T46" fmla="*/ 101 w 104"/>
                  <a:gd name="T47" fmla="*/ 32 h 229"/>
                  <a:gd name="T48" fmla="*/ 104 w 104"/>
                  <a:gd name="T49" fmla="*/ 25 h 229"/>
                  <a:gd name="T50" fmla="*/ 90 w 104"/>
                  <a:gd name="T51" fmla="*/ 20 h 229"/>
                  <a:gd name="T52" fmla="*/ 76 w 104"/>
                  <a:gd name="T53" fmla="*/ 5 h 229"/>
                  <a:gd name="T54" fmla="*/ 71 w 104"/>
                  <a:gd name="T55" fmla="*/ 0 h 229"/>
                  <a:gd name="T56" fmla="*/ 28 w 104"/>
                  <a:gd name="T57" fmla="*/ 5 h 229"/>
                  <a:gd name="T58" fmla="*/ 28 w 104"/>
                  <a:gd name="T59" fmla="*/ 5 h 229"/>
                  <a:gd name="T60" fmla="*/ 3 w 104"/>
                  <a:gd name="T61" fmla="*/ 21 h 229"/>
                  <a:gd name="T62" fmla="*/ 0 w 104"/>
                  <a:gd name="T63" fmla="*/ 28 h 229"/>
                  <a:gd name="T64" fmla="*/ 15 w 104"/>
                  <a:gd name="T65" fmla="*/ 33 h 229"/>
                  <a:gd name="T66" fmla="*/ 28 w 104"/>
                  <a:gd name="T67" fmla="*/ 49 h 229"/>
                  <a:gd name="T68" fmla="*/ 15 w 104"/>
                  <a:gd name="T69" fmla="*/ 64 h 229"/>
                  <a:gd name="T70" fmla="*/ 0 w 104"/>
                  <a:gd name="T71" fmla="*/ 69 h 229"/>
                  <a:gd name="T72" fmla="*/ 3 w 104"/>
                  <a:gd name="T73" fmla="*/ 76 h 229"/>
                  <a:gd name="T74" fmla="*/ 28 w 104"/>
                  <a:gd name="T75" fmla="*/ 92 h 229"/>
                  <a:gd name="T76" fmla="*/ 28 w 104"/>
                  <a:gd name="T77" fmla="*/ 93 h 229"/>
                  <a:gd name="T78" fmla="*/ 3 w 104"/>
                  <a:gd name="T79" fmla="*/ 109 h 229"/>
                  <a:gd name="T80" fmla="*/ 0 w 104"/>
                  <a:gd name="T81" fmla="*/ 116 h 229"/>
                  <a:gd name="T82" fmla="*/ 15 w 104"/>
                  <a:gd name="T83" fmla="*/ 121 h 229"/>
                  <a:gd name="T84" fmla="*/ 28 w 104"/>
                  <a:gd name="T85" fmla="*/ 136 h 229"/>
                  <a:gd name="T86" fmla="*/ 15 w 104"/>
                  <a:gd name="T87" fmla="*/ 152 h 229"/>
                  <a:gd name="T88" fmla="*/ 0 w 104"/>
                  <a:gd name="T89" fmla="*/ 157 h 229"/>
                  <a:gd name="T90" fmla="*/ 3 w 104"/>
                  <a:gd name="T91" fmla="*/ 164 h 229"/>
                  <a:gd name="T92" fmla="*/ 28 w 104"/>
                  <a:gd name="T93" fmla="*/ 180 h 229"/>
                  <a:gd name="T94" fmla="*/ 28 w 104"/>
                  <a:gd name="T95" fmla="*/ 180 h 229"/>
                  <a:gd name="T96" fmla="*/ 3 w 104"/>
                  <a:gd name="T97" fmla="*/ 197 h 229"/>
                  <a:gd name="T98" fmla="*/ 0 w 104"/>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1" y="229"/>
                      <a:pt x="71" y="229"/>
                      <a:pt x="71"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4" y="206"/>
                      <a:pt x="104" y="204"/>
                    </a:cubicBezTo>
                    <a:cubicBezTo>
                      <a:pt x="104" y="201"/>
                      <a:pt x="104" y="201"/>
                      <a:pt x="104" y="201"/>
                    </a:cubicBezTo>
                    <a:cubicBezTo>
                      <a:pt x="104"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4" y="162"/>
                      <a:pt x="104" y="160"/>
                    </a:cubicBezTo>
                    <a:cubicBezTo>
                      <a:pt x="104" y="157"/>
                      <a:pt x="104" y="157"/>
                      <a:pt x="104" y="157"/>
                    </a:cubicBezTo>
                    <a:cubicBezTo>
                      <a:pt x="104"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4" y="118"/>
                      <a:pt x="104" y="116"/>
                    </a:cubicBezTo>
                    <a:cubicBezTo>
                      <a:pt x="104" y="113"/>
                      <a:pt x="104" y="113"/>
                      <a:pt x="104" y="113"/>
                    </a:cubicBezTo>
                    <a:cubicBezTo>
                      <a:pt x="104"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4" y="74"/>
                      <a:pt x="104" y="72"/>
                    </a:cubicBezTo>
                    <a:cubicBezTo>
                      <a:pt x="104" y="69"/>
                      <a:pt x="104" y="69"/>
                      <a:pt x="104" y="69"/>
                    </a:cubicBezTo>
                    <a:cubicBezTo>
                      <a:pt x="104"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4" y="30"/>
                      <a:pt x="104" y="28"/>
                    </a:cubicBezTo>
                    <a:cubicBezTo>
                      <a:pt x="104" y="25"/>
                      <a:pt x="104" y="25"/>
                      <a:pt x="104" y="25"/>
                    </a:cubicBezTo>
                    <a:cubicBezTo>
                      <a:pt x="104"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1"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Freeform 98">
                <a:extLst>
                  <a:ext uri="{FF2B5EF4-FFF2-40B4-BE49-F238E27FC236}">
                    <a16:creationId xmlns:a16="http://schemas.microsoft.com/office/drawing/2014/main" id="{87C97161-7A16-321E-29FC-3B7830F9206A}"/>
                  </a:ext>
                </a:extLst>
              </p:cNvPr>
              <p:cNvSpPr>
                <a:spLocks/>
              </p:cNvSpPr>
              <p:nvPr/>
            </p:nvSpPr>
            <p:spPr bwMode="auto">
              <a:xfrm>
                <a:off x="4546970"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Freeform 99">
                <a:extLst>
                  <a:ext uri="{FF2B5EF4-FFF2-40B4-BE49-F238E27FC236}">
                    <a16:creationId xmlns:a16="http://schemas.microsoft.com/office/drawing/2014/main" id="{32B35D95-6459-4107-732A-5BB325902A5E}"/>
                  </a:ext>
                </a:extLst>
              </p:cNvPr>
              <p:cNvSpPr>
                <a:spLocks noEditPoints="1"/>
              </p:cNvSpPr>
              <p:nvPr/>
            </p:nvSpPr>
            <p:spPr bwMode="auto">
              <a:xfrm>
                <a:off x="4531728" y="5227143"/>
                <a:ext cx="60530" cy="31222"/>
              </a:xfrm>
              <a:custGeom>
                <a:avLst/>
                <a:gdLst>
                  <a:gd name="T0" fmla="*/ 5 w 40"/>
                  <a:gd name="T1" fmla="*/ 23 h 23"/>
                  <a:gd name="T2" fmla="*/ 35 w 40"/>
                  <a:gd name="T3" fmla="*/ 23 h 23"/>
                  <a:gd name="T4" fmla="*/ 40 w 40"/>
                  <a:gd name="T5" fmla="*/ 18 h 23"/>
                  <a:gd name="T6" fmla="*/ 40 w 40"/>
                  <a:gd name="T7" fmla="*/ 5 h 23"/>
                  <a:gd name="T8" fmla="*/ 35 w 40"/>
                  <a:gd name="T9" fmla="*/ 0 h 23"/>
                  <a:gd name="T10" fmla="*/ 5 w 40"/>
                  <a:gd name="T11" fmla="*/ 0 h 23"/>
                  <a:gd name="T12" fmla="*/ 0 w 40"/>
                  <a:gd name="T13" fmla="*/ 5 h 23"/>
                  <a:gd name="T14" fmla="*/ 0 w 40"/>
                  <a:gd name="T15" fmla="*/ 18 h 23"/>
                  <a:gd name="T16" fmla="*/ 5 w 40"/>
                  <a:gd name="T17" fmla="*/ 23 h 23"/>
                  <a:gd name="T18" fmla="*/ 5 w 40"/>
                  <a:gd name="T19" fmla="*/ 1 h 23"/>
                  <a:gd name="T20" fmla="*/ 7 w 40"/>
                  <a:gd name="T21" fmla="*/ 1 h 23"/>
                  <a:gd name="T22" fmla="*/ 10 w 40"/>
                  <a:gd name="T23" fmla="*/ 5 h 23"/>
                  <a:gd name="T24" fmla="*/ 20 w 40"/>
                  <a:gd name="T25" fmla="*/ 3 h 23"/>
                  <a:gd name="T26" fmla="*/ 30 w 40"/>
                  <a:gd name="T27" fmla="*/ 5 h 23"/>
                  <a:gd name="T28" fmla="*/ 33 w 40"/>
                  <a:gd name="T29" fmla="*/ 1 h 23"/>
                  <a:gd name="T30" fmla="*/ 35 w 40"/>
                  <a:gd name="T31" fmla="*/ 1 h 23"/>
                  <a:gd name="T32" fmla="*/ 31 w 40"/>
                  <a:gd name="T33" fmla="*/ 6 h 23"/>
                  <a:gd name="T34" fmla="*/ 31 w 40"/>
                  <a:gd name="T35" fmla="*/ 12 h 23"/>
                  <a:gd name="T36" fmla="*/ 31 w 40"/>
                  <a:gd name="T37" fmla="*/ 17 h 23"/>
                  <a:gd name="T38" fmla="*/ 35 w 40"/>
                  <a:gd name="T39" fmla="*/ 22 h 23"/>
                  <a:gd name="T40" fmla="*/ 33 w 40"/>
                  <a:gd name="T41" fmla="*/ 22 h 23"/>
                  <a:gd name="T42" fmla="*/ 30 w 40"/>
                  <a:gd name="T43" fmla="*/ 18 h 23"/>
                  <a:gd name="T44" fmla="*/ 20 w 40"/>
                  <a:gd name="T45" fmla="*/ 21 h 23"/>
                  <a:gd name="T46" fmla="*/ 10 w 40"/>
                  <a:gd name="T47" fmla="*/ 18 h 23"/>
                  <a:gd name="T48" fmla="*/ 7 w 40"/>
                  <a:gd name="T49" fmla="*/ 22 h 23"/>
                  <a:gd name="T50" fmla="*/ 5 w 40"/>
                  <a:gd name="T51" fmla="*/ 22 h 23"/>
                  <a:gd name="T52" fmla="*/ 9 w 40"/>
                  <a:gd name="T53" fmla="*/ 17 h 23"/>
                  <a:gd name="T54" fmla="*/ 9 w 40"/>
                  <a:gd name="T55" fmla="*/ 12 h 23"/>
                  <a:gd name="T56" fmla="*/ 9 w 40"/>
                  <a:gd name="T57" fmla="*/ 6 h 23"/>
                  <a:gd name="T58" fmla="*/ 5 w 40"/>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23">
                    <a:moveTo>
                      <a:pt x="5" y="23"/>
                    </a:moveTo>
                    <a:cubicBezTo>
                      <a:pt x="35" y="23"/>
                      <a:pt x="35" y="23"/>
                      <a:pt x="35" y="23"/>
                    </a:cubicBezTo>
                    <a:cubicBezTo>
                      <a:pt x="38" y="23"/>
                      <a:pt x="40" y="21"/>
                      <a:pt x="40" y="18"/>
                    </a:cubicBezTo>
                    <a:cubicBezTo>
                      <a:pt x="40" y="5"/>
                      <a:pt x="40" y="5"/>
                      <a:pt x="40" y="5"/>
                    </a:cubicBezTo>
                    <a:cubicBezTo>
                      <a:pt x="40" y="2"/>
                      <a:pt x="38" y="0"/>
                      <a:pt x="35" y="0"/>
                    </a:cubicBezTo>
                    <a:cubicBezTo>
                      <a:pt x="5" y="0"/>
                      <a:pt x="5" y="0"/>
                      <a:pt x="5" y="0"/>
                    </a:cubicBezTo>
                    <a:cubicBezTo>
                      <a:pt x="2" y="0"/>
                      <a:pt x="0" y="2"/>
                      <a:pt x="0" y="5"/>
                    </a:cubicBezTo>
                    <a:cubicBezTo>
                      <a:pt x="0" y="18"/>
                      <a:pt x="0" y="18"/>
                      <a:pt x="0" y="18"/>
                    </a:cubicBezTo>
                    <a:cubicBezTo>
                      <a:pt x="0" y="21"/>
                      <a:pt x="2" y="23"/>
                      <a:pt x="5" y="23"/>
                    </a:cubicBezTo>
                    <a:close/>
                    <a:moveTo>
                      <a:pt x="5" y="1"/>
                    </a:moveTo>
                    <a:cubicBezTo>
                      <a:pt x="7" y="1"/>
                      <a:pt x="7" y="1"/>
                      <a:pt x="7" y="1"/>
                    </a:cubicBezTo>
                    <a:cubicBezTo>
                      <a:pt x="8" y="2"/>
                      <a:pt x="9" y="4"/>
                      <a:pt x="10" y="5"/>
                    </a:cubicBezTo>
                    <a:cubicBezTo>
                      <a:pt x="14" y="3"/>
                      <a:pt x="17" y="2"/>
                      <a:pt x="20" y="3"/>
                    </a:cubicBezTo>
                    <a:cubicBezTo>
                      <a:pt x="23" y="2"/>
                      <a:pt x="26"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6" y="20"/>
                      <a:pt x="23" y="21"/>
                      <a:pt x="20" y="21"/>
                    </a:cubicBezTo>
                    <a:cubicBezTo>
                      <a:pt x="17" y="21"/>
                      <a:pt x="14" y="20"/>
                      <a:pt x="10" y="18"/>
                    </a:cubicBezTo>
                    <a:cubicBezTo>
                      <a:pt x="9" y="19"/>
                      <a:pt x="8" y="21"/>
                      <a:pt x="7" y="22"/>
                    </a:cubicBezTo>
                    <a:cubicBezTo>
                      <a:pt x="5" y="22"/>
                      <a:pt x="5" y="22"/>
                      <a:pt x="5" y="22"/>
                    </a:cubicBezTo>
                    <a:cubicBezTo>
                      <a:pt x="7" y="21"/>
                      <a:pt x="8" y="19"/>
                      <a:pt x="9" y="17"/>
                    </a:cubicBezTo>
                    <a:cubicBezTo>
                      <a:pt x="9" y="12"/>
                      <a:pt x="9" y="12"/>
                      <a:pt x="9" y="12"/>
                    </a:cubicBezTo>
                    <a:cubicBezTo>
                      <a:pt x="9" y="6"/>
                      <a:pt x="9" y="6"/>
                      <a:pt x="9" y="6"/>
                    </a:cubicBezTo>
                    <a:cubicBezTo>
                      <a:pt x="8"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8" name="Freeform 100">
                <a:extLst>
                  <a:ext uri="{FF2B5EF4-FFF2-40B4-BE49-F238E27FC236}">
                    <a16:creationId xmlns:a16="http://schemas.microsoft.com/office/drawing/2014/main" id="{E2991114-B260-31E5-D558-8E0CB337A5B7}"/>
                  </a:ext>
                </a:extLst>
              </p:cNvPr>
              <p:cNvSpPr>
                <a:spLocks/>
              </p:cNvSpPr>
              <p:nvPr/>
            </p:nvSpPr>
            <p:spPr bwMode="auto">
              <a:xfrm>
                <a:off x="4546970"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Freeform 101">
                <a:extLst>
                  <a:ext uri="{FF2B5EF4-FFF2-40B4-BE49-F238E27FC236}">
                    <a16:creationId xmlns:a16="http://schemas.microsoft.com/office/drawing/2014/main" id="{370E1C17-7FDB-C0EE-230B-A912BF87B250}"/>
                  </a:ext>
                </a:extLst>
              </p:cNvPr>
              <p:cNvSpPr>
                <a:spLocks/>
              </p:cNvSpPr>
              <p:nvPr/>
            </p:nvSpPr>
            <p:spPr bwMode="auto">
              <a:xfrm>
                <a:off x="4550018"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0" name="Rectangle 102">
                <a:extLst>
                  <a:ext uri="{FF2B5EF4-FFF2-40B4-BE49-F238E27FC236}">
                    <a16:creationId xmlns:a16="http://schemas.microsoft.com/office/drawing/2014/main" id="{CA7D734D-7389-8664-6FCF-6D1E677BE3DE}"/>
                  </a:ext>
                </a:extLst>
              </p:cNvPr>
              <p:cNvSpPr>
                <a:spLocks noChangeArrowheads="1"/>
              </p:cNvSpPr>
              <p:nvPr/>
            </p:nvSpPr>
            <p:spPr bwMode="auto">
              <a:xfrm>
                <a:off x="4550018"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1" name="Freeform 103">
                <a:extLst>
                  <a:ext uri="{FF2B5EF4-FFF2-40B4-BE49-F238E27FC236}">
                    <a16:creationId xmlns:a16="http://schemas.microsoft.com/office/drawing/2014/main" id="{87F7067E-7802-B9D9-0985-8B41B96EE903}"/>
                  </a:ext>
                </a:extLst>
              </p:cNvPr>
              <p:cNvSpPr>
                <a:spLocks noEditPoints="1"/>
              </p:cNvSpPr>
              <p:nvPr/>
            </p:nvSpPr>
            <p:spPr bwMode="auto">
              <a:xfrm>
                <a:off x="4531728" y="5183823"/>
                <a:ext cx="60530" cy="32783"/>
              </a:xfrm>
              <a:custGeom>
                <a:avLst/>
                <a:gdLst>
                  <a:gd name="T0" fmla="*/ 5 w 40"/>
                  <a:gd name="T1" fmla="*/ 24 h 24"/>
                  <a:gd name="T2" fmla="*/ 35 w 40"/>
                  <a:gd name="T3" fmla="*/ 24 h 24"/>
                  <a:gd name="T4" fmla="*/ 40 w 40"/>
                  <a:gd name="T5" fmla="*/ 18 h 24"/>
                  <a:gd name="T6" fmla="*/ 40 w 40"/>
                  <a:gd name="T7" fmla="*/ 6 h 24"/>
                  <a:gd name="T8" fmla="*/ 35 w 40"/>
                  <a:gd name="T9" fmla="*/ 0 h 24"/>
                  <a:gd name="T10" fmla="*/ 5 w 40"/>
                  <a:gd name="T11" fmla="*/ 0 h 24"/>
                  <a:gd name="T12" fmla="*/ 0 w 40"/>
                  <a:gd name="T13" fmla="*/ 6 h 24"/>
                  <a:gd name="T14" fmla="*/ 0 w 40"/>
                  <a:gd name="T15" fmla="*/ 18 h 24"/>
                  <a:gd name="T16" fmla="*/ 5 w 40"/>
                  <a:gd name="T17" fmla="*/ 24 h 24"/>
                  <a:gd name="T18" fmla="*/ 5 w 40"/>
                  <a:gd name="T19" fmla="*/ 2 h 24"/>
                  <a:gd name="T20" fmla="*/ 7 w 40"/>
                  <a:gd name="T21" fmla="*/ 2 h 24"/>
                  <a:gd name="T22" fmla="*/ 10 w 40"/>
                  <a:gd name="T23" fmla="*/ 6 h 24"/>
                  <a:gd name="T24" fmla="*/ 20 w 40"/>
                  <a:gd name="T25" fmla="*/ 3 h 24"/>
                  <a:gd name="T26" fmla="*/ 30 w 40"/>
                  <a:gd name="T27" fmla="*/ 6 h 24"/>
                  <a:gd name="T28" fmla="*/ 33 w 40"/>
                  <a:gd name="T29" fmla="*/ 2 h 24"/>
                  <a:gd name="T30" fmla="*/ 35 w 40"/>
                  <a:gd name="T31" fmla="*/ 2 h 24"/>
                  <a:gd name="T32" fmla="*/ 31 w 40"/>
                  <a:gd name="T33" fmla="*/ 7 h 24"/>
                  <a:gd name="T34" fmla="*/ 31 w 40"/>
                  <a:gd name="T35" fmla="*/ 12 h 24"/>
                  <a:gd name="T36" fmla="*/ 31 w 40"/>
                  <a:gd name="T37" fmla="*/ 18 h 24"/>
                  <a:gd name="T38" fmla="*/ 35 w 40"/>
                  <a:gd name="T39" fmla="*/ 23 h 24"/>
                  <a:gd name="T40" fmla="*/ 33 w 40"/>
                  <a:gd name="T41" fmla="*/ 23 h 24"/>
                  <a:gd name="T42" fmla="*/ 30 w 40"/>
                  <a:gd name="T43" fmla="*/ 18 h 24"/>
                  <a:gd name="T44" fmla="*/ 20 w 40"/>
                  <a:gd name="T45" fmla="*/ 21 h 24"/>
                  <a:gd name="T46" fmla="*/ 10 w 40"/>
                  <a:gd name="T47" fmla="*/ 18 h 24"/>
                  <a:gd name="T48" fmla="*/ 7 w 40"/>
                  <a:gd name="T49" fmla="*/ 23 h 24"/>
                  <a:gd name="T50" fmla="*/ 5 w 40"/>
                  <a:gd name="T51" fmla="*/ 23 h 24"/>
                  <a:gd name="T52" fmla="*/ 9 w 40"/>
                  <a:gd name="T53" fmla="*/ 18 h 24"/>
                  <a:gd name="T54" fmla="*/ 9 w 40"/>
                  <a:gd name="T55" fmla="*/ 12 h 24"/>
                  <a:gd name="T56" fmla="*/ 9 w 40"/>
                  <a:gd name="T57" fmla="*/ 7 h 24"/>
                  <a:gd name="T58" fmla="*/ 5 w 40"/>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24">
                    <a:moveTo>
                      <a:pt x="5" y="24"/>
                    </a:moveTo>
                    <a:cubicBezTo>
                      <a:pt x="35" y="24"/>
                      <a:pt x="35" y="24"/>
                      <a:pt x="35" y="24"/>
                    </a:cubicBezTo>
                    <a:cubicBezTo>
                      <a:pt x="38" y="24"/>
                      <a:pt x="40" y="21"/>
                      <a:pt x="40" y="18"/>
                    </a:cubicBezTo>
                    <a:cubicBezTo>
                      <a:pt x="40" y="6"/>
                      <a:pt x="40" y="6"/>
                      <a:pt x="40" y="6"/>
                    </a:cubicBezTo>
                    <a:cubicBezTo>
                      <a:pt x="40" y="3"/>
                      <a:pt x="38" y="0"/>
                      <a:pt x="35" y="0"/>
                    </a:cubicBezTo>
                    <a:cubicBezTo>
                      <a:pt x="5" y="0"/>
                      <a:pt x="5" y="0"/>
                      <a:pt x="5" y="0"/>
                    </a:cubicBezTo>
                    <a:cubicBezTo>
                      <a:pt x="2" y="0"/>
                      <a:pt x="0" y="3"/>
                      <a:pt x="0" y="6"/>
                    </a:cubicBezTo>
                    <a:cubicBezTo>
                      <a:pt x="0" y="18"/>
                      <a:pt x="0" y="18"/>
                      <a:pt x="0" y="18"/>
                    </a:cubicBezTo>
                    <a:cubicBezTo>
                      <a:pt x="0" y="21"/>
                      <a:pt x="2" y="24"/>
                      <a:pt x="5" y="24"/>
                    </a:cubicBezTo>
                    <a:close/>
                    <a:moveTo>
                      <a:pt x="5" y="2"/>
                    </a:moveTo>
                    <a:cubicBezTo>
                      <a:pt x="7" y="2"/>
                      <a:pt x="7" y="2"/>
                      <a:pt x="7" y="2"/>
                    </a:cubicBezTo>
                    <a:cubicBezTo>
                      <a:pt x="8" y="3"/>
                      <a:pt x="9" y="4"/>
                      <a:pt x="10" y="6"/>
                    </a:cubicBezTo>
                    <a:cubicBezTo>
                      <a:pt x="14" y="4"/>
                      <a:pt x="17" y="3"/>
                      <a:pt x="20" y="3"/>
                    </a:cubicBezTo>
                    <a:cubicBezTo>
                      <a:pt x="23" y="3"/>
                      <a:pt x="26"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6" y="20"/>
                      <a:pt x="23" y="21"/>
                      <a:pt x="20" y="21"/>
                    </a:cubicBezTo>
                    <a:cubicBezTo>
                      <a:pt x="17" y="21"/>
                      <a:pt x="14" y="20"/>
                      <a:pt x="10" y="18"/>
                    </a:cubicBezTo>
                    <a:cubicBezTo>
                      <a:pt x="9" y="20"/>
                      <a:pt x="8" y="21"/>
                      <a:pt x="7" y="23"/>
                    </a:cubicBezTo>
                    <a:cubicBezTo>
                      <a:pt x="5" y="23"/>
                      <a:pt x="5" y="23"/>
                      <a:pt x="5" y="23"/>
                    </a:cubicBezTo>
                    <a:cubicBezTo>
                      <a:pt x="7" y="21"/>
                      <a:pt x="8" y="20"/>
                      <a:pt x="9" y="18"/>
                    </a:cubicBezTo>
                    <a:cubicBezTo>
                      <a:pt x="9" y="12"/>
                      <a:pt x="9" y="12"/>
                      <a:pt x="9" y="12"/>
                    </a:cubicBezTo>
                    <a:cubicBezTo>
                      <a:pt x="9" y="7"/>
                      <a:pt x="9" y="7"/>
                      <a:pt x="9" y="7"/>
                    </a:cubicBezTo>
                    <a:cubicBezTo>
                      <a:pt x="8"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Freeform 104">
                <a:extLst>
                  <a:ext uri="{FF2B5EF4-FFF2-40B4-BE49-F238E27FC236}">
                    <a16:creationId xmlns:a16="http://schemas.microsoft.com/office/drawing/2014/main" id="{419A5A35-4340-E15A-595F-3833028BC013}"/>
                  </a:ext>
                </a:extLst>
              </p:cNvPr>
              <p:cNvSpPr>
                <a:spLocks/>
              </p:cNvSpPr>
              <p:nvPr/>
            </p:nvSpPr>
            <p:spPr bwMode="auto">
              <a:xfrm>
                <a:off x="4693287" y="5292318"/>
                <a:ext cx="158510" cy="309874"/>
              </a:xfrm>
              <a:custGeom>
                <a:avLst/>
                <a:gdLst>
                  <a:gd name="T0" fmla="*/ 15 w 105"/>
                  <a:gd name="T1" fmla="*/ 209 h 229"/>
                  <a:gd name="T2" fmla="*/ 28 w 105"/>
                  <a:gd name="T3" fmla="*/ 224 h 229"/>
                  <a:gd name="T4" fmla="*/ 33 w 105"/>
                  <a:gd name="T5" fmla="*/ 229 h 229"/>
                  <a:gd name="T6" fmla="*/ 76 w 105"/>
                  <a:gd name="T7" fmla="*/ 224 h 229"/>
                  <a:gd name="T8" fmla="*/ 76 w 105"/>
                  <a:gd name="T9" fmla="*/ 224 h 229"/>
                  <a:gd name="T10" fmla="*/ 101 w 105"/>
                  <a:gd name="T11" fmla="*/ 208 h 229"/>
                  <a:gd name="T12" fmla="*/ 105 w 105"/>
                  <a:gd name="T13" fmla="*/ 201 h 229"/>
                  <a:gd name="T14" fmla="*/ 90 w 105"/>
                  <a:gd name="T15" fmla="*/ 195 h 229"/>
                  <a:gd name="T16" fmla="*/ 76 w 105"/>
                  <a:gd name="T17" fmla="*/ 180 h 229"/>
                  <a:gd name="T18" fmla="*/ 90 w 105"/>
                  <a:gd name="T19" fmla="*/ 165 h 229"/>
                  <a:gd name="T20" fmla="*/ 105 w 105"/>
                  <a:gd name="T21" fmla="*/ 160 h 229"/>
                  <a:gd name="T22" fmla="*/ 101 w 105"/>
                  <a:gd name="T23" fmla="*/ 153 h 229"/>
                  <a:gd name="T24" fmla="*/ 76 w 105"/>
                  <a:gd name="T25" fmla="*/ 137 h 229"/>
                  <a:gd name="T26" fmla="*/ 76 w 105"/>
                  <a:gd name="T27" fmla="*/ 136 h 229"/>
                  <a:gd name="T28" fmla="*/ 101 w 105"/>
                  <a:gd name="T29" fmla="*/ 120 h 229"/>
                  <a:gd name="T30" fmla="*/ 105 w 105"/>
                  <a:gd name="T31" fmla="*/ 113 h 229"/>
                  <a:gd name="T32" fmla="*/ 90 w 105"/>
                  <a:gd name="T33" fmla="*/ 108 h 229"/>
                  <a:gd name="T34" fmla="*/ 76 w 105"/>
                  <a:gd name="T35" fmla="*/ 93 h 229"/>
                  <a:gd name="T36" fmla="*/ 90 w 105"/>
                  <a:gd name="T37" fmla="*/ 77 h 229"/>
                  <a:gd name="T38" fmla="*/ 105 w 105"/>
                  <a:gd name="T39" fmla="*/ 72 h 229"/>
                  <a:gd name="T40" fmla="*/ 101 w 105"/>
                  <a:gd name="T41" fmla="*/ 65 h 229"/>
                  <a:gd name="T42" fmla="*/ 76 w 105"/>
                  <a:gd name="T43" fmla="*/ 49 h 229"/>
                  <a:gd name="T44" fmla="*/ 76 w 105"/>
                  <a:gd name="T45" fmla="*/ 48 h 229"/>
                  <a:gd name="T46" fmla="*/ 101 w 105"/>
                  <a:gd name="T47" fmla="*/ 32 h 229"/>
                  <a:gd name="T48" fmla="*/ 105 w 105"/>
                  <a:gd name="T49" fmla="*/ 25 h 229"/>
                  <a:gd name="T50" fmla="*/ 90 w 105"/>
                  <a:gd name="T51" fmla="*/ 20 h 229"/>
                  <a:gd name="T52" fmla="*/ 76 w 105"/>
                  <a:gd name="T53" fmla="*/ 5 h 229"/>
                  <a:gd name="T54" fmla="*/ 71 w 105"/>
                  <a:gd name="T55" fmla="*/ 0 h 229"/>
                  <a:gd name="T56" fmla="*/ 28 w 105"/>
                  <a:gd name="T57" fmla="*/ 5 h 229"/>
                  <a:gd name="T58" fmla="*/ 28 w 105"/>
                  <a:gd name="T59" fmla="*/ 5 h 229"/>
                  <a:gd name="T60" fmla="*/ 3 w 105"/>
                  <a:gd name="T61" fmla="*/ 21 h 229"/>
                  <a:gd name="T62" fmla="*/ 0 w 105"/>
                  <a:gd name="T63" fmla="*/ 28 h 229"/>
                  <a:gd name="T64" fmla="*/ 15 w 105"/>
                  <a:gd name="T65" fmla="*/ 33 h 229"/>
                  <a:gd name="T66" fmla="*/ 28 w 105"/>
                  <a:gd name="T67" fmla="*/ 49 h 229"/>
                  <a:gd name="T68" fmla="*/ 15 w 105"/>
                  <a:gd name="T69" fmla="*/ 64 h 229"/>
                  <a:gd name="T70" fmla="*/ 0 w 105"/>
                  <a:gd name="T71" fmla="*/ 69 h 229"/>
                  <a:gd name="T72" fmla="*/ 3 w 105"/>
                  <a:gd name="T73" fmla="*/ 76 h 229"/>
                  <a:gd name="T74" fmla="*/ 28 w 105"/>
                  <a:gd name="T75" fmla="*/ 92 h 229"/>
                  <a:gd name="T76" fmla="*/ 28 w 105"/>
                  <a:gd name="T77" fmla="*/ 93 h 229"/>
                  <a:gd name="T78" fmla="*/ 3 w 105"/>
                  <a:gd name="T79" fmla="*/ 109 h 229"/>
                  <a:gd name="T80" fmla="*/ 0 w 105"/>
                  <a:gd name="T81" fmla="*/ 116 h 229"/>
                  <a:gd name="T82" fmla="*/ 15 w 105"/>
                  <a:gd name="T83" fmla="*/ 121 h 229"/>
                  <a:gd name="T84" fmla="*/ 28 w 105"/>
                  <a:gd name="T85" fmla="*/ 136 h 229"/>
                  <a:gd name="T86" fmla="*/ 15 w 105"/>
                  <a:gd name="T87" fmla="*/ 152 h 229"/>
                  <a:gd name="T88" fmla="*/ 0 w 105"/>
                  <a:gd name="T89" fmla="*/ 157 h 229"/>
                  <a:gd name="T90" fmla="*/ 3 w 105"/>
                  <a:gd name="T91" fmla="*/ 164 h 229"/>
                  <a:gd name="T92" fmla="*/ 28 w 105"/>
                  <a:gd name="T93" fmla="*/ 180 h 229"/>
                  <a:gd name="T94" fmla="*/ 28 w 105"/>
                  <a:gd name="T95" fmla="*/ 180 h 229"/>
                  <a:gd name="T96" fmla="*/ 3 w 105"/>
                  <a:gd name="T97" fmla="*/ 197 h 229"/>
                  <a:gd name="T98" fmla="*/ 0 w 105"/>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1" y="229"/>
                      <a:pt x="71" y="229"/>
                      <a:pt x="71"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5" y="206"/>
                      <a:pt x="105" y="204"/>
                    </a:cubicBezTo>
                    <a:cubicBezTo>
                      <a:pt x="105" y="201"/>
                      <a:pt x="105" y="201"/>
                      <a:pt x="105" y="201"/>
                    </a:cubicBezTo>
                    <a:cubicBezTo>
                      <a:pt x="105"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5" y="162"/>
                      <a:pt x="105" y="160"/>
                    </a:cubicBezTo>
                    <a:cubicBezTo>
                      <a:pt x="105" y="157"/>
                      <a:pt x="105" y="157"/>
                      <a:pt x="105" y="157"/>
                    </a:cubicBezTo>
                    <a:cubicBezTo>
                      <a:pt x="105"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5" y="118"/>
                      <a:pt x="105" y="116"/>
                    </a:cubicBezTo>
                    <a:cubicBezTo>
                      <a:pt x="105" y="113"/>
                      <a:pt x="105" y="113"/>
                      <a:pt x="105" y="113"/>
                    </a:cubicBezTo>
                    <a:cubicBezTo>
                      <a:pt x="105"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5" y="74"/>
                      <a:pt x="105" y="72"/>
                    </a:cubicBezTo>
                    <a:cubicBezTo>
                      <a:pt x="105" y="69"/>
                      <a:pt x="105" y="69"/>
                      <a:pt x="105" y="69"/>
                    </a:cubicBezTo>
                    <a:cubicBezTo>
                      <a:pt x="105"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5" y="30"/>
                      <a:pt x="105" y="28"/>
                    </a:cubicBezTo>
                    <a:cubicBezTo>
                      <a:pt x="105" y="25"/>
                      <a:pt x="105" y="25"/>
                      <a:pt x="105" y="25"/>
                    </a:cubicBezTo>
                    <a:cubicBezTo>
                      <a:pt x="105"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1"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Freeform 105">
                <a:extLst>
                  <a:ext uri="{FF2B5EF4-FFF2-40B4-BE49-F238E27FC236}">
                    <a16:creationId xmlns:a16="http://schemas.microsoft.com/office/drawing/2014/main" id="{F9FD6415-2BBC-CE03-10E3-820BEE3D48E8}"/>
                  </a:ext>
                </a:extLst>
              </p:cNvPr>
              <p:cNvSpPr>
                <a:spLocks/>
              </p:cNvSpPr>
              <p:nvPr/>
            </p:nvSpPr>
            <p:spPr bwMode="auto">
              <a:xfrm>
                <a:off x="4756865"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Freeform 106">
                <a:extLst>
                  <a:ext uri="{FF2B5EF4-FFF2-40B4-BE49-F238E27FC236}">
                    <a16:creationId xmlns:a16="http://schemas.microsoft.com/office/drawing/2014/main" id="{5397A996-1A6B-AE8D-63DF-10B24120A28C}"/>
                  </a:ext>
                </a:extLst>
              </p:cNvPr>
              <p:cNvSpPr>
                <a:spLocks noEditPoints="1"/>
              </p:cNvSpPr>
              <p:nvPr/>
            </p:nvSpPr>
            <p:spPr bwMode="auto">
              <a:xfrm>
                <a:off x="4741623" y="5227143"/>
                <a:ext cx="61836" cy="31222"/>
              </a:xfrm>
              <a:custGeom>
                <a:avLst/>
                <a:gdLst>
                  <a:gd name="T0" fmla="*/ 6 w 41"/>
                  <a:gd name="T1" fmla="*/ 23 h 23"/>
                  <a:gd name="T2" fmla="*/ 35 w 41"/>
                  <a:gd name="T3" fmla="*/ 23 h 23"/>
                  <a:gd name="T4" fmla="*/ 41 w 41"/>
                  <a:gd name="T5" fmla="*/ 18 h 23"/>
                  <a:gd name="T6" fmla="*/ 41 w 41"/>
                  <a:gd name="T7" fmla="*/ 5 h 23"/>
                  <a:gd name="T8" fmla="*/ 35 w 41"/>
                  <a:gd name="T9" fmla="*/ 0 h 23"/>
                  <a:gd name="T10" fmla="*/ 6 w 41"/>
                  <a:gd name="T11" fmla="*/ 0 h 23"/>
                  <a:gd name="T12" fmla="*/ 0 w 41"/>
                  <a:gd name="T13" fmla="*/ 5 h 23"/>
                  <a:gd name="T14" fmla="*/ 0 w 41"/>
                  <a:gd name="T15" fmla="*/ 18 h 23"/>
                  <a:gd name="T16" fmla="*/ 6 w 41"/>
                  <a:gd name="T17" fmla="*/ 23 h 23"/>
                  <a:gd name="T18" fmla="*/ 5 w 41"/>
                  <a:gd name="T19" fmla="*/ 1 h 23"/>
                  <a:gd name="T20" fmla="*/ 7 w 41"/>
                  <a:gd name="T21" fmla="*/ 1 h 23"/>
                  <a:gd name="T22" fmla="*/ 10 w 41"/>
                  <a:gd name="T23" fmla="*/ 5 h 23"/>
                  <a:gd name="T24" fmla="*/ 20 w 41"/>
                  <a:gd name="T25" fmla="*/ 3 h 23"/>
                  <a:gd name="T26" fmla="*/ 30 w 41"/>
                  <a:gd name="T27" fmla="*/ 5 h 23"/>
                  <a:gd name="T28" fmla="*/ 33 w 41"/>
                  <a:gd name="T29" fmla="*/ 1 h 23"/>
                  <a:gd name="T30" fmla="*/ 35 w 41"/>
                  <a:gd name="T31" fmla="*/ 1 h 23"/>
                  <a:gd name="T32" fmla="*/ 31 w 41"/>
                  <a:gd name="T33" fmla="*/ 6 h 23"/>
                  <a:gd name="T34" fmla="*/ 31 w 41"/>
                  <a:gd name="T35" fmla="*/ 12 h 23"/>
                  <a:gd name="T36" fmla="*/ 31 w 41"/>
                  <a:gd name="T37" fmla="*/ 17 h 23"/>
                  <a:gd name="T38" fmla="*/ 35 w 41"/>
                  <a:gd name="T39" fmla="*/ 22 h 23"/>
                  <a:gd name="T40" fmla="*/ 33 w 41"/>
                  <a:gd name="T41" fmla="*/ 22 h 23"/>
                  <a:gd name="T42" fmla="*/ 30 w 41"/>
                  <a:gd name="T43" fmla="*/ 18 h 23"/>
                  <a:gd name="T44" fmla="*/ 20 w 41"/>
                  <a:gd name="T45" fmla="*/ 21 h 23"/>
                  <a:gd name="T46" fmla="*/ 10 w 41"/>
                  <a:gd name="T47" fmla="*/ 18 h 23"/>
                  <a:gd name="T48" fmla="*/ 7 w 41"/>
                  <a:gd name="T49" fmla="*/ 22 h 23"/>
                  <a:gd name="T50" fmla="*/ 5 w 41"/>
                  <a:gd name="T51" fmla="*/ 22 h 23"/>
                  <a:gd name="T52" fmla="*/ 9 w 41"/>
                  <a:gd name="T53" fmla="*/ 17 h 23"/>
                  <a:gd name="T54" fmla="*/ 9 w 41"/>
                  <a:gd name="T55" fmla="*/ 12 h 23"/>
                  <a:gd name="T56" fmla="*/ 9 w 41"/>
                  <a:gd name="T57" fmla="*/ 6 h 23"/>
                  <a:gd name="T58" fmla="*/ 5 w 41"/>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3">
                    <a:moveTo>
                      <a:pt x="6" y="23"/>
                    </a:moveTo>
                    <a:cubicBezTo>
                      <a:pt x="35" y="23"/>
                      <a:pt x="35" y="23"/>
                      <a:pt x="35" y="23"/>
                    </a:cubicBezTo>
                    <a:cubicBezTo>
                      <a:pt x="38" y="23"/>
                      <a:pt x="41" y="21"/>
                      <a:pt x="41" y="18"/>
                    </a:cubicBezTo>
                    <a:cubicBezTo>
                      <a:pt x="41" y="5"/>
                      <a:pt x="41" y="5"/>
                      <a:pt x="41" y="5"/>
                    </a:cubicBezTo>
                    <a:cubicBezTo>
                      <a:pt x="41" y="2"/>
                      <a:pt x="38" y="0"/>
                      <a:pt x="35" y="0"/>
                    </a:cubicBezTo>
                    <a:cubicBezTo>
                      <a:pt x="6" y="0"/>
                      <a:pt x="6" y="0"/>
                      <a:pt x="6" y="0"/>
                    </a:cubicBezTo>
                    <a:cubicBezTo>
                      <a:pt x="2" y="0"/>
                      <a:pt x="0" y="2"/>
                      <a:pt x="0" y="5"/>
                    </a:cubicBezTo>
                    <a:cubicBezTo>
                      <a:pt x="0" y="18"/>
                      <a:pt x="0" y="18"/>
                      <a:pt x="0" y="18"/>
                    </a:cubicBezTo>
                    <a:cubicBezTo>
                      <a:pt x="0" y="21"/>
                      <a:pt x="2" y="23"/>
                      <a:pt x="6" y="23"/>
                    </a:cubicBezTo>
                    <a:close/>
                    <a:moveTo>
                      <a:pt x="5" y="1"/>
                    </a:moveTo>
                    <a:cubicBezTo>
                      <a:pt x="7" y="1"/>
                      <a:pt x="7" y="1"/>
                      <a:pt x="7" y="1"/>
                    </a:cubicBezTo>
                    <a:cubicBezTo>
                      <a:pt x="8" y="2"/>
                      <a:pt x="9" y="4"/>
                      <a:pt x="10" y="5"/>
                    </a:cubicBezTo>
                    <a:cubicBezTo>
                      <a:pt x="14" y="3"/>
                      <a:pt x="17" y="2"/>
                      <a:pt x="20" y="3"/>
                    </a:cubicBezTo>
                    <a:cubicBezTo>
                      <a:pt x="23" y="2"/>
                      <a:pt x="26"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6" y="20"/>
                      <a:pt x="23" y="21"/>
                      <a:pt x="20" y="21"/>
                    </a:cubicBezTo>
                    <a:cubicBezTo>
                      <a:pt x="17" y="21"/>
                      <a:pt x="14" y="20"/>
                      <a:pt x="10" y="18"/>
                    </a:cubicBezTo>
                    <a:cubicBezTo>
                      <a:pt x="9" y="19"/>
                      <a:pt x="8" y="21"/>
                      <a:pt x="7" y="22"/>
                    </a:cubicBezTo>
                    <a:cubicBezTo>
                      <a:pt x="5" y="22"/>
                      <a:pt x="5" y="22"/>
                      <a:pt x="5" y="22"/>
                    </a:cubicBezTo>
                    <a:cubicBezTo>
                      <a:pt x="7" y="21"/>
                      <a:pt x="8" y="19"/>
                      <a:pt x="9" y="17"/>
                    </a:cubicBezTo>
                    <a:cubicBezTo>
                      <a:pt x="9" y="12"/>
                      <a:pt x="9" y="12"/>
                      <a:pt x="9" y="12"/>
                    </a:cubicBezTo>
                    <a:cubicBezTo>
                      <a:pt x="9" y="6"/>
                      <a:pt x="9" y="6"/>
                      <a:pt x="9" y="6"/>
                    </a:cubicBezTo>
                    <a:cubicBezTo>
                      <a:pt x="8"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Freeform 107">
                <a:extLst>
                  <a:ext uri="{FF2B5EF4-FFF2-40B4-BE49-F238E27FC236}">
                    <a16:creationId xmlns:a16="http://schemas.microsoft.com/office/drawing/2014/main" id="{4592010C-A3EB-2748-1A0E-A5C9813E01DF}"/>
                  </a:ext>
                </a:extLst>
              </p:cNvPr>
              <p:cNvSpPr>
                <a:spLocks/>
              </p:cNvSpPr>
              <p:nvPr/>
            </p:nvSpPr>
            <p:spPr bwMode="auto">
              <a:xfrm>
                <a:off x="4756865"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Freeform 108">
                <a:extLst>
                  <a:ext uri="{FF2B5EF4-FFF2-40B4-BE49-F238E27FC236}">
                    <a16:creationId xmlns:a16="http://schemas.microsoft.com/office/drawing/2014/main" id="{6FF441A7-0135-1FE6-252E-130ABAB63867}"/>
                  </a:ext>
                </a:extLst>
              </p:cNvPr>
              <p:cNvSpPr>
                <a:spLocks/>
              </p:cNvSpPr>
              <p:nvPr/>
            </p:nvSpPr>
            <p:spPr bwMode="auto">
              <a:xfrm>
                <a:off x="4759913"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Rectangle 109">
                <a:extLst>
                  <a:ext uri="{FF2B5EF4-FFF2-40B4-BE49-F238E27FC236}">
                    <a16:creationId xmlns:a16="http://schemas.microsoft.com/office/drawing/2014/main" id="{50FE2AE0-851A-96A4-39A1-FA664E0F4502}"/>
                  </a:ext>
                </a:extLst>
              </p:cNvPr>
              <p:cNvSpPr>
                <a:spLocks noChangeArrowheads="1"/>
              </p:cNvSpPr>
              <p:nvPr/>
            </p:nvSpPr>
            <p:spPr bwMode="auto">
              <a:xfrm>
                <a:off x="4759913"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Freeform 110">
                <a:extLst>
                  <a:ext uri="{FF2B5EF4-FFF2-40B4-BE49-F238E27FC236}">
                    <a16:creationId xmlns:a16="http://schemas.microsoft.com/office/drawing/2014/main" id="{63F9F2AC-E31B-B849-C272-9474A5BFCB79}"/>
                  </a:ext>
                </a:extLst>
              </p:cNvPr>
              <p:cNvSpPr>
                <a:spLocks noEditPoints="1"/>
              </p:cNvSpPr>
              <p:nvPr/>
            </p:nvSpPr>
            <p:spPr bwMode="auto">
              <a:xfrm>
                <a:off x="4741623" y="5183823"/>
                <a:ext cx="61836" cy="32783"/>
              </a:xfrm>
              <a:custGeom>
                <a:avLst/>
                <a:gdLst>
                  <a:gd name="T0" fmla="*/ 6 w 41"/>
                  <a:gd name="T1" fmla="*/ 24 h 24"/>
                  <a:gd name="T2" fmla="*/ 35 w 41"/>
                  <a:gd name="T3" fmla="*/ 24 h 24"/>
                  <a:gd name="T4" fmla="*/ 41 w 41"/>
                  <a:gd name="T5" fmla="*/ 18 h 24"/>
                  <a:gd name="T6" fmla="*/ 41 w 41"/>
                  <a:gd name="T7" fmla="*/ 6 h 24"/>
                  <a:gd name="T8" fmla="*/ 35 w 41"/>
                  <a:gd name="T9" fmla="*/ 0 h 24"/>
                  <a:gd name="T10" fmla="*/ 6 w 41"/>
                  <a:gd name="T11" fmla="*/ 0 h 24"/>
                  <a:gd name="T12" fmla="*/ 0 w 41"/>
                  <a:gd name="T13" fmla="*/ 6 h 24"/>
                  <a:gd name="T14" fmla="*/ 0 w 41"/>
                  <a:gd name="T15" fmla="*/ 18 h 24"/>
                  <a:gd name="T16" fmla="*/ 6 w 41"/>
                  <a:gd name="T17" fmla="*/ 24 h 24"/>
                  <a:gd name="T18" fmla="*/ 5 w 41"/>
                  <a:gd name="T19" fmla="*/ 2 h 24"/>
                  <a:gd name="T20" fmla="*/ 7 w 41"/>
                  <a:gd name="T21" fmla="*/ 2 h 24"/>
                  <a:gd name="T22" fmla="*/ 10 w 41"/>
                  <a:gd name="T23" fmla="*/ 6 h 24"/>
                  <a:gd name="T24" fmla="*/ 20 w 41"/>
                  <a:gd name="T25" fmla="*/ 3 h 24"/>
                  <a:gd name="T26" fmla="*/ 30 w 41"/>
                  <a:gd name="T27" fmla="*/ 6 h 24"/>
                  <a:gd name="T28" fmla="*/ 33 w 41"/>
                  <a:gd name="T29" fmla="*/ 2 h 24"/>
                  <a:gd name="T30" fmla="*/ 35 w 41"/>
                  <a:gd name="T31" fmla="*/ 2 h 24"/>
                  <a:gd name="T32" fmla="*/ 31 w 41"/>
                  <a:gd name="T33" fmla="*/ 7 h 24"/>
                  <a:gd name="T34" fmla="*/ 31 w 41"/>
                  <a:gd name="T35" fmla="*/ 12 h 24"/>
                  <a:gd name="T36" fmla="*/ 31 w 41"/>
                  <a:gd name="T37" fmla="*/ 18 h 24"/>
                  <a:gd name="T38" fmla="*/ 35 w 41"/>
                  <a:gd name="T39" fmla="*/ 23 h 24"/>
                  <a:gd name="T40" fmla="*/ 33 w 41"/>
                  <a:gd name="T41" fmla="*/ 23 h 24"/>
                  <a:gd name="T42" fmla="*/ 30 w 41"/>
                  <a:gd name="T43" fmla="*/ 18 h 24"/>
                  <a:gd name="T44" fmla="*/ 20 w 41"/>
                  <a:gd name="T45" fmla="*/ 21 h 24"/>
                  <a:gd name="T46" fmla="*/ 10 w 41"/>
                  <a:gd name="T47" fmla="*/ 18 h 24"/>
                  <a:gd name="T48" fmla="*/ 7 w 41"/>
                  <a:gd name="T49" fmla="*/ 23 h 24"/>
                  <a:gd name="T50" fmla="*/ 5 w 41"/>
                  <a:gd name="T51" fmla="*/ 23 h 24"/>
                  <a:gd name="T52" fmla="*/ 9 w 41"/>
                  <a:gd name="T53" fmla="*/ 18 h 24"/>
                  <a:gd name="T54" fmla="*/ 9 w 41"/>
                  <a:gd name="T55" fmla="*/ 12 h 24"/>
                  <a:gd name="T56" fmla="*/ 9 w 41"/>
                  <a:gd name="T57" fmla="*/ 7 h 24"/>
                  <a:gd name="T58" fmla="*/ 5 w 41"/>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4">
                    <a:moveTo>
                      <a:pt x="6" y="24"/>
                    </a:moveTo>
                    <a:cubicBezTo>
                      <a:pt x="35" y="24"/>
                      <a:pt x="35" y="24"/>
                      <a:pt x="35" y="24"/>
                    </a:cubicBezTo>
                    <a:cubicBezTo>
                      <a:pt x="38" y="24"/>
                      <a:pt x="41" y="21"/>
                      <a:pt x="41" y="18"/>
                    </a:cubicBezTo>
                    <a:cubicBezTo>
                      <a:pt x="41" y="6"/>
                      <a:pt x="41" y="6"/>
                      <a:pt x="41" y="6"/>
                    </a:cubicBezTo>
                    <a:cubicBezTo>
                      <a:pt x="41" y="3"/>
                      <a:pt x="38" y="0"/>
                      <a:pt x="35" y="0"/>
                    </a:cubicBezTo>
                    <a:cubicBezTo>
                      <a:pt x="6" y="0"/>
                      <a:pt x="6" y="0"/>
                      <a:pt x="6" y="0"/>
                    </a:cubicBezTo>
                    <a:cubicBezTo>
                      <a:pt x="2" y="0"/>
                      <a:pt x="0" y="3"/>
                      <a:pt x="0" y="6"/>
                    </a:cubicBezTo>
                    <a:cubicBezTo>
                      <a:pt x="0" y="18"/>
                      <a:pt x="0" y="18"/>
                      <a:pt x="0" y="18"/>
                    </a:cubicBezTo>
                    <a:cubicBezTo>
                      <a:pt x="0" y="21"/>
                      <a:pt x="2" y="24"/>
                      <a:pt x="6" y="24"/>
                    </a:cubicBezTo>
                    <a:close/>
                    <a:moveTo>
                      <a:pt x="5" y="2"/>
                    </a:moveTo>
                    <a:cubicBezTo>
                      <a:pt x="7" y="2"/>
                      <a:pt x="7" y="2"/>
                      <a:pt x="7" y="2"/>
                    </a:cubicBezTo>
                    <a:cubicBezTo>
                      <a:pt x="8" y="3"/>
                      <a:pt x="9" y="4"/>
                      <a:pt x="10" y="6"/>
                    </a:cubicBezTo>
                    <a:cubicBezTo>
                      <a:pt x="14" y="4"/>
                      <a:pt x="17" y="3"/>
                      <a:pt x="20" y="3"/>
                    </a:cubicBezTo>
                    <a:cubicBezTo>
                      <a:pt x="23" y="3"/>
                      <a:pt x="26"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6" y="20"/>
                      <a:pt x="23" y="21"/>
                      <a:pt x="20" y="21"/>
                    </a:cubicBezTo>
                    <a:cubicBezTo>
                      <a:pt x="17" y="21"/>
                      <a:pt x="14" y="20"/>
                      <a:pt x="10" y="18"/>
                    </a:cubicBezTo>
                    <a:cubicBezTo>
                      <a:pt x="9" y="20"/>
                      <a:pt x="8" y="21"/>
                      <a:pt x="7" y="23"/>
                    </a:cubicBezTo>
                    <a:cubicBezTo>
                      <a:pt x="5" y="23"/>
                      <a:pt x="5" y="23"/>
                      <a:pt x="5" y="23"/>
                    </a:cubicBezTo>
                    <a:cubicBezTo>
                      <a:pt x="7" y="21"/>
                      <a:pt x="8" y="20"/>
                      <a:pt x="9" y="18"/>
                    </a:cubicBezTo>
                    <a:cubicBezTo>
                      <a:pt x="9" y="12"/>
                      <a:pt x="9" y="12"/>
                      <a:pt x="9" y="12"/>
                    </a:cubicBezTo>
                    <a:cubicBezTo>
                      <a:pt x="9" y="7"/>
                      <a:pt x="9" y="7"/>
                      <a:pt x="9" y="7"/>
                    </a:cubicBezTo>
                    <a:cubicBezTo>
                      <a:pt x="8"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9" name="Freeform 111">
                <a:extLst>
                  <a:ext uri="{FF2B5EF4-FFF2-40B4-BE49-F238E27FC236}">
                    <a16:creationId xmlns:a16="http://schemas.microsoft.com/office/drawing/2014/main" id="{569284B6-9208-6FA4-662F-F02FC26FDB4F}"/>
                  </a:ext>
                </a:extLst>
              </p:cNvPr>
              <p:cNvSpPr>
                <a:spLocks/>
              </p:cNvSpPr>
              <p:nvPr/>
            </p:nvSpPr>
            <p:spPr bwMode="auto">
              <a:xfrm>
                <a:off x="4903182" y="5292318"/>
                <a:ext cx="158946" cy="309874"/>
              </a:xfrm>
              <a:custGeom>
                <a:avLst/>
                <a:gdLst>
                  <a:gd name="T0" fmla="*/ 15 w 105"/>
                  <a:gd name="T1" fmla="*/ 209 h 229"/>
                  <a:gd name="T2" fmla="*/ 28 w 105"/>
                  <a:gd name="T3" fmla="*/ 224 h 229"/>
                  <a:gd name="T4" fmla="*/ 33 w 105"/>
                  <a:gd name="T5" fmla="*/ 229 h 229"/>
                  <a:gd name="T6" fmla="*/ 76 w 105"/>
                  <a:gd name="T7" fmla="*/ 224 h 229"/>
                  <a:gd name="T8" fmla="*/ 76 w 105"/>
                  <a:gd name="T9" fmla="*/ 224 h 229"/>
                  <a:gd name="T10" fmla="*/ 101 w 105"/>
                  <a:gd name="T11" fmla="*/ 208 h 229"/>
                  <a:gd name="T12" fmla="*/ 105 w 105"/>
                  <a:gd name="T13" fmla="*/ 201 h 229"/>
                  <a:gd name="T14" fmla="*/ 90 w 105"/>
                  <a:gd name="T15" fmla="*/ 195 h 229"/>
                  <a:gd name="T16" fmla="*/ 76 w 105"/>
                  <a:gd name="T17" fmla="*/ 180 h 229"/>
                  <a:gd name="T18" fmla="*/ 90 w 105"/>
                  <a:gd name="T19" fmla="*/ 165 h 229"/>
                  <a:gd name="T20" fmla="*/ 105 w 105"/>
                  <a:gd name="T21" fmla="*/ 160 h 229"/>
                  <a:gd name="T22" fmla="*/ 101 w 105"/>
                  <a:gd name="T23" fmla="*/ 153 h 229"/>
                  <a:gd name="T24" fmla="*/ 76 w 105"/>
                  <a:gd name="T25" fmla="*/ 137 h 229"/>
                  <a:gd name="T26" fmla="*/ 76 w 105"/>
                  <a:gd name="T27" fmla="*/ 136 h 229"/>
                  <a:gd name="T28" fmla="*/ 101 w 105"/>
                  <a:gd name="T29" fmla="*/ 120 h 229"/>
                  <a:gd name="T30" fmla="*/ 105 w 105"/>
                  <a:gd name="T31" fmla="*/ 113 h 229"/>
                  <a:gd name="T32" fmla="*/ 90 w 105"/>
                  <a:gd name="T33" fmla="*/ 108 h 229"/>
                  <a:gd name="T34" fmla="*/ 76 w 105"/>
                  <a:gd name="T35" fmla="*/ 93 h 229"/>
                  <a:gd name="T36" fmla="*/ 90 w 105"/>
                  <a:gd name="T37" fmla="*/ 77 h 229"/>
                  <a:gd name="T38" fmla="*/ 105 w 105"/>
                  <a:gd name="T39" fmla="*/ 72 h 229"/>
                  <a:gd name="T40" fmla="*/ 101 w 105"/>
                  <a:gd name="T41" fmla="*/ 65 h 229"/>
                  <a:gd name="T42" fmla="*/ 76 w 105"/>
                  <a:gd name="T43" fmla="*/ 49 h 229"/>
                  <a:gd name="T44" fmla="*/ 76 w 105"/>
                  <a:gd name="T45" fmla="*/ 48 h 229"/>
                  <a:gd name="T46" fmla="*/ 101 w 105"/>
                  <a:gd name="T47" fmla="*/ 32 h 229"/>
                  <a:gd name="T48" fmla="*/ 105 w 105"/>
                  <a:gd name="T49" fmla="*/ 25 h 229"/>
                  <a:gd name="T50" fmla="*/ 90 w 105"/>
                  <a:gd name="T51" fmla="*/ 20 h 229"/>
                  <a:gd name="T52" fmla="*/ 76 w 105"/>
                  <a:gd name="T53" fmla="*/ 5 h 229"/>
                  <a:gd name="T54" fmla="*/ 72 w 105"/>
                  <a:gd name="T55" fmla="*/ 0 h 229"/>
                  <a:gd name="T56" fmla="*/ 28 w 105"/>
                  <a:gd name="T57" fmla="*/ 5 h 229"/>
                  <a:gd name="T58" fmla="*/ 28 w 105"/>
                  <a:gd name="T59" fmla="*/ 5 h 229"/>
                  <a:gd name="T60" fmla="*/ 3 w 105"/>
                  <a:gd name="T61" fmla="*/ 21 h 229"/>
                  <a:gd name="T62" fmla="*/ 0 w 105"/>
                  <a:gd name="T63" fmla="*/ 28 h 229"/>
                  <a:gd name="T64" fmla="*/ 15 w 105"/>
                  <a:gd name="T65" fmla="*/ 33 h 229"/>
                  <a:gd name="T66" fmla="*/ 28 w 105"/>
                  <a:gd name="T67" fmla="*/ 49 h 229"/>
                  <a:gd name="T68" fmla="*/ 15 w 105"/>
                  <a:gd name="T69" fmla="*/ 64 h 229"/>
                  <a:gd name="T70" fmla="*/ 0 w 105"/>
                  <a:gd name="T71" fmla="*/ 69 h 229"/>
                  <a:gd name="T72" fmla="*/ 3 w 105"/>
                  <a:gd name="T73" fmla="*/ 76 h 229"/>
                  <a:gd name="T74" fmla="*/ 28 w 105"/>
                  <a:gd name="T75" fmla="*/ 92 h 229"/>
                  <a:gd name="T76" fmla="*/ 28 w 105"/>
                  <a:gd name="T77" fmla="*/ 93 h 229"/>
                  <a:gd name="T78" fmla="*/ 3 w 105"/>
                  <a:gd name="T79" fmla="*/ 109 h 229"/>
                  <a:gd name="T80" fmla="*/ 0 w 105"/>
                  <a:gd name="T81" fmla="*/ 116 h 229"/>
                  <a:gd name="T82" fmla="*/ 15 w 105"/>
                  <a:gd name="T83" fmla="*/ 121 h 229"/>
                  <a:gd name="T84" fmla="*/ 28 w 105"/>
                  <a:gd name="T85" fmla="*/ 136 h 229"/>
                  <a:gd name="T86" fmla="*/ 15 w 105"/>
                  <a:gd name="T87" fmla="*/ 152 h 229"/>
                  <a:gd name="T88" fmla="*/ 0 w 105"/>
                  <a:gd name="T89" fmla="*/ 157 h 229"/>
                  <a:gd name="T90" fmla="*/ 3 w 105"/>
                  <a:gd name="T91" fmla="*/ 164 h 229"/>
                  <a:gd name="T92" fmla="*/ 28 w 105"/>
                  <a:gd name="T93" fmla="*/ 180 h 229"/>
                  <a:gd name="T94" fmla="*/ 28 w 105"/>
                  <a:gd name="T95" fmla="*/ 180 h 229"/>
                  <a:gd name="T96" fmla="*/ 3 w 105"/>
                  <a:gd name="T97" fmla="*/ 197 h 229"/>
                  <a:gd name="T98" fmla="*/ 0 w 105"/>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2" y="229"/>
                      <a:pt x="72" y="229"/>
                      <a:pt x="72"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5" y="206"/>
                      <a:pt x="105" y="204"/>
                    </a:cubicBezTo>
                    <a:cubicBezTo>
                      <a:pt x="105" y="201"/>
                      <a:pt x="105" y="201"/>
                      <a:pt x="105" y="201"/>
                    </a:cubicBezTo>
                    <a:cubicBezTo>
                      <a:pt x="105"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5" y="162"/>
                      <a:pt x="105" y="160"/>
                    </a:cubicBezTo>
                    <a:cubicBezTo>
                      <a:pt x="105" y="157"/>
                      <a:pt x="105" y="157"/>
                      <a:pt x="105" y="157"/>
                    </a:cubicBezTo>
                    <a:cubicBezTo>
                      <a:pt x="105"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5" y="118"/>
                      <a:pt x="105" y="116"/>
                    </a:cubicBezTo>
                    <a:cubicBezTo>
                      <a:pt x="105" y="113"/>
                      <a:pt x="105" y="113"/>
                      <a:pt x="105" y="113"/>
                    </a:cubicBezTo>
                    <a:cubicBezTo>
                      <a:pt x="105"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5" y="74"/>
                      <a:pt x="105" y="72"/>
                    </a:cubicBezTo>
                    <a:cubicBezTo>
                      <a:pt x="105" y="69"/>
                      <a:pt x="105" y="69"/>
                      <a:pt x="105" y="69"/>
                    </a:cubicBezTo>
                    <a:cubicBezTo>
                      <a:pt x="105"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5" y="30"/>
                      <a:pt x="105" y="28"/>
                    </a:cubicBezTo>
                    <a:cubicBezTo>
                      <a:pt x="105" y="25"/>
                      <a:pt x="105" y="25"/>
                      <a:pt x="105" y="25"/>
                    </a:cubicBezTo>
                    <a:cubicBezTo>
                      <a:pt x="105"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2"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0" name="Freeform 112">
                <a:extLst>
                  <a:ext uri="{FF2B5EF4-FFF2-40B4-BE49-F238E27FC236}">
                    <a16:creationId xmlns:a16="http://schemas.microsoft.com/office/drawing/2014/main" id="{AE1F4DDF-6A12-EF75-7D5F-C526B6FAEC24}"/>
                  </a:ext>
                </a:extLst>
              </p:cNvPr>
              <p:cNvSpPr>
                <a:spLocks/>
              </p:cNvSpPr>
              <p:nvPr/>
            </p:nvSpPr>
            <p:spPr bwMode="auto">
              <a:xfrm>
                <a:off x="4966760"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Freeform 113">
                <a:extLst>
                  <a:ext uri="{FF2B5EF4-FFF2-40B4-BE49-F238E27FC236}">
                    <a16:creationId xmlns:a16="http://schemas.microsoft.com/office/drawing/2014/main" id="{DA8D7376-70CE-745C-47D7-C1C1509870E6}"/>
                  </a:ext>
                </a:extLst>
              </p:cNvPr>
              <p:cNvSpPr>
                <a:spLocks noEditPoints="1"/>
              </p:cNvSpPr>
              <p:nvPr/>
            </p:nvSpPr>
            <p:spPr bwMode="auto">
              <a:xfrm>
                <a:off x="4951519" y="5227143"/>
                <a:ext cx="62272" cy="31222"/>
              </a:xfrm>
              <a:custGeom>
                <a:avLst/>
                <a:gdLst>
                  <a:gd name="T0" fmla="*/ 6 w 41"/>
                  <a:gd name="T1" fmla="*/ 23 h 23"/>
                  <a:gd name="T2" fmla="*/ 35 w 41"/>
                  <a:gd name="T3" fmla="*/ 23 h 23"/>
                  <a:gd name="T4" fmla="*/ 41 w 41"/>
                  <a:gd name="T5" fmla="*/ 18 h 23"/>
                  <a:gd name="T6" fmla="*/ 41 w 41"/>
                  <a:gd name="T7" fmla="*/ 5 h 23"/>
                  <a:gd name="T8" fmla="*/ 35 w 41"/>
                  <a:gd name="T9" fmla="*/ 0 h 23"/>
                  <a:gd name="T10" fmla="*/ 6 w 41"/>
                  <a:gd name="T11" fmla="*/ 0 h 23"/>
                  <a:gd name="T12" fmla="*/ 0 w 41"/>
                  <a:gd name="T13" fmla="*/ 5 h 23"/>
                  <a:gd name="T14" fmla="*/ 0 w 41"/>
                  <a:gd name="T15" fmla="*/ 18 h 23"/>
                  <a:gd name="T16" fmla="*/ 6 w 41"/>
                  <a:gd name="T17" fmla="*/ 23 h 23"/>
                  <a:gd name="T18" fmla="*/ 5 w 41"/>
                  <a:gd name="T19" fmla="*/ 1 h 23"/>
                  <a:gd name="T20" fmla="*/ 7 w 41"/>
                  <a:gd name="T21" fmla="*/ 1 h 23"/>
                  <a:gd name="T22" fmla="*/ 10 w 41"/>
                  <a:gd name="T23" fmla="*/ 5 h 23"/>
                  <a:gd name="T24" fmla="*/ 20 w 41"/>
                  <a:gd name="T25" fmla="*/ 3 h 23"/>
                  <a:gd name="T26" fmla="*/ 30 w 41"/>
                  <a:gd name="T27" fmla="*/ 5 h 23"/>
                  <a:gd name="T28" fmla="*/ 33 w 41"/>
                  <a:gd name="T29" fmla="*/ 1 h 23"/>
                  <a:gd name="T30" fmla="*/ 35 w 41"/>
                  <a:gd name="T31" fmla="*/ 1 h 23"/>
                  <a:gd name="T32" fmla="*/ 31 w 41"/>
                  <a:gd name="T33" fmla="*/ 6 h 23"/>
                  <a:gd name="T34" fmla="*/ 31 w 41"/>
                  <a:gd name="T35" fmla="*/ 12 h 23"/>
                  <a:gd name="T36" fmla="*/ 31 w 41"/>
                  <a:gd name="T37" fmla="*/ 17 h 23"/>
                  <a:gd name="T38" fmla="*/ 35 w 41"/>
                  <a:gd name="T39" fmla="*/ 22 h 23"/>
                  <a:gd name="T40" fmla="*/ 33 w 41"/>
                  <a:gd name="T41" fmla="*/ 22 h 23"/>
                  <a:gd name="T42" fmla="*/ 30 w 41"/>
                  <a:gd name="T43" fmla="*/ 18 h 23"/>
                  <a:gd name="T44" fmla="*/ 20 w 41"/>
                  <a:gd name="T45" fmla="*/ 21 h 23"/>
                  <a:gd name="T46" fmla="*/ 10 w 41"/>
                  <a:gd name="T47" fmla="*/ 18 h 23"/>
                  <a:gd name="T48" fmla="*/ 7 w 41"/>
                  <a:gd name="T49" fmla="*/ 22 h 23"/>
                  <a:gd name="T50" fmla="*/ 5 w 41"/>
                  <a:gd name="T51" fmla="*/ 22 h 23"/>
                  <a:gd name="T52" fmla="*/ 9 w 41"/>
                  <a:gd name="T53" fmla="*/ 17 h 23"/>
                  <a:gd name="T54" fmla="*/ 9 w 41"/>
                  <a:gd name="T55" fmla="*/ 12 h 23"/>
                  <a:gd name="T56" fmla="*/ 9 w 41"/>
                  <a:gd name="T57" fmla="*/ 6 h 23"/>
                  <a:gd name="T58" fmla="*/ 5 w 41"/>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3">
                    <a:moveTo>
                      <a:pt x="6" y="23"/>
                    </a:moveTo>
                    <a:cubicBezTo>
                      <a:pt x="35" y="23"/>
                      <a:pt x="35" y="23"/>
                      <a:pt x="35" y="23"/>
                    </a:cubicBezTo>
                    <a:cubicBezTo>
                      <a:pt x="38" y="23"/>
                      <a:pt x="41" y="21"/>
                      <a:pt x="41" y="18"/>
                    </a:cubicBezTo>
                    <a:cubicBezTo>
                      <a:pt x="41" y="5"/>
                      <a:pt x="41" y="5"/>
                      <a:pt x="41" y="5"/>
                    </a:cubicBezTo>
                    <a:cubicBezTo>
                      <a:pt x="41" y="2"/>
                      <a:pt x="38" y="0"/>
                      <a:pt x="35" y="0"/>
                    </a:cubicBezTo>
                    <a:cubicBezTo>
                      <a:pt x="6" y="0"/>
                      <a:pt x="6" y="0"/>
                      <a:pt x="6" y="0"/>
                    </a:cubicBezTo>
                    <a:cubicBezTo>
                      <a:pt x="2" y="0"/>
                      <a:pt x="0" y="2"/>
                      <a:pt x="0" y="5"/>
                    </a:cubicBezTo>
                    <a:cubicBezTo>
                      <a:pt x="0" y="18"/>
                      <a:pt x="0" y="18"/>
                      <a:pt x="0" y="18"/>
                    </a:cubicBezTo>
                    <a:cubicBezTo>
                      <a:pt x="0" y="21"/>
                      <a:pt x="2" y="23"/>
                      <a:pt x="6" y="23"/>
                    </a:cubicBezTo>
                    <a:close/>
                    <a:moveTo>
                      <a:pt x="5" y="1"/>
                    </a:moveTo>
                    <a:cubicBezTo>
                      <a:pt x="7" y="1"/>
                      <a:pt x="7" y="1"/>
                      <a:pt x="7" y="1"/>
                    </a:cubicBezTo>
                    <a:cubicBezTo>
                      <a:pt x="8" y="2"/>
                      <a:pt x="9" y="4"/>
                      <a:pt x="10" y="5"/>
                    </a:cubicBezTo>
                    <a:cubicBezTo>
                      <a:pt x="14" y="3"/>
                      <a:pt x="17" y="2"/>
                      <a:pt x="20" y="3"/>
                    </a:cubicBezTo>
                    <a:cubicBezTo>
                      <a:pt x="23" y="2"/>
                      <a:pt x="27"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7" y="20"/>
                      <a:pt x="23" y="21"/>
                      <a:pt x="20" y="21"/>
                    </a:cubicBezTo>
                    <a:cubicBezTo>
                      <a:pt x="17" y="21"/>
                      <a:pt x="14" y="20"/>
                      <a:pt x="10" y="18"/>
                    </a:cubicBezTo>
                    <a:cubicBezTo>
                      <a:pt x="9" y="19"/>
                      <a:pt x="8" y="21"/>
                      <a:pt x="7" y="22"/>
                    </a:cubicBezTo>
                    <a:cubicBezTo>
                      <a:pt x="5" y="22"/>
                      <a:pt x="5" y="22"/>
                      <a:pt x="5" y="22"/>
                    </a:cubicBezTo>
                    <a:cubicBezTo>
                      <a:pt x="7" y="21"/>
                      <a:pt x="9" y="19"/>
                      <a:pt x="9" y="17"/>
                    </a:cubicBezTo>
                    <a:cubicBezTo>
                      <a:pt x="9" y="12"/>
                      <a:pt x="9" y="12"/>
                      <a:pt x="9" y="12"/>
                    </a:cubicBezTo>
                    <a:cubicBezTo>
                      <a:pt x="9" y="6"/>
                      <a:pt x="9" y="6"/>
                      <a:pt x="9" y="6"/>
                    </a:cubicBezTo>
                    <a:cubicBezTo>
                      <a:pt x="9"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Freeform 114">
                <a:extLst>
                  <a:ext uri="{FF2B5EF4-FFF2-40B4-BE49-F238E27FC236}">
                    <a16:creationId xmlns:a16="http://schemas.microsoft.com/office/drawing/2014/main" id="{5DF92EED-4F64-9286-2C4D-31F1CAB5C49A}"/>
                  </a:ext>
                </a:extLst>
              </p:cNvPr>
              <p:cNvSpPr>
                <a:spLocks/>
              </p:cNvSpPr>
              <p:nvPr/>
            </p:nvSpPr>
            <p:spPr bwMode="auto">
              <a:xfrm>
                <a:off x="4966760"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Freeform 115">
                <a:extLst>
                  <a:ext uri="{FF2B5EF4-FFF2-40B4-BE49-F238E27FC236}">
                    <a16:creationId xmlns:a16="http://schemas.microsoft.com/office/drawing/2014/main" id="{78CC17A1-181D-57AB-E7B6-EEF7C7904A01}"/>
                  </a:ext>
                </a:extLst>
              </p:cNvPr>
              <p:cNvSpPr>
                <a:spLocks/>
              </p:cNvSpPr>
              <p:nvPr/>
            </p:nvSpPr>
            <p:spPr bwMode="auto">
              <a:xfrm>
                <a:off x="4969808"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Rectangle 116">
                <a:extLst>
                  <a:ext uri="{FF2B5EF4-FFF2-40B4-BE49-F238E27FC236}">
                    <a16:creationId xmlns:a16="http://schemas.microsoft.com/office/drawing/2014/main" id="{11F063DE-6403-FB81-A668-648FDE0EA391}"/>
                  </a:ext>
                </a:extLst>
              </p:cNvPr>
              <p:cNvSpPr>
                <a:spLocks noChangeArrowheads="1"/>
              </p:cNvSpPr>
              <p:nvPr/>
            </p:nvSpPr>
            <p:spPr bwMode="auto">
              <a:xfrm>
                <a:off x="4969808"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Freeform 117">
                <a:extLst>
                  <a:ext uri="{FF2B5EF4-FFF2-40B4-BE49-F238E27FC236}">
                    <a16:creationId xmlns:a16="http://schemas.microsoft.com/office/drawing/2014/main" id="{97A9630F-0287-84DB-87D3-E98E4E3EC562}"/>
                  </a:ext>
                </a:extLst>
              </p:cNvPr>
              <p:cNvSpPr>
                <a:spLocks noEditPoints="1"/>
              </p:cNvSpPr>
              <p:nvPr/>
            </p:nvSpPr>
            <p:spPr bwMode="auto">
              <a:xfrm>
                <a:off x="4951519" y="5183823"/>
                <a:ext cx="62272" cy="32783"/>
              </a:xfrm>
              <a:custGeom>
                <a:avLst/>
                <a:gdLst>
                  <a:gd name="T0" fmla="*/ 6 w 41"/>
                  <a:gd name="T1" fmla="*/ 24 h 24"/>
                  <a:gd name="T2" fmla="*/ 35 w 41"/>
                  <a:gd name="T3" fmla="*/ 24 h 24"/>
                  <a:gd name="T4" fmla="*/ 41 w 41"/>
                  <a:gd name="T5" fmla="*/ 18 h 24"/>
                  <a:gd name="T6" fmla="*/ 41 w 41"/>
                  <a:gd name="T7" fmla="*/ 6 h 24"/>
                  <a:gd name="T8" fmla="*/ 35 w 41"/>
                  <a:gd name="T9" fmla="*/ 0 h 24"/>
                  <a:gd name="T10" fmla="*/ 6 w 41"/>
                  <a:gd name="T11" fmla="*/ 0 h 24"/>
                  <a:gd name="T12" fmla="*/ 0 w 41"/>
                  <a:gd name="T13" fmla="*/ 6 h 24"/>
                  <a:gd name="T14" fmla="*/ 0 w 41"/>
                  <a:gd name="T15" fmla="*/ 18 h 24"/>
                  <a:gd name="T16" fmla="*/ 6 w 41"/>
                  <a:gd name="T17" fmla="*/ 24 h 24"/>
                  <a:gd name="T18" fmla="*/ 5 w 41"/>
                  <a:gd name="T19" fmla="*/ 2 h 24"/>
                  <a:gd name="T20" fmla="*/ 7 w 41"/>
                  <a:gd name="T21" fmla="*/ 2 h 24"/>
                  <a:gd name="T22" fmla="*/ 10 w 41"/>
                  <a:gd name="T23" fmla="*/ 6 h 24"/>
                  <a:gd name="T24" fmla="*/ 20 w 41"/>
                  <a:gd name="T25" fmla="*/ 3 h 24"/>
                  <a:gd name="T26" fmla="*/ 30 w 41"/>
                  <a:gd name="T27" fmla="*/ 6 h 24"/>
                  <a:gd name="T28" fmla="*/ 33 w 41"/>
                  <a:gd name="T29" fmla="*/ 2 h 24"/>
                  <a:gd name="T30" fmla="*/ 35 w 41"/>
                  <a:gd name="T31" fmla="*/ 2 h 24"/>
                  <a:gd name="T32" fmla="*/ 31 w 41"/>
                  <a:gd name="T33" fmla="*/ 7 h 24"/>
                  <a:gd name="T34" fmla="*/ 31 w 41"/>
                  <a:gd name="T35" fmla="*/ 12 h 24"/>
                  <a:gd name="T36" fmla="*/ 31 w 41"/>
                  <a:gd name="T37" fmla="*/ 18 h 24"/>
                  <a:gd name="T38" fmla="*/ 35 w 41"/>
                  <a:gd name="T39" fmla="*/ 23 h 24"/>
                  <a:gd name="T40" fmla="*/ 33 w 41"/>
                  <a:gd name="T41" fmla="*/ 23 h 24"/>
                  <a:gd name="T42" fmla="*/ 30 w 41"/>
                  <a:gd name="T43" fmla="*/ 18 h 24"/>
                  <a:gd name="T44" fmla="*/ 20 w 41"/>
                  <a:gd name="T45" fmla="*/ 21 h 24"/>
                  <a:gd name="T46" fmla="*/ 10 w 41"/>
                  <a:gd name="T47" fmla="*/ 18 h 24"/>
                  <a:gd name="T48" fmla="*/ 7 w 41"/>
                  <a:gd name="T49" fmla="*/ 23 h 24"/>
                  <a:gd name="T50" fmla="*/ 5 w 41"/>
                  <a:gd name="T51" fmla="*/ 23 h 24"/>
                  <a:gd name="T52" fmla="*/ 9 w 41"/>
                  <a:gd name="T53" fmla="*/ 18 h 24"/>
                  <a:gd name="T54" fmla="*/ 9 w 41"/>
                  <a:gd name="T55" fmla="*/ 12 h 24"/>
                  <a:gd name="T56" fmla="*/ 9 w 41"/>
                  <a:gd name="T57" fmla="*/ 7 h 24"/>
                  <a:gd name="T58" fmla="*/ 5 w 41"/>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4">
                    <a:moveTo>
                      <a:pt x="6" y="24"/>
                    </a:moveTo>
                    <a:cubicBezTo>
                      <a:pt x="35" y="24"/>
                      <a:pt x="35" y="24"/>
                      <a:pt x="35" y="24"/>
                    </a:cubicBezTo>
                    <a:cubicBezTo>
                      <a:pt x="38" y="24"/>
                      <a:pt x="41" y="21"/>
                      <a:pt x="41" y="18"/>
                    </a:cubicBezTo>
                    <a:cubicBezTo>
                      <a:pt x="41" y="6"/>
                      <a:pt x="41" y="6"/>
                      <a:pt x="41" y="6"/>
                    </a:cubicBezTo>
                    <a:cubicBezTo>
                      <a:pt x="41" y="3"/>
                      <a:pt x="38" y="0"/>
                      <a:pt x="35" y="0"/>
                    </a:cubicBezTo>
                    <a:cubicBezTo>
                      <a:pt x="6" y="0"/>
                      <a:pt x="6" y="0"/>
                      <a:pt x="6" y="0"/>
                    </a:cubicBezTo>
                    <a:cubicBezTo>
                      <a:pt x="2" y="0"/>
                      <a:pt x="0" y="3"/>
                      <a:pt x="0" y="6"/>
                    </a:cubicBezTo>
                    <a:cubicBezTo>
                      <a:pt x="0" y="18"/>
                      <a:pt x="0" y="18"/>
                      <a:pt x="0" y="18"/>
                    </a:cubicBezTo>
                    <a:cubicBezTo>
                      <a:pt x="0" y="21"/>
                      <a:pt x="2" y="24"/>
                      <a:pt x="6" y="24"/>
                    </a:cubicBezTo>
                    <a:close/>
                    <a:moveTo>
                      <a:pt x="5" y="2"/>
                    </a:moveTo>
                    <a:cubicBezTo>
                      <a:pt x="7" y="2"/>
                      <a:pt x="7" y="2"/>
                      <a:pt x="7" y="2"/>
                    </a:cubicBezTo>
                    <a:cubicBezTo>
                      <a:pt x="8" y="3"/>
                      <a:pt x="9" y="4"/>
                      <a:pt x="10" y="6"/>
                    </a:cubicBezTo>
                    <a:cubicBezTo>
                      <a:pt x="14" y="4"/>
                      <a:pt x="17" y="3"/>
                      <a:pt x="20" y="3"/>
                    </a:cubicBezTo>
                    <a:cubicBezTo>
                      <a:pt x="23" y="3"/>
                      <a:pt x="27"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7" y="20"/>
                      <a:pt x="23" y="21"/>
                      <a:pt x="20" y="21"/>
                    </a:cubicBezTo>
                    <a:cubicBezTo>
                      <a:pt x="17" y="21"/>
                      <a:pt x="14" y="20"/>
                      <a:pt x="10" y="18"/>
                    </a:cubicBezTo>
                    <a:cubicBezTo>
                      <a:pt x="9" y="20"/>
                      <a:pt x="8" y="21"/>
                      <a:pt x="7" y="23"/>
                    </a:cubicBezTo>
                    <a:cubicBezTo>
                      <a:pt x="5" y="23"/>
                      <a:pt x="5" y="23"/>
                      <a:pt x="5" y="23"/>
                    </a:cubicBezTo>
                    <a:cubicBezTo>
                      <a:pt x="7" y="21"/>
                      <a:pt x="9" y="20"/>
                      <a:pt x="9" y="18"/>
                    </a:cubicBezTo>
                    <a:cubicBezTo>
                      <a:pt x="9" y="12"/>
                      <a:pt x="9" y="12"/>
                      <a:pt x="9" y="12"/>
                    </a:cubicBezTo>
                    <a:cubicBezTo>
                      <a:pt x="9" y="7"/>
                      <a:pt x="9" y="7"/>
                      <a:pt x="9" y="7"/>
                    </a:cubicBezTo>
                    <a:cubicBezTo>
                      <a:pt x="9"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48" name="Freeform 370">
              <a:extLst>
                <a:ext uri="{FF2B5EF4-FFF2-40B4-BE49-F238E27FC236}">
                  <a16:creationId xmlns:a16="http://schemas.microsoft.com/office/drawing/2014/main" id="{5EF55663-ED08-ADE6-B93C-5348D56B06FE}"/>
                </a:ext>
              </a:extLst>
            </p:cNvPr>
            <p:cNvSpPr>
              <a:spLocks noChangeAspect="1" noEditPoints="1"/>
            </p:cNvSpPr>
            <p:nvPr/>
          </p:nvSpPr>
          <p:spPr bwMode="auto">
            <a:xfrm>
              <a:off x="9441767" y="5345594"/>
              <a:ext cx="562713" cy="562713"/>
            </a:xfrm>
            <a:custGeom>
              <a:avLst/>
              <a:gdLst>
                <a:gd name="T0" fmla="*/ 371 w 512"/>
                <a:gd name="T1" fmla="*/ 202 h 512"/>
                <a:gd name="T2" fmla="*/ 309 w 512"/>
                <a:gd name="T3" fmla="*/ 202 h 512"/>
                <a:gd name="T4" fmla="*/ 309 w 512"/>
                <a:gd name="T5" fmla="*/ 140 h 512"/>
                <a:gd name="T6" fmla="*/ 371 w 512"/>
                <a:gd name="T7" fmla="*/ 202 h 512"/>
                <a:gd name="T8" fmla="*/ 245 w 512"/>
                <a:gd name="T9" fmla="*/ 256 h 512"/>
                <a:gd name="T10" fmla="*/ 245 w 512"/>
                <a:gd name="T11" fmla="*/ 150 h 512"/>
                <a:gd name="T12" fmla="*/ 149 w 512"/>
                <a:gd name="T13" fmla="*/ 256 h 512"/>
                <a:gd name="T14" fmla="*/ 256 w 512"/>
                <a:gd name="T15" fmla="*/ 362 h 512"/>
                <a:gd name="T16" fmla="*/ 362 w 512"/>
                <a:gd name="T17" fmla="*/ 266 h 512"/>
                <a:gd name="T18" fmla="*/ 256 w 512"/>
                <a:gd name="T19" fmla="*/ 266 h 512"/>
                <a:gd name="T20" fmla="*/ 245 w 512"/>
                <a:gd name="T21" fmla="*/ 256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84 w 512"/>
                <a:gd name="T33" fmla="*/ 256 h 512"/>
                <a:gd name="T34" fmla="*/ 373 w 512"/>
                <a:gd name="T35" fmla="*/ 245 h 512"/>
                <a:gd name="T36" fmla="*/ 266 w 512"/>
                <a:gd name="T37" fmla="*/ 245 h 512"/>
                <a:gd name="T38" fmla="*/ 266 w 512"/>
                <a:gd name="T39" fmla="*/ 138 h 512"/>
                <a:gd name="T40" fmla="*/ 256 w 512"/>
                <a:gd name="T41" fmla="*/ 128 h 512"/>
                <a:gd name="T42" fmla="*/ 128 w 512"/>
                <a:gd name="T43" fmla="*/ 256 h 512"/>
                <a:gd name="T44" fmla="*/ 256 w 512"/>
                <a:gd name="T45" fmla="*/ 384 h 512"/>
                <a:gd name="T46" fmla="*/ 384 w 512"/>
                <a:gd name="T47" fmla="*/ 256 h 512"/>
                <a:gd name="T48" fmla="*/ 397 w 512"/>
                <a:gd name="T49" fmla="*/ 210 h 512"/>
                <a:gd name="T50" fmla="*/ 302 w 512"/>
                <a:gd name="T51" fmla="*/ 115 h 512"/>
                <a:gd name="T52" fmla="*/ 292 w 512"/>
                <a:gd name="T53" fmla="*/ 116 h 512"/>
                <a:gd name="T54" fmla="*/ 288 w 512"/>
                <a:gd name="T55" fmla="*/ 125 h 512"/>
                <a:gd name="T56" fmla="*/ 288 w 512"/>
                <a:gd name="T57" fmla="*/ 213 h 512"/>
                <a:gd name="T58" fmla="*/ 298 w 512"/>
                <a:gd name="T59" fmla="*/ 224 h 512"/>
                <a:gd name="T60" fmla="*/ 386 w 512"/>
                <a:gd name="T61" fmla="*/ 224 h 512"/>
                <a:gd name="T62" fmla="*/ 395 w 512"/>
                <a:gd name="T63" fmla="*/ 219 h 512"/>
                <a:gd name="T64" fmla="*/ 397 w 512"/>
                <a:gd name="T65" fmla="*/ 21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71" y="202"/>
                  </a:moveTo>
                  <a:cubicBezTo>
                    <a:pt x="309" y="202"/>
                    <a:pt x="309" y="202"/>
                    <a:pt x="309" y="202"/>
                  </a:cubicBezTo>
                  <a:cubicBezTo>
                    <a:pt x="309" y="140"/>
                    <a:pt x="309" y="140"/>
                    <a:pt x="309" y="140"/>
                  </a:cubicBezTo>
                  <a:cubicBezTo>
                    <a:pt x="336" y="153"/>
                    <a:pt x="358" y="175"/>
                    <a:pt x="371" y="202"/>
                  </a:cubicBezTo>
                  <a:close/>
                  <a:moveTo>
                    <a:pt x="245" y="256"/>
                  </a:moveTo>
                  <a:cubicBezTo>
                    <a:pt x="245" y="150"/>
                    <a:pt x="245" y="150"/>
                    <a:pt x="245" y="150"/>
                  </a:cubicBezTo>
                  <a:cubicBezTo>
                    <a:pt x="191" y="155"/>
                    <a:pt x="149" y="200"/>
                    <a:pt x="149" y="256"/>
                  </a:cubicBezTo>
                  <a:cubicBezTo>
                    <a:pt x="149" y="314"/>
                    <a:pt x="197" y="362"/>
                    <a:pt x="256" y="362"/>
                  </a:cubicBezTo>
                  <a:cubicBezTo>
                    <a:pt x="311" y="362"/>
                    <a:pt x="356" y="320"/>
                    <a:pt x="362" y="266"/>
                  </a:cubicBezTo>
                  <a:cubicBezTo>
                    <a:pt x="256" y="266"/>
                    <a:pt x="256" y="266"/>
                    <a:pt x="256" y="266"/>
                  </a:cubicBezTo>
                  <a:cubicBezTo>
                    <a:pt x="250" y="266"/>
                    <a:pt x="245" y="262"/>
                    <a:pt x="245"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84" y="256"/>
                  </a:moveTo>
                  <a:cubicBezTo>
                    <a:pt x="384" y="250"/>
                    <a:pt x="379" y="245"/>
                    <a:pt x="373" y="245"/>
                  </a:cubicBezTo>
                  <a:cubicBezTo>
                    <a:pt x="266" y="245"/>
                    <a:pt x="266" y="245"/>
                    <a:pt x="266" y="245"/>
                  </a:cubicBezTo>
                  <a:cubicBezTo>
                    <a:pt x="266" y="138"/>
                    <a:pt x="266" y="138"/>
                    <a:pt x="266" y="138"/>
                  </a:cubicBezTo>
                  <a:cubicBezTo>
                    <a:pt x="266" y="132"/>
                    <a:pt x="262" y="128"/>
                    <a:pt x="256" y="128"/>
                  </a:cubicBezTo>
                  <a:cubicBezTo>
                    <a:pt x="185" y="128"/>
                    <a:pt x="128" y="185"/>
                    <a:pt x="128" y="256"/>
                  </a:cubicBezTo>
                  <a:cubicBezTo>
                    <a:pt x="128" y="326"/>
                    <a:pt x="185" y="384"/>
                    <a:pt x="256" y="384"/>
                  </a:cubicBezTo>
                  <a:cubicBezTo>
                    <a:pt x="326" y="384"/>
                    <a:pt x="384" y="326"/>
                    <a:pt x="384" y="256"/>
                  </a:cubicBezTo>
                  <a:close/>
                  <a:moveTo>
                    <a:pt x="397" y="210"/>
                  </a:moveTo>
                  <a:cubicBezTo>
                    <a:pt x="382" y="165"/>
                    <a:pt x="347" y="129"/>
                    <a:pt x="302" y="115"/>
                  </a:cubicBezTo>
                  <a:cubicBezTo>
                    <a:pt x="298" y="114"/>
                    <a:pt x="295" y="114"/>
                    <a:pt x="292" y="116"/>
                  </a:cubicBezTo>
                  <a:cubicBezTo>
                    <a:pt x="289" y="118"/>
                    <a:pt x="288" y="122"/>
                    <a:pt x="288" y="125"/>
                  </a:cubicBezTo>
                  <a:cubicBezTo>
                    <a:pt x="288" y="213"/>
                    <a:pt x="288" y="213"/>
                    <a:pt x="288" y="213"/>
                  </a:cubicBezTo>
                  <a:cubicBezTo>
                    <a:pt x="288" y="219"/>
                    <a:pt x="292" y="224"/>
                    <a:pt x="298" y="224"/>
                  </a:cubicBezTo>
                  <a:cubicBezTo>
                    <a:pt x="386" y="224"/>
                    <a:pt x="386" y="224"/>
                    <a:pt x="386" y="224"/>
                  </a:cubicBezTo>
                  <a:cubicBezTo>
                    <a:pt x="390" y="224"/>
                    <a:pt x="393" y="222"/>
                    <a:pt x="395" y="219"/>
                  </a:cubicBezTo>
                  <a:cubicBezTo>
                    <a:pt x="397" y="217"/>
                    <a:pt x="398" y="213"/>
                    <a:pt x="397" y="210"/>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DD61C7E6-94B7-FBAA-8476-3F7507F8BF29}"/>
                </a:ext>
              </a:extLst>
            </p:cNvPr>
            <p:cNvSpPr/>
            <p:nvPr/>
          </p:nvSpPr>
          <p:spPr bwMode="gray">
            <a:xfrm>
              <a:off x="7213037" y="4790100"/>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3DA4106C-A9D8-03C5-F322-5C6A81F64B2E}"/>
                </a:ext>
              </a:extLst>
            </p:cNvPr>
            <p:cNvSpPr txBox="1"/>
            <p:nvPr/>
          </p:nvSpPr>
          <p:spPr>
            <a:xfrm>
              <a:off x="7302071" y="4834215"/>
              <a:ext cx="1904358" cy="430887"/>
            </a:xfrm>
            <a:prstGeom prst="rect">
              <a:avLst/>
            </a:prstGeom>
            <a:noFill/>
            <a:ln>
              <a:noFill/>
            </a:ln>
          </p:spPr>
          <p:txBody>
            <a:bodyPr wrap="square" lIns="0" tIns="0" rIns="0" bIns="0" rtlCol="0">
              <a:spAutoFit/>
            </a:bodyPr>
            <a:lstStyle/>
            <a:p>
              <a:pPr algn="ctr" defTabSz="885893">
                <a:spcBef>
                  <a:spcPts val="600"/>
                </a:spcBef>
                <a:buSzPct val="100000"/>
                <a:defRPr/>
              </a:pPr>
              <a:r>
                <a:rPr lang="en-US" sz="1400" b="1" kern="0">
                  <a:solidFill>
                    <a:prstClr val="black"/>
                  </a:solidFill>
                  <a:latin typeface="Arial" panose="020B0604020202020204" pitchFamily="34" charset="0"/>
                  <a:cs typeface="Arial" panose="020B0604020202020204" pitchFamily="34" charset="0"/>
                </a:rPr>
                <a:t>Rise of Value-Added Services</a:t>
              </a:r>
              <a:endParaRPr lang="en-IN" sz="1400" b="1" kern="0">
                <a:solidFill>
                  <a:prstClr val="black"/>
                </a:solidFill>
                <a:latin typeface="Arial" panose="020B0604020202020204" pitchFamily="34" charset="0"/>
                <a:cs typeface="Arial" panose="020B0604020202020204" pitchFamily="34" charset="0"/>
              </a:endParaRPr>
            </a:p>
          </p:txBody>
        </p:sp>
        <p:grpSp>
          <p:nvGrpSpPr>
            <p:cNvPr id="51" name="Group 50">
              <a:extLst>
                <a:ext uri="{FF2B5EF4-FFF2-40B4-BE49-F238E27FC236}">
                  <a16:creationId xmlns:a16="http://schemas.microsoft.com/office/drawing/2014/main" id="{10722DF3-6CE4-C600-EA65-297CDE48023A}"/>
                </a:ext>
              </a:extLst>
            </p:cNvPr>
            <p:cNvGrpSpPr/>
            <p:nvPr/>
          </p:nvGrpSpPr>
          <p:grpSpPr>
            <a:xfrm>
              <a:off x="7378724" y="5380971"/>
              <a:ext cx="626104" cy="686273"/>
              <a:chOff x="9558176" y="2198629"/>
              <a:chExt cx="626104" cy="686273"/>
            </a:xfrm>
          </p:grpSpPr>
          <p:grpSp>
            <p:nvGrpSpPr>
              <p:cNvPr id="52" name="Group 51">
                <a:extLst>
                  <a:ext uri="{FF2B5EF4-FFF2-40B4-BE49-F238E27FC236}">
                    <a16:creationId xmlns:a16="http://schemas.microsoft.com/office/drawing/2014/main" id="{3B1D2631-51D3-BC05-77F4-9116C9592152}"/>
                  </a:ext>
                </a:extLst>
              </p:cNvPr>
              <p:cNvGrpSpPr>
                <a:grpSpLocks noChangeAspect="1"/>
              </p:cNvGrpSpPr>
              <p:nvPr/>
            </p:nvGrpSpPr>
            <p:grpSpPr>
              <a:xfrm>
                <a:off x="9558176" y="2198629"/>
                <a:ext cx="372672" cy="370802"/>
                <a:chOff x="5672138" y="4513263"/>
                <a:chExt cx="1579562" cy="1571625"/>
              </a:xfrm>
              <a:solidFill>
                <a:srgbClr val="43B02A"/>
              </a:solidFill>
            </p:grpSpPr>
            <p:sp>
              <p:nvSpPr>
                <p:cNvPr id="58" name="Rectangle 5">
                  <a:extLst>
                    <a:ext uri="{FF2B5EF4-FFF2-40B4-BE49-F238E27FC236}">
                      <a16:creationId xmlns:a16="http://schemas.microsoft.com/office/drawing/2014/main" id="{10B38D24-935C-6F7F-01AF-B19421C4C0FC}"/>
                    </a:ext>
                  </a:extLst>
                </p:cNvPr>
                <p:cNvSpPr>
                  <a:spLocks noChangeArrowheads="1"/>
                </p:cNvSpPr>
                <p:nvPr/>
              </p:nvSpPr>
              <p:spPr bwMode="auto">
                <a:xfrm>
                  <a:off x="6067425"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9" name="Oval 6">
                  <a:extLst>
                    <a:ext uri="{FF2B5EF4-FFF2-40B4-BE49-F238E27FC236}">
                      <a16:creationId xmlns:a16="http://schemas.microsoft.com/office/drawing/2014/main" id="{188C7BF3-9D1E-4520-7A64-6DE24595A3E3}"/>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Rectangle 7">
                  <a:extLst>
                    <a:ext uri="{FF2B5EF4-FFF2-40B4-BE49-F238E27FC236}">
                      <a16:creationId xmlns:a16="http://schemas.microsoft.com/office/drawing/2014/main" id="{F140E2F8-9100-E541-A102-E7A137D98DAB}"/>
                    </a:ext>
                  </a:extLst>
                </p:cNvPr>
                <p:cNvSpPr>
                  <a:spLocks noChangeArrowheads="1"/>
                </p:cNvSpPr>
                <p:nvPr/>
              </p:nvSpPr>
              <p:spPr bwMode="auto">
                <a:xfrm>
                  <a:off x="6396038"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Oval 8">
                  <a:extLst>
                    <a:ext uri="{FF2B5EF4-FFF2-40B4-BE49-F238E27FC236}">
                      <a16:creationId xmlns:a16="http://schemas.microsoft.com/office/drawing/2014/main" id="{1F963E52-6406-D00F-BF1B-26D1A06E21EB}"/>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Oval 9">
                  <a:extLst>
                    <a:ext uri="{FF2B5EF4-FFF2-40B4-BE49-F238E27FC236}">
                      <a16:creationId xmlns:a16="http://schemas.microsoft.com/office/drawing/2014/main" id="{2A818C65-3332-8A75-76DD-ABAC024D380E}"/>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Freeform 10">
                  <a:extLst>
                    <a:ext uri="{FF2B5EF4-FFF2-40B4-BE49-F238E27FC236}">
                      <a16:creationId xmlns:a16="http://schemas.microsoft.com/office/drawing/2014/main" id="{64835183-193B-B2B7-F759-16651DBFE4F4}"/>
                    </a:ext>
                  </a:extLst>
                </p:cNvPr>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8" name="Freeform 11">
                  <a:extLst>
                    <a:ext uri="{FF2B5EF4-FFF2-40B4-BE49-F238E27FC236}">
                      <a16:creationId xmlns:a16="http://schemas.microsoft.com/office/drawing/2014/main" id="{845E39D1-1B19-3308-BB58-CE31F8388CAA}"/>
                    </a:ext>
                  </a:extLst>
                </p:cNvPr>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53" name="Freeform 806">
                <a:extLst>
                  <a:ext uri="{FF2B5EF4-FFF2-40B4-BE49-F238E27FC236}">
                    <a16:creationId xmlns:a16="http://schemas.microsoft.com/office/drawing/2014/main" id="{905C1C9D-03A8-63D7-1E55-46D9BF518F68}"/>
                  </a:ext>
                </a:extLst>
              </p:cNvPr>
              <p:cNvSpPr>
                <a:spLocks noChangeAspect="1" noEditPoints="1"/>
              </p:cNvSpPr>
              <p:nvPr/>
            </p:nvSpPr>
            <p:spPr bwMode="auto">
              <a:xfrm>
                <a:off x="9561137" y="2515226"/>
                <a:ext cx="369676" cy="369676"/>
              </a:xfrm>
              <a:custGeom>
                <a:avLst/>
                <a:gdLst>
                  <a:gd name="T0" fmla="*/ 275 w 512"/>
                  <a:gd name="T1" fmla="*/ 288 h 512"/>
                  <a:gd name="T2" fmla="*/ 254 w 512"/>
                  <a:gd name="T3" fmla="*/ 202 h 512"/>
                  <a:gd name="T4" fmla="*/ 256 w 512"/>
                  <a:gd name="T5" fmla="*/ 138 h 512"/>
                  <a:gd name="T6" fmla="*/ 256 w 512"/>
                  <a:gd name="T7" fmla="*/ 117 h 512"/>
                  <a:gd name="T8" fmla="*/ 256 w 512"/>
                  <a:gd name="T9" fmla="*/ 138 h 512"/>
                  <a:gd name="T10" fmla="*/ 160 w 512"/>
                  <a:gd name="T11" fmla="*/ 128 h 512"/>
                  <a:gd name="T12" fmla="*/ 138 w 512"/>
                  <a:gd name="T13" fmla="*/ 128 h 512"/>
                  <a:gd name="T14" fmla="*/ 147 w 512"/>
                  <a:gd name="T15" fmla="*/ 202 h 512"/>
                  <a:gd name="T16" fmla="*/ 168 w 512"/>
                  <a:gd name="T17" fmla="*/ 288 h 512"/>
                  <a:gd name="T18" fmla="*/ 147 w 512"/>
                  <a:gd name="T19" fmla="*/ 202 h 512"/>
                  <a:gd name="T20" fmla="*/ 384 w 512"/>
                  <a:gd name="T21" fmla="*/ 266 h 512"/>
                  <a:gd name="T22" fmla="*/ 341 w 512"/>
                  <a:gd name="T23" fmla="*/ 202 h 512"/>
                  <a:gd name="T24" fmla="*/ 362 w 512"/>
                  <a:gd name="T25" fmla="*/ 138 h 512"/>
                  <a:gd name="T26" fmla="*/ 362 w 512"/>
                  <a:gd name="T27" fmla="*/ 117 h 512"/>
                  <a:gd name="T28" fmla="*/ 362 w 512"/>
                  <a:gd name="T29" fmla="*/ 138 h 512"/>
                  <a:gd name="T30" fmla="*/ 256 w 512"/>
                  <a:gd name="T31" fmla="*/ 512 h 512"/>
                  <a:gd name="T32" fmla="*/ 256 w 512"/>
                  <a:gd name="T33" fmla="*/ 0 h 512"/>
                  <a:gd name="T34" fmla="*/ 330 w 512"/>
                  <a:gd name="T35" fmla="*/ 128 h 512"/>
                  <a:gd name="T36" fmla="*/ 394 w 512"/>
                  <a:gd name="T37" fmla="*/ 128 h 512"/>
                  <a:gd name="T38" fmla="*/ 330 w 512"/>
                  <a:gd name="T39" fmla="*/ 128 h 512"/>
                  <a:gd name="T40" fmla="*/ 256 w 512"/>
                  <a:gd name="T41" fmla="*/ 160 h 512"/>
                  <a:gd name="T42" fmla="*/ 256 w 512"/>
                  <a:gd name="T43" fmla="*/ 96 h 512"/>
                  <a:gd name="T44" fmla="*/ 117 w 512"/>
                  <a:gd name="T45" fmla="*/ 128 h 512"/>
                  <a:gd name="T46" fmla="*/ 181 w 512"/>
                  <a:gd name="T47" fmla="*/ 128 h 512"/>
                  <a:gd name="T48" fmla="*/ 117 w 512"/>
                  <a:gd name="T49" fmla="*/ 128 h 512"/>
                  <a:gd name="T50" fmla="*/ 170 w 512"/>
                  <a:gd name="T51" fmla="*/ 190 h 512"/>
                  <a:gd name="T52" fmla="*/ 138 w 512"/>
                  <a:gd name="T53" fmla="*/ 181 h 512"/>
                  <a:gd name="T54" fmla="*/ 107 w 512"/>
                  <a:gd name="T55" fmla="*/ 296 h 512"/>
                  <a:gd name="T56" fmla="*/ 117 w 512"/>
                  <a:gd name="T57" fmla="*/ 309 h 512"/>
                  <a:gd name="T58" fmla="*/ 128 w 512"/>
                  <a:gd name="T59" fmla="*/ 394 h 512"/>
                  <a:gd name="T60" fmla="*/ 138 w 512"/>
                  <a:gd name="T61" fmla="*/ 309 h 512"/>
                  <a:gd name="T62" fmla="*/ 160 w 512"/>
                  <a:gd name="T63" fmla="*/ 384 h 512"/>
                  <a:gd name="T64" fmla="*/ 181 w 512"/>
                  <a:gd name="T65" fmla="*/ 384 h 512"/>
                  <a:gd name="T66" fmla="*/ 189 w 512"/>
                  <a:gd name="T67" fmla="*/ 305 h 512"/>
                  <a:gd name="T68" fmla="*/ 298 w 512"/>
                  <a:gd name="T69" fmla="*/ 296 h 512"/>
                  <a:gd name="T70" fmla="*/ 266 w 512"/>
                  <a:gd name="T71" fmla="*/ 181 h 512"/>
                  <a:gd name="T72" fmla="*/ 235 w 512"/>
                  <a:gd name="T73" fmla="*/ 190 h 512"/>
                  <a:gd name="T74" fmla="*/ 215 w 512"/>
                  <a:gd name="T75" fmla="*/ 305 h 512"/>
                  <a:gd name="T76" fmla="*/ 224 w 512"/>
                  <a:gd name="T77" fmla="*/ 384 h 512"/>
                  <a:gd name="T78" fmla="*/ 245 w 512"/>
                  <a:gd name="T79" fmla="*/ 384 h 512"/>
                  <a:gd name="T80" fmla="*/ 266 w 512"/>
                  <a:gd name="T81" fmla="*/ 309 h 512"/>
                  <a:gd name="T82" fmla="*/ 277 w 512"/>
                  <a:gd name="T83" fmla="*/ 394 h 512"/>
                  <a:gd name="T84" fmla="*/ 288 w 512"/>
                  <a:gd name="T85" fmla="*/ 309 h 512"/>
                  <a:gd name="T86" fmla="*/ 298 w 512"/>
                  <a:gd name="T87" fmla="*/ 296 h 512"/>
                  <a:gd name="T88" fmla="*/ 394 w 512"/>
                  <a:gd name="T89" fmla="*/ 181 h 512"/>
                  <a:gd name="T90" fmla="*/ 320 w 512"/>
                  <a:gd name="T91" fmla="*/ 192 h 512"/>
                  <a:gd name="T92" fmla="*/ 330 w 512"/>
                  <a:gd name="T93" fmla="*/ 288 h 512"/>
                  <a:gd name="T94" fmla="*/ 341 w 512"/>
                  <a:gd name="T95" fmla="*/ 394 h 512"/>
                  <a:gd name="T96" fmla="*/ 352 w 512"/>
                  <a:gd name="T97" fmla="*/ 288 h 512"/>
                  <a:gd name="T98" fmla="*/ 373 w 512"/>
                  <a:gd name="T99" fmla="*/ 384 h 512"/>
                  <a:gd name="T100" fmla="*/ 394 w 512"/>
                  <a:gd name="T101" fmla="*/ 384 h 512"/>
                  <a:gd name="T102" fmla="*/ 405 w 512"/>
                  <a:gd name="T103"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8" y="202"/>
                    </a:moveTo>
                    <a:cubicBezTo>
                      <a:pt x="275" y="288"/>
                      <a:pt x="275" y="288"/>
                      <a:pt x="275" y="288"/>
                    </a:cubicBezTo>
                    <a:cubicBezTo>
                      <a:pt x="237" y="288"/>
                      <a:pt x="237" y="288"/>
                      <a:pt x="237" y="288"/>
                    </a:cubicBezTo>
                    <a:cubicBezTo>
                      <a:pt x="254" y="202"/>
                      <a:pt x="254" y="202"/>
                      <a:pt x="254" y="202"/>
                    </a:cubicBezTo>
                    <a:lnTo>
                      <a:pt x="258" y="202"/>
                    </a:lnTo>
                    <a:close/>
                    <a:moveTo>
                      <a:pt x="256" y="138"/>
                    </a:moveTo>
                    <a:cubicBezTo>
                      <a:pt x="262" y="138"/>
                      <a:pt x="266" y="134"/>
                      <a:pt x="266" y="128"/>
                    </a:cubicBezTo>
                    <a:cubicBezTo>
                      <a:pt x="266" y="122"/>
                      <a:pt x="262" y="117"/>
                      <a:pt x="256" y="117"/>
                    </a:cubicBezTo>
                    <a:cubicBezTo>
                      <a:pt x="250" y="117"/>
                      <a:pt x="245" y="122"/>
                      <a:pt x="245" y="128"/>
                    </a:cubicBezTo>
                    <a:cubicBezTo>
                      <a:pt x="245" y="134"/>
                      <a:pt x="250" y="138"/>
                      <a:pt x="256" y="138"/>
                    </a:cubicBezTo>
                    <a:close/>
                    <a:moveTo>
                      <a:pt x="149" y="138"/>
                    </a:moveTo>
                    <a:cubicBezTo>
                      <a:pt x="155" y="138"/>
                      <a:pt x="160" y="134"/>
                      <a:pt x="160" y="128"/>
                    </a:cubicBezTo>
                    <a:cubicBezTo>
                      <a:pt x="160" y="122"/>
                      <a:pt x="155" y="117"/>
                      <a:pt x="149" y="117"/>
                    </a:cubicBezTo>
                    <a:cubicBezTo>
                      <a:pt x="143" y="117"/>
                      <a:pt x="138" y="122"/>
                      <a:pt x="138" y="128"/>
                    </a:cubicBezTo>
                    <a:cubicBezTo>
                      <a:pt x="138" y="134"/>
                      <a:pt x="143" y="138"/>
                      <a:pt x="149" y="138"/>
                    </a:cubicBezTo>
                    <a:close/>
                    <a:moveTo>
                      <a:pt x="147" y="202"/>
                    </a:moveTo>
                    <a:cubicBezTo>
                      <a:pt x="130" y="288"/>
                      <a:pt x="130" y="288"/>
                      <a:pt x="130" y="288"/>
                    </a:cubicBezTo>
                    <a:cubicBezTo>
                      <a:pt x="168" y="288"/>
                      <a:pt x="168" y="288"/>
                      <a:pt x="168" y="288"/>
                    </a:cubicBezTo>
                    <a:cubicBezTo>
                      <a:pt x="151" y="202"/>
                      <a:pt x="151" y="202"/>
                      <a:pt x="151" y="202"/>
                    </a:cubicBezTo>
                    <a:lnTo>
                      <a:pt x="147" y="202"/>
                    </a:lnTo>
                    <a:close/>
                    <a:moveTo>
                      <a:pt x="341" y="266"/>
                    </a:moveTo>
                    <a:cubicBezTo>
                      <a:pt x="384" y="266"/>
                      <a:pt x="384" y="266"/>
                      <a:pt x="384" y="266"/>
                    </a:cubicBezTo>
                    <a:cubicBezTo>
                      <a:pt x="384" y="202"/>
                      <a:pt x="384" y="202"/>
                      <a:pt x="384" y="202"/>
                    </a:cubicBezTo>
                    <a:cubicBezTo>
                      <a:pt x="341" y="202"/>
                      <a:pt x="341" y="202"/>
                      <a:pt x="341" y="202"/>
                    </a:cubicBezTo>
                    <a:lnTo>
                      <a:pt x="341" y="266"/>
                    </a:lnTo>
                    <a:close/>
                    <a:moveTo>
                      <a:pt x="362" y="138"/>
                    </a:moveTo>
                    <a:cubicBezTo>
                      <a:pt x="368" y="138"/>
                      <a:pt x="373" y="134"/>
                      <a:pt x="373" y="128"/>
                    </a:cubicBezTo>
                    <a:cubicBezTo>
                      <a:pt x="373" y="122"/>
                      <a:pt x="368" y="117"/>
                      <a:pt x="362" y="117"/>
                    </a:cubicBezTo>
                    <a:cubicBezTo>
                      <a:pt x="356" y="117"/>
                      <a:pt x="352" y="122"/>
                      <a:pt x="352" y="128"/>
                    </a:cubicBezTo>
                    <a:cubicBezTo>
                      <a:pt x="352" y="134"/>
                      <a:pt x="356" y="138"/>
                      <a:pt x="36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128"/>
                    </a:moveTo>
                    <a:cubicBezTo>
                      <a:pt x="330" y="145"/>
                      <a:pt x="345" y="160"/>
                      <a:pt x="362" y="160"/>
                    </a:cubicBezTo>
                    <a:cubicBezTo>
                      <a:pt x="380" y="160"/>
                      <a:pt x="394" y="145"/>
                      <a:pt x="394" y="128"/>
                    </a:cubicBezTo>
                    <a:cubicBezTo>
                      <a:pt x="394" y="110"/>
                      <a:pt x="380" y="96"/>
                      <a:pt x="362" y="96"/>
                    </a:cubicBezTo>
                    <a:cubicBezTo>
                      <a:pt x="345" y="96"/>
                      <a:pt x="330" y="110"/>
                      <a:pt x="330" y="128"/>
                    </a:cubicBezTo>
                    <a:close/>
                    <a:moveTo>
                      <a:pt x="224" y="128"/>
                    </a:moveTo>
                    <a:cubicBezTo>
                      <a:pt x="224" y="145"/>
                      <a:pt x="238" y="160"/>
                      <a:pt x="256" y="160"/>
                    </a:cubicBezTo>
                    <a:cubicBezTo>
                      <a:pt x="273" y="160"/>
                      <a:pt x="288" y="145"/>
                      <a:pt x="288" y="128"/>
                    </a:cubicBezTo>
                    <a:cubicBezTo>
                      <a:pt x="288" y="110"/>
                      <a:pt x="273" y="96"/>
                      <a:pt x="256" y="96"/>
                    </a:cubicBezTo>
                    <a:cubicBezTo>
                      <a:pt x="238" y="96"/>
                      <a:pt x="224" y="110"/>
                      <a:pt x="224" y="128"/>
                    </a:cubicBezTo>
                    <a:close/>
                    <a:moveTo>
                      <a:pt x="117" y="128"/>
                    </a:moveTo>
                    <a:cubicBezTo>
                      <a:pt x="117" y="145"/>
                      <a:pt x="131" y="160"/>
                      <a:pt x="149" y="160"/>
                    </a:cubicBezTo>
                    <a:cubicBezTo>
                      <a:pt x="167" y="160"/>
                      <a:pt x="181" y="145"/>
                      <a:pt x="181" y="128"/>
                    </a:cubicBezTo>
                    <a:cubicBezTo>
                      <a:pt x="181" y="110"/>
                      <a:pt x="167" y="96"/>
                      <a:pt x="149" y="96"/>
                    </a:cubicBezTo>
                    <a:cubicBezTo>
                      <a:pt x="131" y="96"/>
                      <a:pt x="117" y="110"/>
                      <a:pt x="117" y="128"/>
                    </a:cubicBezTo>
                    <a:close/>
                    <a:moveTo>
                      <a:pt x="191" y="296"/>
                    </a:moveTo>
                    <a:cubicBezTo>
                      <a:pt x="170" y="190"/>
                      <a:pt x="170" y="190"/>
                      <a:pt x="170" y="190"/>
                    </a:cubicBezTo>
                    <a:cubicBezTo>
                      <a:pt x="169" y="185"/>
                      <a:pt x="165" y="181"/>
                      <a:pt x="160" y="181"/>
                    </a:cubicBezTo>
                    <a:cubicBezTo>
                      <a:pt x="138" y="181"/>
                      <a:pt x="138" y="181"/>
                      <a:pt x="138" y="181"/>
                    </a:cubicBezTo>
                    <a:cubicBezTo>
                      <a:pt x="133" y="181"/>
                      <a:pt x="129" y="185"/>
                      <a:pt x="128" y="190"/>
                    </a:cubicBezTo>
                    <a:cubicBezTo>
                      <a:pt x="107" y="296"/>
                      <a:pt x="107" y="296"/>
                      <a:pt x="107" y="296"/>
                    </a:cubicBezTo>
                    <a:cubicBezTo>
                      <a:pt x="106" y="299"/>
                      <a:pt x="107" y="303"/>
                      <a:pt x="109" y="305"/>
                    </a:cubicBezTo>
                    <a:cubicBezTo>
                      <a:pt x="111" y="308"/>
                      <a:pt x="114" y="309"/>
                      <a:pt x="117" y="309"/>
                    </a:cubicBezTo>
                    <a:cubicBezTo>
                      <a:pt x="117" y="384"/>
                      <a:pt x="117" y="384"/>
                      <a:pt x="117" y="384"/>
                    </a:cubicBezTo>
                    <a:cubicBezTo>
                      <a:pt x="117" y="390"/>
                      <a:pt x="122" y="394"/>
                      <a:pt x="128" y="394"/>
                    </a:cubicBezTo>
                    <a:cubicBezTo>
                      <a:pt x="134" y="394"/>
                      <a:pt x="138" y="390"/>
                      <a:pt x="138" y="384"/>
                    </a:cubicBezTo>
                    <a:cubicBezTo>
                      <a:pt x="138" y="309"/>
                      <a:pt x="138" y="309"/>
                      <a:pt x="138" y="309"/>
                    </a:cubicBezTo>
                    <a:cubicBezTo>
                      <a:pt x="160" y="309"/>
                      <a:pt x="160" y="309"/>
                      <a:pt x="160" y="309"/>
                    </a:cubicBezTo>
                    <a:cubicBezTo>
                      <a:pt x="160" y="384"/>
                      <a:pt x="160" y="384"/>
                      <a:pt x="160" y="384"/>
                    </a:cubicBezTo>
                    <a:cubicBezTo>
                      <a:pt x="160" y="390"/>
                      <a:pt x="164" y="394"/>
                      <a:pt x="170" y="394"/>
                    </a:cubicBezTo>
                    <a:cubicBezTo>
                      <a:pt x="176" y="394"/>
                      <a:pt x="181" y="390"/>
                      <a:pt x="181" y="384"/>
                    </a:cubicBezTo>
                    <a:cubicBezTo>
                      <a:pt x="181" y="309"/>
                      <a:pt x="181" y="309"/>
                      <a:pt x="181" y="309"/>
                    </a:cubicBezTo>
                    <a:cubicBezTo>
                      <a:pt x="184" y="309"/>
                      <a:pt x="187" y="308"/>
                      <a:pt x="189" y="305"/>
                    </a:cubicBezTo>
                    <a:cubicBezTo>
                      <a:pt x="191" y="303"/>
                      <a:pt x="192" y="299"/>
                      <a:pt x="191" y="296"/>
                    </a:cubicBezTo>
                    <a:close/>
                    <a:moveTo>
                      <a:pt x="298" y="296"/>
                    </a:moveTo>
                    <a:cubicBezTo>
                      <a:pt x="277" y="190"/>
                      <a:pt x="277" y="190"/>
                      <a:pt x="277" y="190"/>
                    </a:cubicBezTo>
                    <a:cubicBezTo>
                      <a:pt x="276" y="185"/>
                      <a:pt x="271" y="181"/>
                      <a:pt x="266" y="181"/>
                    </a:cubicBezTo>
                    <a:cubicBezTo>
                      <a:pt x="245" y="181"/>
                      <a:pt x="245" y="181"/>
                      <a:pt x="245" y="181"/>
                    </a:cubicBezTo>
                    <a:cubicBezTo>
                      <a:pt x="240" y="181"/>
                      <a:pt x="236" y="185"/>
                      <a:pt x="235" y="190"/>
                    </a:cubicBezTo>
                    <a:cubicBezTo>
                      <a:pt x="213" y="296"/>
                      <a:pt x="213" y="296"/>
                      <a:pt x="213" y="296"/>
                    </a:cubicBezTo>
                    <a:cubicBezTo>
                      <a:pt x="213" y="299"/>
                      <a:pt x="213" y="303"/>
                      <a:pt x="215" y="305"/>
                    </a:cubicBezTo>
                    <a:cubicBezTo>
                      <a:pt x="217" y="308"/>
                      <a:pt x="220" y="309"/>
                      <a:pt x="224" y="309"/>
                    </a:cubicBezTo>
                    <a:cubicBezTo>
                      <a:pt x="224" y="384"/>
                      <a:pt x="224" y="384"/>
                      <a:pt x="224" y="384"/>
                    </a:cubicBezTo>
                    <a:cubicBezTo>
                      <a:pt x="224" y="390"/>
                      <a:pt x="228" y="394"/>
                      <a:pt x="234" y="394"/>
                    </a:cubicBezTo>
                    <a:cubicBezTo>
                      <a:pt x="240" y="394"/>
                      <a:pt x="245" y="390"/>
                      <a:pt x="245" y="384"/>
                    </a:cubicBezTo>
                    <a:cubicBezTo>
                      <a:pt x="245" y="309"/>
                      <a:pt x="245" y="309"/>
                      <a:pt x="245" y="309"/>
                    </a:cubicBezTo>
                    <a:cubicBezTo>
                      <a:pt x="266" y="309"/>
                      <a:pt x="266" y="309"/>
                      <a:pt x="266" y="309"/>
                    </a:cubicBezTo>
                    <a:cubicBezTo>
                      <a:pt x="266" y="384"/>
                      <a:pt x="266" y="384"/>
                      <a:pt x="266" y="384"/>
                    </a:cubicBezTo>
                    <a:cubicBezTo>
                      <a:pt x="266" y="390"/>
                      <a:pt x="271" y="394"/>
                      <a:pt x="277" y="394"/>
                    </a:cubicBezTo>
                    <a:cubicBezTo>
                      <a:pt x="283" y="394"/>
                      <a:pt x="288" y="390"/>
                      <a:pt x="288" y="384"/>
                    </a:cubicBezTo>
                    <a:cubicBezTo>
                      <a:pt x="288" y="309"/>
                      <a:pt x="288" y="309"/>
                      <a:pt x="288" y="309"/>
                    </a:cubicBezTo>
                    <a:cubicBezTo>
                      <a:pt x="291" y="309"/>
                      <a:pt x="294" y="308"/>
                      <a:pt x="296" y="305"/>
                    </a:cubicBezTo>
                    <a:cubicBezTo>
                      <a:pt x="298" y="303"/>
                      <a:pt x="299" y="299"/>
                      <a:pt x="298" y="296"/>
                    </a:cubicBezTo>
                    <a:close/>
                    <a:moveTo>
                      <a:pt x="405" y="192"/>
                    </a:moveTo>
                    <a:cubicBezTo>
                      <a:pt x="405" y="186"/>
                      <a:pt x="400" y="181"/>
                      <a:pt x="394" y="181"/>
                    </a:cubicBezTo>
                    <a:cubicBezTo>
                      <a:pt x="330" y="181"/>
                      <a:pt x="330" y="181"/>
                      <a:pt x="330" y="181"/>
                    </a:cubicBezTo>
                    <a:cubicBezTo>
                      <a:pt x="324" y="181"/>
                      <a:pt x="320" y="186"/>
                      <a:pt x="320" y="192"/>
                    </a:cubicBezTo>
                    <a:cubicBezTo>
                      <a:pt x="320" y="277"/>
                      <a:pt x="320" y="277"/>
                      <a:pt x="320" y="277"/>
                    </a:cubicBezTo>
                    <a:cubicBezTo>
                      <a:pt x="320" y="283"/>
                      <a:pt x="324" y="288"/>
                      <a:pt x="330" y="288"/>
                    </a:cubicBezTo>
                    <a:cubicBezTo>
                      <a:pt x="330" y="384"/>
                      <a:pt x="330" y="384"/>
                      <a:pt x="330" y="384"/>
                    </a:cubicBezTo>
                    <a:cubicBezTo>
                      <a:pt x="330" y="390"/>
                      <a:pt x="335" y="394"/>
                      <a:pt x="341" y="394"/>
                    </a:cubicBezTo>
                    <a:cubicBezTo>
                      <a:pt x="347" y="394"/>
                      <a:pt x="352" y="390"/>
                      <a:pt x="352" y="384"/>
                    </a:cubicBezTo>
                    <a:cubicBezTo>
                      <a:pt x="352" y="288"/>
                      <a:pt x="352" y="288"/>
                      <a:pt x="352" y="288"/>
                    </a:cubicBezTo>
                    <a:cubicBezTo>
                      <a:pt x="373" y="288"/>
                      <a:pt x="373" y="288"/>
                      <a:pt x="373" y="288"/>
                    </a:cubicBezTo>
                    <a:cubicBezTo>
                      <a:pt x="373" y="384"/>
                      <a:pt x="373" y="384"/>
                      <a:pt x="373" y="384"/>
                    </a:cubicBezTo>
                    <a:cubicBezTo>
                      <a:pt x="373" y="390"/>
                      <a:pt x="378" y="394"/>
                      <a:pt x="384" y="394"/>
                    </a:cubicBezTo>
                    <a:cubicBezTo>
                      <a:pt x="390" y="394"/>
                      <a:pt x="394" y="390"/>
                      <a:pt x="394" y="384"/>
                    </a:cubicBezTo>
                    <a:cubicBezTo>
                      <a:pt x="394" y="288"/>
                      <a:pt x="394" y="288"/>
                      <a:pt x="394" y="288"/>
                    </a:cubicBezTo>
                    <a:cubicBezTo>
                      <a:pt x="400" y="288"/>
                      <a:pt x="405" y="283"/>
                      <a:pt x="405" y="277"/>
                    </a:cubicBezTo>
                    <a:lnTo>
                      <a:pt x="405" y="192"/>
                    </a:ln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nvGrpSpPr>
              <p:cNvPr id="54" name="Group 463">
                <a:extLst>
                  <a:ext uri="{FF2B5EF4-FFF2-40B4-BE49-F238E27FC236}">
                    <a16:creationId xmlns:a16="http://schemas.microsoft.com/office/drawing/2014/main" id="{5BD2C347-1C4B-3ECB-6F72-EF12C1B0350C}"/>
                  </a:ext>
                </a:extLst>
              </p:cNvPr>
              <p:cNvGrpSpPr>
                <a:grpSpLocks noChangeAspect="1"/>
              </p:cNvGrpSpPr>
              <p:nvPr/>
            </p:nvGrpSpPr>
            <p:grpSpPr bwMode="auto">
              <a:xfrm>
                <a:off x="9815260" y="2375190"/>
                <a:ext cx="369020" cy="369022"/>
                <a:chOff x="1110" y="1564"/>
                <a:chExt cx="340" cy="340"/>
              </a:xfrm>
              <a:solidFill>
                <a:srgbClr val="046A38"/>
              </a:solidFill>
            </p:grpSpPr>
            <p:sp>
              <p:nvSpPr>
                <p:cNvPr id="55" name="Freeform 464">
                  <a:extLst>
                    <a:ext uri="{FF2B5EF4-FFF2-40B4-BE49-F238E27FC236}">
                      <a16:creationId xmlns:a16="http://schemas.microsoft.com/office/drawing/2014/main" id="{6D3E725E-324F-F644-1326-047237CF8B94}"/>
                    </a:ext>
                  </a:extLst>
                </p:cNvPr>
                <p:cNvSpPr>
                  <a:spLocks noEditPoints="1"/>
                </p:cNvSpPr>
                <p:nvPr/>
              </p:nvSpPr>
              <p:spPr bwMode="auto">
                <a:xfrm>
                  <a:off x="1174" y="1656"/>
                  <a:ext cx="212" cy="148"/>
                </a:xfrm>
                <a:custGeom>
                  <a:avLst/>
                  <a:gdLst>
                    <a:gd name="T0" fmla="*/ 277 w 320"/>
                    <a:gd name="T1" fmla="*/ 0 h 224"/>
                    <a:gd name="T2" fmla="*/ 234 w 320"/>
                    <a:gd name="T3" fmla="*/ 43 h 224"/>
                    <a:gd name="T4" fmla="*/ 246 w 320"/>
                    <a:gd name="T5" fmla="*/ 73 h 224"/>
                    <a:gd name="T6" fmla="*/ 204 w 320"/>
                    <a:gd name="T7" fmla="*/ 141 h 224"/>
                    <a:gd name="T8" fmla="*/ 192 w 320"/>
                    <a:gd name="T9" fmla="*/ 139 h 224"/>
                    <a:gd name="T10" fmla="*/ 182 w 320"/>
                    <a:gd name="T11" fmla="*/ 140 h 224"/>
                    <a:gd name="T12" fmla="*/ 146 w 320"/>
                    <a:gd name="T13" fmla="*/ 74 h 224"/>
                    <a:gd name="T14" fmla="*/ 160 w 320"/>
                    <a:gd name="T15" fmla="*/ 43 h 224"/>
                    <a:gd name="T16" fmla="*/ 117 w 320"/>
                    <a:gd name="T17" fmla="*/ 0 h 224"/>
                    <a:gd name="T18" fmla="*/ 74 w 320"/>
                    <a:gd name="T19" fmla="*/ 43 h 224"/>
                    <a:gd name="T20" fmla="*/ 88 w 320"/>
                    <a:gd name="T21" fmla="*/ 74 h 224"/>
                    <a:gd name="T22" fmla="*/ 52 w 320"/>
                    <a:gd name="T23" fmla="*/ 140 h 224"/>
                    <a:gd name="T24" fmla="*/ 42 w 320"/>
                    <a:gd name="T25" fmla="*/ 139 h 224"/>
                    <a:gd name="T26" fmla="*/ 0 w 320"/>
                    <a:gd name="T27" fmla="*/ 182 h 224"/>
                    <a:gd name="T28" fmla="*/ 42 w 320"/>
                    <a:gd name="T29" fmla="*/ 224 h 224"/>
                    <a:gd name="T30" fmla="*/ 85 w 320"/>
                    <a:gd name="T31" fmla="*/ 182 h 224"/>
                    <a:gd name="T32" fmla="*/ 71 w 320"/>
                    <a:gd name="T33" fmla="*/ 150 h 224"/>
                    <a:gd name="T34" fmla="*/ 107 w 320"/>
                    <a:gd name="T35" fmla="*/ 84 h 224"/>
                    <a:gd name="T36" fmla="*/ 117 w 320"/>
                    <a:gd name="T37" fmla="*/ 86 h 224"/>
                    <a:gd name="T38" fmla="*/ 127 w 320"/>
                    <a:gd name="T39" fmla="*/ 84 h 224"/>
                    <a:gd name="T40" fmla="*/ 163 w 320"/>
                    <a:gd name="T41" fmla="*/ 150 h 224"/>
                    <a:gd name="T42" fmla="*/ 149 w 320"/>
                    <a:gd name="T43" fmla="*/ 182 h 224"/>
                    <a:gd name="T44" fmla="*/ 192 w 320"/>
                    <a:gd name="T45" fmla="*/ 224 h 224"/>
                    <a:gd name="T46" fmla="*/ 234 w 320"/>
                    <a:gd name="T47" fmla="*/ 182 h 224"/>
                    <a:gd name="T48" fmla="*/ 222 w 320"/>
                    <a:gd name="T49" fmla="*/ 152 h 224"/>
                    <a:gd name="T50" fmla="*/ 265 w 320"/>
                    <a:gd name="T51" fmla="*/ 84 h 224"/>
                    <a:gd name="T52" fmla="*/ 277 w 320"/>
                    <a:gd name="T53" fmla="*/ 86 h 224"/>
                    <a:gd name="T54" fmla="*/ 320 w 320"/>
                    <a:gd name="T55" fmla="*/ 43 h 224"/>
                    <a:gd name="T56" fmla="*/ 277 w 320"/>
                    <a:gd name="T57" fmla="*/ 0 h 224"/>
                    <a:gd name="T58" fmla="*/ 42 w 320"/>
                    <a:gd name="T59" fmla="*/ 203 h 224"/>
                    <a:gd name="T60" fmla="*/ 21 w 320"/>
                    <a:gd name="T61" fmla="*/ 182 h 224"/>
                    <a:gd name="T62" fmla="*/ 42 w 320"/>
                    <a:gd name="T63" fmla="*/ 160 h 224"/>
                    <a:gd name="T64" fmla="*/ 64 w 320"/>
                    <a:gd name="T65" fmla="*/ 182 h 224"/>
                    <a:gd name="T66" fmla="*/ 42 w 320"/>
                    <a:gd name="T67" fmla="*/ 203 h 224"/>
                    <a:gd name="T68" fmla="*/ 96 w 320"/>
                    <a:gd name="T69" fmla="*/ 43 h 224"/>
                    <a:gd name="T70" fmla="*/ 117 w 320"/>
                    <a:gd name="T71" fmla="*/ 22 h 224"/>
                    <a:gd name="T72" fmla="*/ 138 w 320"/>
                    <a:gd name="T73" fmla="*/ 43 h 224"/>
                    <a:gd name="T74" fmla="*/ 117 w 320"/>
                    <a:gd name="T75" fmla="*/ 64 h 224"/>
                    <a:gd name="T76" fmla="*/ 96 w 320"/>
                    <a:gd name="T77" fmla="*/ 43 h 224"/>
                    <a:gd name="T78" fmla="*/ 192 w 320"/>
                    <a:gd name="T79" fmla="*/ 203 h 224"/>
                    <a:gd name="T80" fmla="*/ 170 w 320"/>
                    <a:gd name="T81" fmla="*/ 182 h 224"/>
                    <a:gd name="T82" fmla="*/ 192 w 320"/>
                    <a:gd name="T83" fmla="*/ 160 h 224"/>
                    <a:gd name="T84" fmla="*/ 213 w 320"/>
                    <a:gd name="T85" fmla="*/ 182 h 224"/>
                    <a:gd name="T86" fmla="*/ 192 w 320"/>
                    <a:gd name="T87" fmla="*/ 203 h 224"/>
                    <a:gd name="T88" fmla="*/ 277 w 320"/>
                    <a:gd name="T89" fmla="*/ 64 h 224"/>
                    <a:gd name="T90" fmla="*/ 256 w 320"/>
                    <a:gd name="T91" fmla="*/ 43 h 224"/>
                    <a:gd name="T92" fmla="*/ 277 w 320"/>
                    <a:gd name="T93" fmla="*/ 22 h 224"/>
                    <a:gd name="T94" fmla="*/ 298 w 320"/>
                    <a:gd name="T95" fmla="*/ 43 h 224"/>
                    <a:gd name="T96" fmla="*/ 277 w 320"/>
                    <a:gd name="T97" fmla="*/ 6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224">
                      <a:moveTo>
                        <a:pt x="277" y="0"/>
                      </a:moveTo>
                      <a:cubicBezTo>
                        <a:pt x="253" y="0"/>
                        <a:pt x="234" y="19"/>
                        <a:pt x="234" y="43"/>
                      </a:cubicBezTo>
                      <a:cubicBezTo>
                        <a:pt x="234" y="54"/>
                        <a:pt x="239" y="65"/>
                        <a:pt x="246" y="73"/>
                      </a:cubicBezTo>
                      <a:cubicBezTo>
                        <a:pt x="204" y="141"/>
                        <a:pt x="204" y="141"/>
                        <a:pt x="204" y="141"/>
                      </a:cubicBezTo>
                      <a:cubicBezTo>
                        <a:pt x="200" y="140"/>
                        <a:pt x="196" y="139"/>
                        <a:pt x="192" y="139"/>
                      </a:cubicBezTo>
                      <a:cubicBezTo>
                        <a:pt x="188" y="139"/>
                        <a:pt x="185" y="140"/>
                        <a:pt x="182" y="140"/>
                      </a:cubicBezTo>
                      <a:cubicBezTo>
                        <a:pt x="146" y="74"/>
                        <a:pt x="146" y="74"/>
                        <a:pt x="146" y="74"/>
                      </a:cubicBezTo>
                      <a:cubicBezTo>
                        <a:pt x="154" y="66"/>
                        <a:pt x="160" y="55"/>
                        <a:pt x="160" y="43"/>
                      </a:cubicBezTo>
                      <a:cubicBezTo>
                        <a:pt x="160" y="19"/>
                        <a:pt x="141" y="0"/>
                        <a:pt x="117" y="0"/>
                      </a:cubicBezTo>
                      <a:cubicBezTo>
                        <a:pt x="93" y="0"/>
                        <a:pt x="74" y="19"/>
                        <a:pt x="74" y="43"/>
                      </a:cubicBezTo>
                      <a:cubicBezTo>
                        <a:pt x="74" y="55"/>
                        <a:pt x="80" y="66"/>
                        <a:pt x="88" y="74"/>
                      </a:cubicBezTo>
                      <a:cubicBezTo>
                        <a:pt x="52" y="140"/>
                        <a:pt x="52" y="140"/>
                        <a:pt x="52" y="140"/>
                      </a:cubicBezTo>
                      <a:cubicBezTo>
                        <a:pt x="49" y="140"/>
                        <a:pt x="46" y="139"/>
                        <a:pt x="42" y="139"/>
                      </a:cubicBezTo>
                      <a:cubicBezTo>
                        <a:pt x="19" y="139"/>
                        <a:pt x="0" y="158"/>
                        <a:pt x="0" y="182"/>
                      </a:cubicBezTo>
                      <a:cubicBezTo>
                        <a:pt x="0" y="205"/>
                        <a:pt x="19" y="224"/>
                        <a:pt x="42" y="224"/>
                      </a:cubicBezTo>
                      <a:cubicBezTo>
                        <a:pt x="66" y="224"/>
                        <a:pt x="85" y="205"/>
                        <a:pt x="85" y="182"/>
                      </a:cubicBezTo>
                      <a:cubicBezTo>
                        <a:pt x="85" y="169"/>
                        <a:pt x="80" y="158"/>
                        <a:pt x="71" y="150"/>
                      </a:cubicBezTo>
                      <a:cubicBezTo>
                        <a:pt x="107" y="84"/>
                        <a:pt x="107" y="84"/>
                        <a:pt x="107" y="84"/>
                      </a:cubicBezTo>
                      <a:cubicBezTo>
                        <a:pt x="110" y="85"/>
                        <a:pt x="113" y="86"/>
                        <a:pt x="117" y="86"/>
                      </a:cubicBezTo>
                      <a:cubicBezTo>
                        <a:pt x="121" y="86"/>
                        <a:pt x="124" y="85"/>
                        <a:pt x="127" y="84"/>
                      </a:cubicBezTo>
                      <a:cubicBezTo>
                        <a:pt x="163" y="150"/>
                        <a:pt x="163" y="150"/>
                        <a:pt x="163" y="150"/>
                      </a:cubicBezTo>
                      <a:cubicBezTo>
                        <a:pt x="154" y="158"/>
                        <a:pt x="149" y="169"/>
                        <a:pt x="149" y="182"/>
                      </a:cubicBezTo>
                      <a:cubicBezTo>
                        <a:pt x="149" y="205"/>
                        <a:pt x="168" y="224"/>
                        <a:pt x="192" y="224"/>
                      </a:cubicBezTo>
                      <a:cubicBezTo>
                        <a:pt x="215" y="224"/>
                        <a:pt x="234" y="205"/>
                        <a:pt x="234" y="182"/>
                      </a:cubicBezTo>
                      <a:cubicBezTo>
                        <a:pt x="234" y="170"/>
                        <a:pt x="230" y="160"/>
                        <a:pt x="222" y="152"/>
                      </a:cubicBezTo>
                      <a:cubicBezTo>
                        <a:pt x="265" y="84"/>
                        <a:pt x="265" y="84"/>
                        <a:pt x="265" y="84"/>
                      </a:cubicBezTo>
                      <a:cubicBezTo>
                        <a:pt x="269" y="85"/>
                        <a:pt x="273" y="86"/>
                        <a:pt x="277" y="86"/>
                      </a:cubicBezTo>
                      <a:cubicBezTo>
                        <a:pt x="301" y="86"/>
                        <a:pt x="320" y="67"/>
                        <a:pt x="320" y="43"/>
                      </a:cubicBezTo>
                      <a:cubicBezTo>
                        <a:pt x="320" y="19"/>
                        <a:pt x="301" y="0"/>
                        <a:pt x="277" y="0"/>
                      </a:cubicBezTo>
                      <a:close/>
                      <a:moveTo>
                        <a:pt x="42" y="203"/>
                      </a:moveTo>
                      <a:cubicBezTo>
                        <a:pt x="31" y="203"/>
                        <a:pt x="21" y="193"/>
                        <a:pt x="21" y="182"/>
                      </a:cubicBezTo>
                      <a:cubicBezTo>
                        <a:pt x="21" y="170"/>
                        <a:pt x="31" y="160"/>
                        <a:pt x="42" y="160"/>
                      </a:cubicBezTo>
                      <a:cubicBezTo>
                        <a:pt x="54" y="160"/>
                        <a:pt x="64" y="170"/>
                        <a:pt x="64" y="182"/>
                      </a:cubicBezTo>
                      <a:cubicBezTo>
                        <a:pt x="64" y="193"/>
                        <a:pt x="54" y="203"/>
                        <a:pt x="42" y="203"/>
                      </a:cubicBezTo>
                      <a:close/>
                      <a:moveTo>
                        <a:pt x="96" y="43"/>
                      </a:moveTo>
                      <a:cubicBezTo>
                        <a:pt x="96" y="31"/>
                        <a:pt x="105" y="22"/>
                        <a:pt x="117" y="22"/>
                      </a:cubicBezTo>
                      <a:cubicBezTo>
                        <a:pt x="129" y="22"/>
                        <a:pt x="138" y="31"/>
                        <a:pt x="138" y="43"/>
                      </a:cubicBezTo>
                      <a:cubicBezTo>
                        <a:pt x="138" y="55"/>
                        <a:pt x="129" y="64"/>
                        <a:pt x="117" y="64"/>
                      </a:cubicBezTo>
                      <a:cubicBezTo>
                        <a:pt x="105" y="64"/>
                        <a:pt x="96" y="55"/>
                        <a:pt x="96" y="43"/>
                      </a:cubicBezTo>
                      <a:close/>
                      <a:moveTo>
                        <a:pt x="192" y="203"/>
                      </a:moveTo>
                      <a:cubicBezTo>
                        <a:pt x="180" y="203"/>
                        <a:pt x="170" y="193"/>
                        <a:pt x="170" y="182"/>
                      </a:cubicBezTo>
                      <a:cubicBezTo>
                        <a:pt x="170" y="170"/>
                        <a:pt x="180" y="160"/>
                        <a:pt x="192" y="160"/>
                      </a:cubicBezTo>
                      <a:cubicBezTo>
                        <a:pt x="203" y="160"/>
                        <a:pt x="213" y="170"/>
                        <a:pt x="213" y="182"/>
                      </a:cubicBezTo>
                      <a:cubicBezTo>
                        <a:pt x="213" y="193"/>
                        <a:pt x="203" y="203"/>
                        <a:pt x="192" y="203"/>
                      </a:cubicBezTo>
                      <a:close/>
                      <a:moveTo>
                        <a:pt x="277" y="64"/>
                      </a:moveTo>
                      <a:cubicBezTo>
                        <a:pt x="265" y="64"/>
                        <a:pt x="256" y="55"/>
                        <a:pt x="256" y="43"/>
                      </a:cubicBezTo>
                      <a:cubicBezTo>
                        <a:pt x="256" y="31"/>
                        <a:pt x="265" y="22"/>
                        <a:pt x="277" y="22"/>
                      </a:cubicBezTo>
                      <a:cubicBezTo>
                        <a:pt x="289" y="22"/>
                        <a:pt x="298" y="31"/>
                        <a:pt x="298" y="43"/>
                      </a:cubicBezTo>
                      <a:cubicBezTo>
                        <a:pt x="298" y="55"/>
                        <a:pt x="289" y="64"/>
                        <a:pt x="277"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7" name="Freeform 465">
                  <a:extLst>
                    <a:ext uri="{FF2B5EF4-FFF2-40B4-BE49-F238E27FC236}">
                      <a16:creationId xmlns:a16="http://schemas.microsoft.com/office/drawing/2014/main" id="{40F9C0CF-3CC1-BF48-84F8-DB08C38390D9}"/>
                    </a:ext>
                  </a:extLst>
                </p:cNvPr>
                <p:cNvSpPr>
                  <a:spLocks noEditPoints="1"/>
                </p:cNvSpPr>
                <p:nvPr/>
              </p:nvSpPr>
              <p:spPr bwMode="auto">
                <a:xfrm>
                  <a:off x="1110" y="15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459" name="TextBox 458">
              <a:extLst>
                <a:ext uri="{FF2B5EF4-FFF2-40B4-BE49-F238E27FC236}">
                  <a16:creationId xmlns:a16="http://schemas.microsoft.com/office/drawing/2014/main" id="{AA479C6C-E59E-3EC9-59FD-E0AA9777E021}"/>
                </a:ext>
              </a:extLst>
            </p:cNvPr>
            <p:cNvSpPr txBox="1"/>
            <p:nvPr/>
          </p:nvSpPr>
          <p:spPr>
            <a:xfrm>
              <a:off x="8124769" y="5319113"/>
              <a:ext cx="1028893" cy="1015663"/>
            </a:xfrm>
            <a:prstGeom prst="rect">
              <a:avLst/>
            </a:prstGeom>
            <a:noFill/>
            <a:ln>
              <a:noFill/>
            </a:ln>
          </p:spPr>
          <p:txBody>
            <a:bodyPr wrap="square" lIns="0" tIns="0" rIns="0" bIns="0" rtlCol="0">
              <a:spAutoFit/>
            </a:bodyPr>
            <a:lstStyle/>
            <a:p>
              <a:pPr algn="just" defTabSz="885893">
                <a:spcBef>
                  <a:spcPts val="600"/>
                </a:spcBef>
                <a:buSzPct val="100000"/>
                <a:defRPr/>
              </a:pPr>
              <a:r>
                <a:rPr lang="en-US" sz="1100" b="1" kern="0">
                  <a:solidFill>
                    <a:srgbClr val="046A38"/>
                  </a:solidFill>
                  <a:latin typeface="Arial" panose="020B0604020202020204" pitchFamily="34" charset="0"/>
                  <a:cs typeface="Arial" panose="020B0604020202020204" pitchFamily="34" charset="0"/>
                </a:rPr>
                <a:t>Consumers are becoming aware and demanding service-based models</a:t>
              </a:r>
            </a:p>
          </p:txBody>
        </p:sp>
        <p:sp>
          <p:nvSpPr>
            <p:cNvPr id="464" name="TextBox 463">
              <a:extLst>
                <a:ext uri="{FF2B5EF4-FFF2-40B4-BE49-F238E27FC236}">
                  <a16:creationId xmlns:a16="http://schemas.microsoft.com/office/drawing/2014/main" id="{69DC159A-322D-CAEB-24A2-B01D9581AFD3}"/>
                </a:ext>
              </a:extLst>
            </p:cNvPr>
            <p:cNvSpPr txBox="1"/>
            <p:nvPr/>
          </p:nvSpPr>
          <p:spPr>
            <a:xfrm>
              <a:off x="5748851" y="5300488"/>
              <a:ext cx="1286333" cy="1431161"/>
            </a:xfrm>
            <a:prstGeom prst="rect">
              <a:avLst/>
            </a:prstGeom>
            <a:noFill/>
            <a:ln>
              <a:noFill/>
            </a:ln>
          </p:spPr>
          <p:txBody>
            <a:bodyPr wrap="square" lIns="0" tIns="0" rIns="0" bIns="0" rtlCol="0">
              <a:spAutoFit/>
            </a:bodyPr>
            <a:lstStyle/>
            <a:p>
              <a:pPr algn="just" defTabSz="885893">
                <a:spcBef>
                  <a:spcPts val="600"/>
                </a:spcBef>
                <a:buSzPct val="100000"/>
                <a:defRPr/>
              </a:pPr>
              <a:r>
                <a:rPr lang="en-US" sz="1100" b="1" kern="0">
                  <a:solidFill>
                    <a:srgbClr val="046A38"/>
                  </a:solidFill>
                  <a:latin typeface="Arial" panose="020B0604020202020204" pitchFamily="34" charset="0"/>
                  <a:cs typeface="Arial" panose="020B0604020202020204" pitchFamily="34" charset="0"/>
                </a:rPr>
                <a:t>Reduce losses, improve service quality through infra works, Feeder segregation, SCADA, DMS, OMS, etc.</a:t>
              </a:r>
            </a:p>
            <a:p>
              <a:pPr defTabSz="885893">
                <a:spcBef>
                  <a:spcPts val="600"/>
                </a:spcBef>
                <a:buSzPct val="100000"/>
                <a:defRPr/>
              </a:pPr>
              <a:endParaRPr lang="en-US" sz="1100" b="1" kern="0">
                <a:solidFill>
                  <a:srgbClr val="046A38"/>
                </a:solidFill>
                <a:latin typeface="Arial" panose="020B0604020202020204" pitchFamily="34" charset="0"/>
                <a:cs typeface="Arial" panose="020B0604020202020204" pitchFamily="34" charset="0"/>
              </a:endParaRPr>
            </a:p>
          </p:txBody>
        </p:sp>
      </p:grpSp>
      <p:sp>
        <p:nvSpPr>
          <p:cNvPr id="476" name="Rectangle 475">
            <a:extLst>
              <a:ext uri="{FF2B5EF4-FFF2-40B4-BE49-F238E27FC236}">
                <a16:creationId xmlns:a16="http://schemas.microsoft.com/office/drawing/2014/main" id="{0B0EBF12-06BA-AF58-124B-72764F9ACD4B}"/>
              </a:ext>
            </a:extLst>
          </p:cNvPr>
          <p:cNvSpPr/>
          <p:nvPr/>
        </p:nvSpPr>
        <p:spPr bwMode="gray">
          <a:xfrm>
            <a:off x="510040" y="3067935"/>
            <a:ext cx="1337309" cy="360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ACTIVITY 3</a:t>
            </a:r>
          </a:p>
        </p:txBody>
      </p:sp>
      <p:sp>
        <p:nvSpPr>
          <p:cNvPr id="477" name="Rectangle 476">
            <a:extLst>
              <a:ext uri="{FF2B5EF4-FFF2-40B4-BE49-F238E27FC236}">
                <a16:creationId xmlns:a16="http://schemas.microsoft.com/office/drawing/2014/main" id="{1AD2A4B6-81E2-ACA6-1568-0BFAE16152C5}"/>
              </a:ext>
            </a:extLst>
          </p:cNvPr>
          <p:cNvSpPr/>
          <p:nvPr/>
        </p:nvSpPr>
        <p:spPr bwMode="gray">
          <a:xfrm>
            <a:off x="1937352" y="3066210"/>
            <a:ext cx="7560000" cy="360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latin typeface="Arial" panose="020B0604020202020204" pitchFamily="34" charset="0"/>
                <a:cs typeface="Arial" panose="020B0604020202020204" pitchFamily="34" charset="0"/>
              </a:rPr>
              <a:t>Develop a strategy with a time-bound digitalization and performance improvement roadmap</a:t>
            </a:r>
          </a:p>
        </p:txBody>
      </p:sp>
      <p:sp>
        <p:nvSpPr>
          <p:cNvPr id="481" name="Rectangle: Diagonal Corners Rounded 480">
            <a:extLst>
              <a:ext uri="{FF2B5EF4-FFF2-40B4-BE49-F238E27FC236}">
                <a16:creationId xmlns:a16="http://schemas.microsoft.com/office/drawing/2014/main" id="{4C24D4DD-CF10-DAA0-7C53-053B5F715DA4}"/>
              </a:ext>
            </a:extLst>
          </p:cNvPr>
          <p:cNvSpPr/>
          <p:nvPr/>
        </p:nvSpPr>
        <p:spPr>
          <a:xfrm>
            <a:off x="501650" y="1074891"/>
            <a:ext cx="11209014" cy="476078"/>
          </a:xfrm>
          <a:prstGeom prst="round2Diag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algn="just">
              <a:defRPr/>
            </a:pP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Digitalization initiatives in utilities has been identified as a priority area by the SASEC Energy Working Group. </a:t>
            </a:r>
            <a:r>
              <a:rPr lang="en-US" sz="1400" err="1">
                <a:solidFill>
                  <a:prstClr val="white"/>
                </a:solidFill>
                <a:latin typeface="Arial" panose="020B0604020202020204" pitchFamily="34" charset="0"/>
                <a:cs typeface="Arial" panose="020B0604020202020204" pitchFamily="34" charset="0"/>
              </a:rPr>
              <a:t>i</a:t>
            </a: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n 2023 and 2024, member countries highlighted the need for support in making the regional utilities future-proof </a:t>
            </a:r>
            <a:r>
              <a:rPr lang="en-US" sz="1400">
                <a:solidFill>
                  <a:prstClr val="white"/>
                </a:solidFill>
                <a:latin typeface="Arial" panose="020B0604020202020204" pitchFamily="34" charset="0"/>
                <a:cs typeface="Arial" panose="020B0604020202020204" pitchFamily="34" charset="0"/>
              </a:rPr>
              <a:t>through </a:t>
            </a:r>
            <a:r>
              <a:rPr kumimoji="0" lang="en-US"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comprehensive utility modernization efforts</a:t>
            </a:r>
          </a:p>
        </p:txBody>
      </p:sp>
      <p:sp>
        <p:nvSpPr>
          <p:cNvPr id="485" name="Rectangle 484">
            <a:extLst>
              <a:ext uri="{FF2B5EF4-FFF2-40B4-BE49-F238E27FC236}">
                <a16:creationId xmlns:a16="http://schemas.microsoft.com/office/drawing/2014/main" id="{0DB0E550-BA7B-6087-B3B5-4329EF52AF9E}"/>
              </a:ext>
            </a:extLst>
          </p:cNvPr>
          <p:cNvSpPr/>
          <p:nvPr/>
        </p:nvSpPr>
        <p:spPr bwMode="gray">
          <a:xfrm>
            <a:off x="510040" y="3612015"/>
            <a:ext cx="1337309" cy="360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solidFill>
                  <a:schemeClr val="bg1"/>
                </a:solidFill>
                <a:latin typeface="Arial" panose="020B0604020202020204" pitchFamily="34" charset="0"/>
                <a:cs typeface="Arial" panose="020B0604020202020204" pitchFamily="34" charset="0"/>
              </a:rPr>
              <a:t>ACTIVITY 4</a:t>
            </a:r>
          </a:p>
        </p:txBody>
      </p:sp>
      <p:sp>
        <p:nvSpPr>
          <p:cNvPr id="486" name="Rectangle 485">
            <a:extLst>
              <a:ext uri="{FF2B5EF4-FFF2-40B4-BE49-F238E27FC236}">
                <a16:creationId xmlns:a16="http://schemas.microsoft.com/office/drawing/2014/main" id="{EFD82463-1AD8-7DA8-FF5A-B21CCC5A6D04}"/>
              </a:ext>
            </a:extLst>
          </p:cNvPr>
          <p:cNvSpPr/>
          <p:nvPr/>
        </p:nvSpPr>
        <p:spPr bwMode="gray">
          <a:xfrm>
            <a:off x="1951523" y="3612015"/>
            <a:ext cx="7560000" cy="360000"/>
          </a:xfrm>
          <a:prstGeom prst="rect">
            <a:avLst/>
          </a:prstGeom>
          <a:noFill/>
          <a:ln w="3175" algn="ctr">
            <a:solidFill>
              <a:schemeClr val="tx1"/>
            </a:solidFill>
            <a:miter lim="800000"/>
            <a:headEnd/>
            <a:tailEnd/>
          </a:ln>
        </p:spPr>
        <p:txBody>
          <a:bodyPr wrap="square" lIns="88900" tIns="88900" rIns="88900" bIns="88900" rtlCol="0" anchor="ctr"/>
          <a:lstStyle/>
          <a:p>
            <a:pPr algn="just"/>
            <a:r>
              <a:rPr lang="en-US" sz="1400">
                <a:latin typeface="Arial" panose="020B0604020202020204" pitchFamily="34" charset="0"/>
                <a:cs typeface="Arial" panose="020B0604020202020204" pitchFamily="34" charset="0"/>
              </a:rPr>
              <a:t>Prepare a detailed Cyber Security Capacity Building Plan</a:t>
            </a:r>
          </a:p>
        </p:txBody>
      </p:sp>
      <p:grpSp>
        <p:nvGrpSpPr>
          <p:cNvPr id="489" name="Group 488">
            <a:extLst>
              <a:ext uri="{FF2B5EF4-FFF2-40B4-BE49-F238E27FC236}">
                <a16:creationId xmlns:a16="http://schemas.microsoft.com/office/drawing/2014/main" id="{522A5167-155C-29EA-9960-73E3C014D05D}"/>
              </a:ext>
            </a:extLst>
          </p:cNvPr>
          <p:cNvGrpSpPr/>
          <p:nvPr/>
        </p:nvGrpSpPr>
        <p:grpSpPr>
          <a:xfrm>
            <a:off x="9639132" y="2016740"/>
            <a:ext cx="1945758" cy="1955273"/>
            <a:chOff x="510039" y="5847135"/>
            <a:chExt cx="11155681" cy="668186"/>
          </a:xfrm>
        </p:grpSpPr>
        <p:sp>
          <p:nvSpPr>
            <p:cNvPr id="487" name="Rectangle 486">
              <a:extLst>
                <a:ext uri="{FF2B5EF4-FFF2-40B4-BE49-F238E27FC236}">
                  <a16:creationId xmlns:a16="http://schemas.microsoft.com/office/drawing/2014/main" id="{AAB0060B-54E7-6E98-5345-50629C76FEF8}"/>
                </a:ext>
              </a:extLst>
            </p:cNvPr>
            <p:cNvSpPr/>
            <p:nvPr/>
          </p:nvSpPr>
          <p:spPr bwMode="gray">
            <a:xfrm>
              <a:off x="510039" y="5847135"/>
              <a:ext cx="11155681" cy="668186"/>
            </a:xfrm>
            <a:prstGeom prst="rect">
              <a:avLst/>
            </a:prstGeom>
            <a:solidFill>
              <a:schemeClr val="bg2">
                <a:lumMod val="5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200">
                  <a:solidFill>
                    <a:schemeClr val="bg1"/>
                  </a:solidFill>
                </a:rPr>
                <a:t> </a:t>
              </a:r>
              <a:endParaRPr lang="en-US" sz="1200" b="1">
                <a:solidFill>
                  <a:schemeClr val="bg1"/>
                </a:solidFill>
                <a:latin typeface="Arial" panose="020B0604020202020204" pitchFamily="34" charset="0"/>
                <a:cs typeface="Arial" panose="020B0604020202020204" pitchFamily="34" charset="0"/>
              </a:endParaRPr>
            </a:p>
          </p:txBody>
        </p:sp>
        <p:sp>
          <p:nvSpPr>
            <p:cNvPr id="488" name="Rectangle 487">
              <a:extLst>
                <a:ext uri="{FF2B5EF4-FFF2-40B4-BE49-F238E27FC236}">
                  <a16:creationId xmlns:a16="http://schemas.microsoft.com/office/drawing/2014/main" id="{6552502D-3D68-519D-7DB0-61867933A078}"/>
                </a:ext>
              </a:extLst>
            </p:cNvPr>
            <p:cNvSpPr/>
            <p:nvPr/>
          </p:nvSpPr>
          <p:spPr bwMode="gray">
            <a:xfrm>
              <a:off x="1085035" y="5883808"/>
              <a:ext cx="9997450" cy="589763"/>
            </a:xfrm>
            <a:prstGeom prst="rect">
              <a:avLst/>
            </a:prstGeom>
            <a:solidFill>
              <a:schemeClr val="bg1"/>
            </a:solidFill>
            <a:ln w="3175" algn="ctr">
              <a:noFill/>
              <a:miter lim="800000"/>
              <a:headEnd/>
              <a:tailEnd/>
            </a:ln>
          </p:spPr>
          <p:txBody>
            <a:bodyPr wrap="square" lIns="88900" tIns="88900" rIns="88900" bIns="88900" rtlCol="0" anchor="ctr"/>
            <a:lstStyle/>
            <a:p>
              <a:pPr algn="just"/>
              <a:r>
                <a:rPr lang="en-US" sz="1300" i="1">
                  <a:solidFill>
                    <a:sysClr val="windowText" lastClr="000000"/>
                  </a:solidFill>
                  <a:latin typeface="Arial" panose="020B0604020202020204" pitchFamily="34" charset="0"/>
                  <a:cs typeface="Arial" panose="020B0604020202020204" pitchFamily="34" charset="0"/>
                </a:rPr>
                <a:t>The strategic roadmap will outline a vision, mission, and implementation strategy for long-term digital transformation in the power sector.</a:t>
              </a:r>
            </a:p>
          </p:txBody>
        </p:sp>
      </p:grpSp>
    </p:spTree>
    <p:extLst>
      <p:ext uri="{BB962C8B-B14F-4D97-AF65-F5344CB8AC3E}">
        <p14:creationId xmlns:p14="http://schemas.microsoft.com/office/powerpoint/2010/main" val="425494625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Our proposed team has deep expertise in digital transformation, business process re-engineering and cyber security among others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Here with you - Team</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7" name="Rectangle: Rounded Corners 146">
            <a:extLst>
              <a:ext uri="{FF2B5EF4-FFF2-40B4-BE49-F238E27FC236}">
                <a16:creationId xmlns:a16="http://schemas.microsoft.com/office/drawing/2014/main" id="{B825ABCE-2CA3-09E8-A751-E575F50B25A8}"/>
              </a:ext>
            </a:extLst>
          </p:cNvPr>
          <p:cNvSpPr/>
          <p:nvPr/>
        </p:nvSpPr>
        <p:spPr bwMode="gray">
          <a:xfrm>
            <a:off x="541984" y="1065274"/>
            <a:ext cx="8972129" cy="5347534"/>
          </a:xfrm>
          <a:prstGeom prst="roundRect">
            <a:avLst>
              <a:gd name="adj" fmla="val 0"/>
            </a:avLst>
          </a:prstGeom>
          <a:solidFill>
            <a:schemeClr val="bg1">
              <a:lumMod val="95000"/>
            </a:schemeClr>
          </a:solidFill>
          <a:ln w="12700" algn="ctr">
            <a:solidFill>
              <a:sysClr val="windowText" lastClr="000000"/>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5" name="Rectangle 194">
            <a:extLst>
              <a:ext uri="{FF2B5EF4-FFF2-40B4-BE49-F238E27FC236}">
                <a16:creationId xmlns:a16="http://schemas.microsoft.com/office/drawing/2014/main" id="{5AAFB5BE-79E4-A8C6-1153-60DF9D0A2D45}"/>
              </a:ext>
            </a:extLst>
          </p:cNvPr>
          <p:cNvSpPr/>
          <p:nvPr/>
        </p:nvSpPr>
        <p:spPr bwMode="gray">
          <a:xfrm>
            <a:off x="2083418" y="943324"/>
            <a:ext cx="3276073" cy="282129"/>
          </a:xfrm>
          <a:prstGeom prst="rect">
            <a:avLst/>
          </a:prstGeom>
          <a:solidFill>
            <a:sysClr val="windowText" lastClr="0000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Key Experts</a:t>
            </a:r>
          </a:p>
        </p:txBody>
      </p:sp>
      <p:grpSp>
        <p:nvGrpSpPr>
          <p:cNvPr id="28" name="Group 27">
            <a:extLst>
              <a:ext uri="{FF2B5EF4-FFF2-40B4-BE49-F238E27FC236}">
                <a16:creationId xmlns:a16="http://schemas.microsoft.com/office/drawing/2014/main" id="{2159D6B2-8997-C78D-6F15-EEEF0A96BD47}"/>
              </a:ext>
            </a:extLst>
          </p:cNvPr>
          <p:cNvGrpSpPr/>
          <p:nvPr/>
        </p:nvGrpSpPr>
        <p:grpSpPr>
          <a:xfrm>
            <a:off x="2755045" y="4770325"/>
            <a:ext cx="1828800" cy="1471829"/>
            <a:chOff x="2703037" y="4768866"/>
            <a:chExt cx="1828800" cy="1471829"/>
          </a:xfrm>
        </p:grpSpPr>
        <p:pic>
          <p:nvPicPr>
            <p:cNvPr id="7" name="Picture 4">
              <a:extLst>
                <a:ext uri="{FF2B5EF4-FFF2-40B4-BE49-F238E27FC236}">
                  <a16:creationId xmlns:a16="http://schemas.microsoft.com/office/drawing/2014/main" id="{6908EAF3-BA35-8F4D-278D-2218256D09A8}"/>
                </a:ext>
              </a:extLst>
            </p:cNvPr>
            <p:cNvPicPr>
              <a:picLocks noChangeArrowheads="1"/>
            </p:cNvPicPr>
            <p:nvPr/>
          </p:nvPicPr>
          <p:blipFill>
            <a:blip r:embed="rId6"/>
            <a:srcRect t="16687" b="16687"/>
            <a:stretch/>
          </p:blipFill>
          <p:spPr bwMode="auto">
            <a:xfrm>
              <a:off x="3309446" y="4768866"/>
              <a:ext cx="720000" cy="720000"/>
            </a:xfrm>
            <a:prstGeom prst="ellipse">
              <a:avLst/>
            </a:prstGeom>
            <a:ln w="3175" cap="rnd">
              <a:solidFill>
                <a:schemeClr val="tx1">
                  <a:lumMod val="50000"/>
                  <a:lumOff val="5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13CA96CC-79E4-6ABA-D890-025F52A22829}"/>
                </a:ext>
              </a:extLst>
            </p:cNvPr>
            <p:cNvSpPr/>
            <p:nvPr/>
          </p:nvSpPr>
          <p:spPr bwMode="gray">
            <a:xfrm>
              <a:off x="2703037" y="5544453"/>
              <a:ext cx="1828800" cy="696242"/>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Shouvik Mukherjee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000" b="1" kern="0">
                  <a:solidFill>
                    <a:prstClr val="black"/>
                  </a:solidFill>
                  <a:latin typeface="Arial" panose="020B0604020202020204" pitchFamily="34" charset="0"/>
                  <a:cs typeface="Arial" panose="020B0604020202020204" pitchFamily="34" charset="0"/>
                </a:rPr>
                <a:t>(7+ Years experience)</a:t>
              </a:r>
              <a:endPar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CRM &amp; ERP Expert</a:t>
              </a:r>
              <a:endParaRPr kumimoji="0" lang="en-US" sz="1000" b="1" i="0" u="none" strike="noStrike" kern="0" cap="none" spc="0" normalizeH="0" baseline="0" noProof="0">
                <a:ln>
                  <a:noFill/>
                </a:ln>
                <a:solidFill>
                  <a:srgbClr val="009A44"/>
                </a:solidFill>
                <a:effectLst/>
                <a:uLnTx/>
                <a:uFillTx/>
                <a:latin typeface="Arial" panose="020B0604020202020204" pitchFamily="34" charset="0"/>
                <a:ea typeface="+mn-ea"/>
                <a:cs typeface="Arial" panose="020B0604020202020204" pitchFamily="34" charset="0"/>
              </a:endParaRPr>
            </a:p>
          </p:txBody>
        </p:sp>
      </p:grpSp>
      <p:sp>
        <p:nvSpPr>
          <p:cNvPr id="19" name="Rectangle: Rounded Corners 18">
            <a:extLst>
              <a:ext uri="{FF2B5EF4-FFF2-40B4-BE49-F238E27FC236}">
                <a16:creationId xmlns:a16="http://schemas.microsoft.com/office/drawing/2014/main" id="{D0F79075-893E-37FF-67A3-5A6B7894913D}"/>
              </a:ext>
            </a:extLst>
          </p:cNvPr>
          <p:cNvSpPr/>
          <p:nvPr/>
        </p:nvSpPr>
        <p:spPr bwMode="gray">
          <a:xfrm>
            <a:off x="7242566" y="2941685"/>
            <a:ext cx="1828800" cy="694006"/>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Samrat Roy</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r>
              <a:rPr lang="en-US" sz="1000" b="1" kern="0">
                <a:solidFill>
                  <a:prstClr val="black"/>
                </a:solidFill>
                <a:latin typeface="Arial" panose="020B0604020202020204" pitchFamily="34" charset="0"/>
                <a:cs typeface="Arial" panose="020B0604020202020204" pitchFamily="34" charset="0"/>
              </a:rPr>
              <a:t>20</a:t>
            </a: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Subject Matter Expert (SME)</a:t>
            </a:r>
          </a:p>
        </p:txBody>
      </p:sp>
      <p:sp>
        <p:nvSpPr>
          <p:cNvPr id="39" name="Rectangle 38">
            <a:extLst>
              <a:ext uri="{FF2B5EF4-FFF2-40B4-BE49-F238E27FC236}">
                <a16:creationId xmlns:a16="http://schemas.microsoft.com/office/drawing/2014/main" id="{14B757CE-EF45-3014-B1D2-6208DA8DCB43}"/>
              </a:ext>
            </a:extLst>
          </p:cNvPr>
          <p:cNvSpPr/>
          <p:nvPr/>
        </p:nvSpPr>
        <p:spPr bwMode="gray">
          <a:xfrm>
            <a:off x="9887303" y="1095738"/>
            <a:ext cx="1892808" cy="448728"/>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i="1">
                <a:solidFill>
                  <a:schemeClr val="bg1"/>
                </a:solidFill>
                <a:latin typeface="Arial" panose="020B0604020202020204" pitchFamily="34" charset="0"/>
                <a:cs typeface="Arial" panose="020B0604020202020204" pitchFamily="34" charset="0"/>
              </a:rPr>
              <a:t>Review Mechanism</a:t>
            </a:r>
          </a:p>
        </p:txBody>
      </p:sp>
      <p:sp>
        <p:nvSpPr>
          <p:cNvPr id="45" name="TextBox 44">
            <a:extLst>
              <a:ext uri="{FF2B5EF4-FFF2-40B4-BE49-F238E27FC236}">
                <a16:creationId xmlns:a16="http://schemas.microsoft.com/office/drawing/2014/main" id="{A7485BC9-1AA9-F56F-E861-9FE0A5065DE3}"/>
              </a:ext>
            </a:extLst>
          </p:cNvPr>
          <p:cNvSpPr txBox="1"/>
          <p:nvPr/>
        </p:nvSpPr>
        <p:spPr>
          <a:xfrm>
            <a:off x="9889301" y="1771834"/>
            <a:ext cx="1888813" cy="1143000"/>
          </a:xfrm>
          <a:prstGeom prst="rect">
            <a:avLst/>
          </a:prstGeom>
          <a:solidFill>
            <a:schemeClr val="bg1">
              <a:lumMod val="95000"/>
            </a:schemeClr>
          </a:solidFill>
          <a:ln>
            <a:solidFill>
              <a:schemeClr val="tx1"/>
            </a:solidFill>
          </a:ln>
        </p:spPr>
        <p:txBody>
          <a:bodyPr wrap="square" lIns="68580" tIns="68580" rIns="68580" bIns="68580" rtlCol="0" anchor="ctr">
            <a:noAutofit/>
          </a:bodyPr>
          <a:lstStyle>
            <a:defPPr>
              <a:defRPr lang="en-US"/>
            </a:defPPr>
            <a:lvl1pPr>
              <a:buSzPct val="100000"/>
              <a:defRPr sz="1200">
                <a:solidFill>
                  <a:srgbClr val="313131"/>
                </a:solidFill>
              </a:defRPr>
            </a:lvl1pPr>
          </a:lstStyle>
          <a:p>
            <a:pPr marL="0" marR="0" lvl="0" indent="0" algn="just" defTabSz="914400" rtl="0" eaLnBrk="1" fontAlgn="auto" latinLnBrk="0" hangingPunct="1">
              <a:lnSpc>
                <a:spcPct val="100000"/>
              </a:lnSpc>
              <a:spcBef>
                <a:spcPts val="0"/>
              </a:spcBef>
              <a:spcAft>
                <a:spcPts val="1200"/>
              </a:spcAft>
              <a:buClrTx/>
              <a:buSzPct val="100000"/>
              <a:buFontTx/>
              <a:buNone/>
              <a:tabLst/>
              <a:defRPr/>
            </a:pPr>
            <a:r>
              <a:rPr kumimoji="0" lang="en-US" b="1"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Team Leader shall be the point of contact </a:t>
            </a:r>
            <a:r>
              <a:rPr kumimoji="0" lang="en-US"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for all communications from </a:t>
            </a:r>
            <a:r>
              <a:rPr lang="en-US" i="1">
                <a:solidFill>
                  <a:prstClr val="black"/>
                </a:solidFill>
                <a:latin typeface="Arial" panose="020B0604020202020204" pitchFamily="34" charset="0"/>
                <a:cs typeface="Arial" panose="020B0604020202020204" pitchFamily="34" charset="0"/>
              </a:rPr>
              <a:t>BPC/BPSO/DGPC/Other Stakeholders</a:t>
            </a:r>
            <a:endParaRPr kumimoji="0" lang="en-US"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E4DFB8C5-3923-F394-B91C-7D407E6CD620}"/>
              </a:ext>
            </a:extLst>
          </p:cNvPr>
          <p:cNvSpPr txBox="1"/>
          <p:nvPr/>
        </p:nvSpPr>
        <p:spPr>
          <a:xfrm>
            <a:off x="9889301" y="5277453"/>
            <a:ext cx="1888812" cy="1143418"/>
          </a:xfrm>
          <a:prstGeom prst="rect">
            <a:avLst/>
          </a:prstGeom>
          <a:solidFill>
            <a:schemeClr val="bg1">
              <a:lumMod val="95000"/>
            </a:schemeClr>
          </a:solidFill>
          <a:ln>
            <a:solidFill>
              <a:schemeClr val="tx1"/>
            </a:solidFill>
          </a:ln>
        </p:spPr>
        <p:txBody>
          <a:bodyPr wrap="square" lIns="68580" tIns="68580" rIns="68580" bIns="68580" rtlCol="0" anchor="ctr">
            <a:noAutofit/>
          </a:bodyPr>
          <a:lstStyle>
            <a:defPPr>
              <a:defRPr lang="en-US"/>
            </a:defPPr>
            <a:lvl1pPr>
              <a:buSzPct val="100000"/>
              <a:defRPr sz="1200">
                <a:solidFill>
                  <a:srgbClr val="313131"/>
                </a:solidFill>
              </a:defRPr>
            </a:lvl1pPr>
          </a:lstStyle>
          <a:p>
            <a:pPr marL="0" marR="0" lvl="0" indent="0" algn="just" defTabSz="914400" rtl="0" eaLnBrk="1" fontAlgn="auto" latinLnBrk="0" hangingPunct="1">
              <a:lnSpc>
                <a:spcPct val="100000"/>
              </a:lnSpc>
              <a:spcBef>
                <a:spcPts val="0"/>
              </a:spcBef>
              <a:spcAft>
                <a:spcPts val="1200"/>
              </a:spcAft>
              <a:buClrTx/>
              <a:buSzPct val="100000"/>
              <a:buFontTx/>
              <a:buNone/>
              <a:tabLst/>
              <a:defRPr/>
            </a:pPr>
            <a:r>
              <a:rPr kumimoji="0" lang="en-US" b="1"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Liaison and coordination through Senior Advisor to ADB, Dasho Sonam Tshering. </a:t>
            </a:r>
            <a:endParaRPr kumimoji="0" lang="en-US"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EEBB943-572A-419F-3676-0360AD2817BB}"/>
              </a:ext>
            </a:extLst>
          </p:cNvPr>
          <p:cNvPicPr>
            <a:picLocks/>
          </p:cNvPicPr>
          <p:nvPr/>
        </p:nvPicPr>
        <p:blipFill>
          <a:blip r:embed="rId7"/>
          <a:stretch>
            <a:fillRect/>
          </a:stretch>
        </p:blipFill>
        <p:spPr>
          <a:xfrm>
            <a:off x="3314654" y="1325974"/>
            <a:ext cx="720000" cy="720000"/>
          </a:xfrm>
          <a:prstGeom prst="flowChartConnector">
            <a:avLst/>
          </a:prstGeom>
          <a:ln w="3175">
            <a:solidFill>
              <a:schemeClr val="tx1">
                <a:lumMod val="50000"/>
                <a:lumOff val="50000"/>
              </a:schemeClr>
            </a:solidFill>
          </a:ln>
        </p:spPr>
      </p:pic>
      <p:grpSp>
        <p:nvGrpSpPr>
          <p:cNvPr id="3" name="Group 2">
            <a:extLst>
              <a:ext uri="{FF2B5EF4-FFF2-40B4-BE49-F238E27FC236}">
                <a16:creationId xmlns:a16="http://schemas.microsoft.com/office/drawing/2014/main" id="{F1F3FA52-A25E-5B7F-E985-C3E50E435720}"/>
              </a:ext>
            </a:extLst>
          </p:cNvPr>
          <p:cNvGrpSpPr/>
          <p:nvPr/>
        </p:nvGrpSpPr>
        <p:grpSpPr>
          <a:xfrm>
            <a:off x="3936497" y="3042241"/>
            <a:ext cx="1828800" cy="1465632"/>
            <a:chOff x="3790427" y="3061265"/>
            <a:chExt cx="1828800" cy="1465632"/>
          </a:xfrm>
        </p:grpSpPr>
        <p:sp>
          <p:nvSpPr>
            <p:cNvPr id="15" name="Rectangle: Rounded Corners 14">
              <a:extLst>
                <a:ext uri="{FF2B5EF4-FFF2-40B4-BE49-F238E27FC236}">
                  <a16:creationId xmlns:a16="http://schemas.microsoft.com/office/drawing/2014/main" id="{B6C238B5-0872-122D-602C-247134238BEA}"/>
                </a:ext>
              </a:extLst>
            </p:cNvPr>
            <p:cNvSpPr/>
            <p:nvPr/>
          </p:nvSpPr>
          <p:spPr bwMode="gray">
            <a:xfrm>
              <a:off x="3790427" y="3832891"/>
              <a:ext cx="1828800" cy="694006"/>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Aritra Roy</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(10+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System Integration Expert</a:t>
              </a:r>
            </a:p>
          </p:txBody>
        </p:sp>
        <p:pic>
          <p:nvPicPr>
            <p:cNvPr id="13" name="Picture 12">
              <a:extLst>
                <a:ext uri="{FF2B5EF4-FFF2-40B4-BE49-F238E27FC236}">
                  <a16:creationId xmlns:a16="http://schemas.microsoft.com/office/drawing/2014/main" id="{8C4B2885-DC13-1A84-7A26-1E20C9621ABC}"/>
                </a:ext>
              </a:extLst>
            </p:cNvPr>
            <p:cNvPicPr>
              <a:picLocks/>
            </p:cNvPicPr>
            <p:nvPr/>
          </p:nvPicPr>
          <p:blipFill>
            <a:blip r:embed="rId8"/>
            <a:stretch>
              <a:fillRect/>
            </a:stretch>
          </p:blipFill>
          <p:spPr>
            <a:xfrm>
              <a:off x="4381895" y="3061265"/>
              <a:ext cx="720000" cy="720000"/>
            </a:xfrm>
            <a:prstGeom prst="flowChartConnector">
              <a:avLst/>
            </a:prstGeom>
            <a:ln w="3175">
              <a:solidFill>
                <a:schemeClr val="tx1"/>
              </a:solidFill>
            </a:ln>
          </p:spPr>
        </p:pic>
      </p:grpSp>
      <p:sp>
        <p:nvSpPr>
          <p:cNvPr id="166" name="Rectangle: Rounded Corners 165">
            <a:extLst>
              <a:ext uri="{FF2B5EF4-FFF2-40B4-BE49-F238E27FC236}">
                <a16:creationId xmlns:a16="http://schemas.microsoft.com/office/drawing/2014/main" id="{6418ECC0-575C-1412-F593-A421D37F7B4E}"/>
              </a:ext>
            </a:extLst>
          </p:cNvPr>
          <p:cNvSpPr/>
          <p:nvPr/>
        </p:nvSpPr>
        <p:spPr bwMode="gray">
          <a:xfrm>
            <a:off x="2755045" y="2106139"/>
            <a:ext cx="1828800" cy="696242"/>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Sayan Mitra</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000" b="1" kern="0">
                <a:solidFill>
                  <a:prstClr val="black"/>
                </a:solidFill>
                <a:latin typeface="Arial" panose="020B0604020202020204" pitchFamily="34" charset="0"/>
                <a:cs typeface="Arial" panose="020B0604020202020204" pitchFamily="34" charset="0"/>
              </a:rPr>
              <a:t>(21+ Years experience)</a:t>
            </a:r>
            <a:endPar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Project Manager/Team Leader</a:t>
            </a:r>
            <a:endParaRPr kumimoji="0" lang="en-US" sz="1000" b="1" i="0" u="none" strike="noStrike" kern="0" cap="none" spc="0" normalizeH="0" baseline="0" noProof="0">
              <a:ln>
                <a:noFill/>
              </a:ln>
              <a:solidFill>
                <a:srgbClr val="009A44"/>
              </a:solidFill>
              <a:effectLst/>
              <a:uLnTx/>
              <a:uFillTx/>
              <a:latin typeface="Arial" panose="020B0604020202020204" pitchFamily="34" charset="0"/>
              <a:ea typeface="+mn-ea"/>
              <a:cs typeface="Arial" panose="020B0604020202020204" pitchFamily="34" charset="0"/>
            </a:endParaRPr>
          </a:p>
        </p:txBody>
      </p:sp>
      <p:grpSp>
        <p:nvGrpSpPr>
          <p:cNvPr id="4" name="Group 3">
            <a:extLst>
              <a:ext uri="{FF2B5EF4-FFF2-40B4-BE49-F238E27FC236}">
                <a16:creationId xmlns:a16="http://schemas.microsoft.com/office/drawing/2014/main" id="{1BF64715-9DE0-2240-D95F-2F5BF2E040B1}"/>
              </a:ext>
            </a:extLst>
          </p:cNvPr>
          <p:cNvGrpSpPr/>
          <p:nvPr/>
        </p:nvGrpSpPr>
        <p:grpSpPr>
          <a:xfrm>
            <a:off x="1690424" y="3036854"/>
            <a:ext cx="1828800" cy="1476407"/>
            <a:chOff x="1552080" y="3024151"/>
            <a:chExt cx="1828800" cy="1476407"/>
          </a:xfrm>
        </p:grpSpPr>
        <p:sp>
          <p:nvSpPr>
            <p:cNvPr id="31" name="Rectangle: Rounded Corners 30">
              <a:extLst>
                <a:ext uri="{FF2B5EF4-FFF2-40B4-BE49-F238E27FC236}">
                  <a16:creationId xmlns:a16="http://schemas.microsoft.com/office/drawing/2014/main" id="{C04C7245-6898-39CB-1F04-B38AE8B33F12}"/>
                </a:ext>
              </a:extLst>
            </p:cNvPr>
            <p:cNvSpPr/>
            <p:nvPr/>
          </p:nvSpPr>
          <p:spPr bwMode="gray">
            <a:xfrm>
              <a:off x="1552080" y="3806552"/>
              <a:ext cx="1828800" cy="694006"/>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Abhishek Bhargav</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(16+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Cyber Security Expert</a:t>
              </a:r>
            </a:p>
          </p:txBody>
        </p:sp>
        <p:pic>
          <p:nvPicPr>
            <p:cNvPr id="17" name="Picture 16">
              <a:extLst>
                <a:ext uri="{FF2B5EF4-FFF2-40B4-BE49-F238E27FC236}">
                  <a16:creationId xmlns:a16="http://schemas.microsoft.com/office/drawing/2014/main" id="{A7278112-5230-D3E7-3D28-BD4E6DF64BEB}"/>
                </a:ext>
              </a:extLst>
            </p:cNvPr>
            <p:cNvPicPr>
              <a:picLocks/>
            </p:cNvPicPr>
            <p:nvPr/>
          </p:nvPicPr>
          <p:blipFill>
            <a:blip r:embed="rId9"/>
            <a:stretch>
              <a:fillRect/>
            </a:stretch>
          </p:blipFill>
          <p:spPr>
            <a:xfrm>
              <a:off x="2150322" y="3024151"/>
              <a:ext cx="720000" cy="720000"/>
            </a:xfrm>
            <a:prstGeom prst="flowChartConnector">
              <a:avLst/>
            </a:prstGeom>
            <a:ln w="3175">
              <a:solidFill>
                <a:schemeClr val="tx1"/>
              </a:solidFill>
            </a:ln>
          </p:spPr>
        </p:pic>
      </p:grpSp>
      <p:grpSp>
        <p:nvGrpSpPr>
          <p:cNvPr id="24" name="Group 23">
            <a:extLst>
              <a:ext uri="{FF2B5EF4-FFF2-40B4-BE49-F238E27FC236}">
                <a16:creationId xmlns:a16="http://schemas.microsoft.com/office/drawing/2014/main" id="{3E1BBD32-E497-6745-1E49-35FA70078A69}"/>
              </a:ext>
            </a:extLst>
          </p:cNvPr>
          <p:cNvGrpSpPr/>
          <p:nvPr/>
        </p:nvGrpSpPr>
        <p:grpSpPr>
          <a:xfrm>
            <a:off x="746674" y="4770325"/>
            <a:ext cx="1828800" cy="1473288"/>
            <a:chOff x="746674" y="4770325"/>
            <a:chExt cx="1828800" cy="1473288"/>
          </a:xfrm>
        </p:grpSpPr>
        <p:sp>
          <p:nvSpPr>
            <p:cNvPr id="12" name="Rectangle: Rounded Corners 11">
              <a:extLst>
                <a:ext uri="{FF2B5EF4-FFF2-40B4-BE49-F238E27FC236}">
                  <a16:creationId xmlns:a16="http://schemas.microsoft.com/office/drawing/2014/main" id="{1A35F1BB-8BAC-6441-0AB4-431DF9E848EC}"/>
                </a:ext>
              </a:extLst>
            </p:cNvPr>
            <p:cNvSpPr/>
            <p:nvPr/>
          </p:nvSpPr>
          <p:spPr bwMode="gray">
            <a:xfrm>
              <a:off x="746674" y="5544452"/>
              <a:ext cx="1828800" cy="699161"/>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Amrita Sengupta</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(9+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AMI Expert</a:t>
              </a:r>
            </a:p>
          </p:txBody>
        </p:sp>
        <p:pic>
          <p:nvPicPr>
            <p:cNvPr id="23" name="Picture 22" descr="A child with a serious face&#10;&#10;AI-generated content may be incorrect.">
              <a:extLst>
                <a:ext uri="{FF2B5EF4-FFF2-40B4-BE49-F238E27FC236}">
                  <a16:creationId xmlns:a16="http://schemas.microsoft.com/office/drawing/2014/main" id="{D5606FA9-4A75-1205-95F4-7780CCAB0D8B}"/>
                </a:ext>
              </a:extLst>
            </p:cNvPr>
            <p:cNvPicPr>
              <a:picLocks/>
            </p:cNvPicPr>
            <p:nvPr/>
          </p:nvPicPr>
          <p:blipFill rotWithShape="1">
            <a:blip r:embed="rId10">
              <a:extLst>
                <a:ext uri="{28A0092B-C50C-407E-A947-70E740481C1C}">
                  <a14:useLocalDpi xmlns:a14="http://schemas.microsoft.com/office/drawing/2010/main" val="0"/>
                </a:ext>
              </a:extLst>
            </a:blip>
            <a:srcRect l="9274" t="4629" r="10885" b="9001"/>
            <a:stretch/>
          </p:blipFill>
          <p:spPr>
            <a:xfrm>
              <a:off x="1301074" y="4770325"/>
              <a:ext cx="720000" cy="720000"/>
            </a:xfrm>
            <a:prstGeom prst="flowChartConnector">
              <a:avLst/>
            </a:prstGeom>
            <a:ln>
              <a:solidFill>
                <a:schemeClr val="tx1"/>
              </a:solidFill>
            </a:ln>
          </p:spPr>
        </p:pic>
      </p:grpSp>
      <p:sp>
        <p:nvSpPr>
          <p:cNvPr id="26" name="Rectangle: Rounded Corners 25">
            <a:extLst>
              <a:ext uri="{FF2B5EF4-FFF2-40B4-BE49-F238E27FC236}">
                <a16:creationId xmlns:a16="http://schemas.microsoft.com/office/drawing/2014/main" id="{9336F296-96C8-FC7A-54E9-F25ED4A5D529}"/>
              </a:ext>
            </a:extLst>
          </p:cNvPr>
          <p:cNvSpPr/>
          <p:nvPr/>
        </p:nvSpPr>
        <p:spPr bwMode="gray">
          <a:xfrm>
            <a:off x="4725239" y="5544452"/>
            <a:ext cx="1828800" cy="699161"/>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Angsuman Roy</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(6+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000" kern="0">
                <a:solidFill>
                  <a:srgbClr val="007CB0"/>
                </a:solidFill>
                <a:latin typeface="Arial" panose="020B0604020202020204" pitchFamily="34" charset="0"/>
                <a:cs typeface="Arial" panose="020B0604020202020204" pitchFamily="34" charset="0"/>
              </a:rPr>
              <a:t>SCADA </a:t>
            </a: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 Expert</a:t>
            </a:r>
          </a:p>
        </p:txBody>
      </p:sp>
      <p:pic>
        <p:nvPicPr>
          <p:cNvPr id="30" name="Picture 29" descr="A person with a beard&#10;&#10;AI-generated content may be incorrect.">
            <a:extLst>
              <a:ext uri="{FF2B5EF4-FFF2-40B4-BE49-F238E27FC236}">
                <a16:creationId xmlns:a16="http://schemas.microsoft.com/office/drawing/2014/main" id="{DFC98CF5-1706-AE45-45E4-D284633047E9}"/>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277111" y="4759527"/>
            <a:ext cx="720000" cy="720000"/>
          </a:xfrm>
          <a:prstGeom prst="flowChartConnector">
            <a:avLst/>
          </a:prstGeom>
          <a:ln>
            <a:solidFill>
              <a:schemeClr val="tx1"/>
            </a:solidFill>
          </a:ln>
        </p:spPr>
      </p:pic>
      <p:grpSp>
        <p:nvGrpSpPr>
          <p:cNvPr id="32" name="Group 31">
            <a:extLst>
              <a:ext uri="{FF2B5EF4-FFF2-40B4-BE49-F238E27FC236}">
                <a16:creationId xmlns:a16="http://schemas.microsoft.com/office/drawing/2014/main" id="{9B8DBCDA-01EA-6D9C-D190-D6629B5DED78}"/>
              </a:ext>
            </a:extLst>
          </p:cNvPr>
          <p:cNvGrpSpPr/>
          <p:nvPr/>
        </p:nvGrpSpPr>
        <p:grpSpPr>
          <a:xfrm>
            <a:off x="7240524" y="4046742"/>
            <a:ext cx="1828800" cy="1439578"/>
            <a:chOff x="5002986" y="1434837"/>
            <a:chExt cx="1828800" cy="1439578"/>
          </a:xfrm>
        </p:grpSpPr>
        <p:sp>
          <p:nvSpPr>
            <p:cNvPr id="38" name="Rectangle: Rounded Corners 37">
              <a:extLst>
                <a:ext uri="{FF2B5EF4-FFF2-40B4-BE49-F238E27FC236}">
                  <a16:creationId xmlns:a16="http://schemas.microsoft.com/office/drawing/2014/main" id="{D8B65702-5C87-FF61-CCB1-60BC297D4668}"/>
                </a:ext>
              </a:extLst>
            </p:cNvPr>
            <p:cNvSpPr/>
            <p:nvPr/>
          </p:nvSpPr>
          <p:spPr bwMode="gray">
            <a:xfrm>
              <a:off x="5002986" y="2180409"/>
              <a:ext cx="1828800" cy="694006"/>
            </a:xfrm>
            <a:prstGeom prst="roundRect">
              <a:avLst/>
            </a:prstGeom>
            <a:solidFill>
              <a:schemeClr val="accent1">
                <a:lumMod val="40000"/>
                <a:lumOff val="60000"/>
              </a:schemeClr>
            </a:solidFill>
            <a:ln w="19050" algn="ctr">
              <a:noFill/>
              <a:miter lim="800000"/>
              <a:headEnd/>
              <a:tailEnd/>
            </a:ln>
          </p:spPr>
          <p:txBody>
            <a:bodyPr wrap="square" lIns="0" tIns="0" rIns="0" bIns="0" rtlCol="0" anchor="ctr" anchorCtr="0"/>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Siddharth Mani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(11+ Years experience)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0" cap="none" spc="0" normalizeH="0" baseline="0" noProof="0">
                  <a:ln>
                    <a:noFill/>
                  </a:ln>
                  <a:solidFill>
                    <a:srgbClr val="007CB0"/>
                  </a:solidFill>
                  <a:effectLst/>
                  <a:uLnTx/>
                  <a:uFillTx/>
                  <a:latin typeface="Arial" panose="020B0604020202020204" pitchFamily="34" charset="0"/>
                  <a:ea typeface="+mn-ea"/>
                  <a:cs typeface="Arial" panose="020B0604020202020204" pitchFamily="34" charset="0"/>
                </a:rPr>
                <a:t>Subject Matter Expert (SME)</a:t>
              </a:r>
            </a:p>
          </p:txBody>
        </p:sp>
        <p:pic>
          <p:nvPicPr>
            <p:cNvPr id="40" name="Picture 39">
              <a:extLst>
                <a:ext uri="{FF2B5EF4-FFF2-40B4-BE49-F238E27FC236}">
                  <a16:creationId xmlns:a16="http://schemas.microsoft.com/office/drawing/2014/main" id="{88AC07F1-316D-88BB-2968-D1835BEE2E7D}"/>
                </a:ext>
              </a:extLst>
            </p:cNvPr>
            <p:cNvPicPr>
              <a:picLocks/>
            </p:cNvPicPr>
            <p:nvPr/>
          </p:nvPicPr>
          <p:blipFill>
            <a:blip r:embed="rId12"/>
            <a:srcRect t="6796" b="6796"/>
            <a:stretch/>
          </p:blipFill>
          <p:spPr>
            <a:xfrm>
              <a:off x="5557386" y="1434837"/>
              <a:ext cx="720000" cy="720000"/>
            </a:xfrm>
            <a:prstGeom prst="ellipse">
              <a:avLst/>
            </a:prstGeom>
            <a:ln w="3175" cap="rnd">
              <a:solidFill>
                <a:schemeClr val="tx1">
                  <a:lumMod val="50000"/>
                  <a:lumOff val="5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
        <p:nvSpPr>
          <p:cNvPr id="46" name="Rectangle 45">
            <a:extLst>
              <a:ext uri="{FF2B5EF4-FFF2-40B4-BE49-F238E27FC236}">
                <a16:creationId xmlns:a16="http://schemas.microsoft.com/office/drawing/2014/main" id="{0D935F29-8578-E532-21C5-205DB2ECFDB4}"/>
              </a:ext>
            </a:extLst>
          </p:cNvPr>
          <p:cNvSpPr/>
          <p:nvPr/>
        </p:nvSpPr>
        <p:spPr bwMode="gray">
          <a:xfrm>
            <a:off x="7032171" y="1910187"/>
            <a:ext cx="2307772" cy="3739499"/>
          </a:xfrm>
          <a:prstGeom prst="rect">
            <a:avLst/>
          </a:prstGeom>
          <a:noFill/>
          <a:ln w="12700" algn="ctr">
            <a:solidFill>
              <a:schemeClr val="tx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pic>
        <p:nvPicPr>
          <p:cNvPr id="50" name="Picture 49" descr="A person in a suit and tie&#10;&#10;Description automatically generated">
            <a:extLst>
              <a:ext uri="{FF2B5EF4-FFF2-40B4-BE49-F238E27FC236}">
                <a16:creationId xmlns:a16="http://schemas.microsoft.com/office/drawing/2014/main" id="{375FC604-F3A7-CA4A-0619-756A26367EA2}"/>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794924" y="2184029"/>
            <a:ext cx="720000" cy="720000"/>
          </a:xfrm>
          <a:prstGeom prst="flowChartConnector">
            <a:avLst/>
          </a:prstGeom>
          <a:ln>
            <a:solidFill>
              <a:schemeClr val="tx1"/>
            </a:solidFill>
          </a:ln>
        </p:spPr>
      </p:pic>
      <p:sp>
        <p:nvSpPr>
          <p:cNvPr id="51" name="TextBox 50">
            <a:extLst>
              <a:ext uri="{FF2B5EF4-FFF2-40B4-BE49-F238E27FC236}">
                <a16:creationId xmlns:a16="http://schemas.microsoft.com/office/drawing/2014/main" id="{7A09D2AF-35FB-C73C-7E11-8A819220E1DB}"/>
              </a:ext>
            </a:extLst>
          </p:cNvPr>
          <p:cNvSpPr txBox="1"/>
          <p:nvPr/>
        </p:nvSpPr>
        <p:spPr>
          <a:xfrm>
            <a:off x="7622601" y="1416662"/>
            <a:ext cx="1126912" cy="446276"/>
          </a:xfrm>
          <a:prstGeom prst="rect">
            <a:avLst/>
          </a:prstGeom>
          <a:noFill/>
        </p:spPr>
        <p:txBody>
          <a:bodyPr wrap="none" lIns="0" tIns="0" rIns="0" bIns="0" rtlCol="0">
            <a:spAutoFit/>
          </a:bodyPr>
          <a:lstStyle/>
          <a:p>
            <a:pPr algn="ctr">
              <a:spcBef>
                <a:spcPts val="600"/>
              </a:spcBef>
              <a:buSzPct val="100000"/>
            </a:pPr>
            <a:r>
              <a:rPr lang="en-IN" sz="1200" b="1" i="1">
                <a:solidFill>
                  <a:srgbClr val="313131"/>
                </a:solidFill>
                <a:latin typeface="Arial" panose="020B0604020202020204" pitchFamily="34" charset="0"/>
                <a:cs typeface="Arial" panose="020B0604020202020204" pitchFamily="34" charset="0"/>
              </a:rPr>
              <a:t>Subject Matter </a:t>
            </a:r>
          </a:p>
          <a:p>
            <a:pPr algn="ctr">
              <a:spcBef>
                <a:spcPts val="600"/>
              </a:spcBef>
              <a:buSzPct val="100000"/>
            </a:pPr>
            <a:r>
              <a:rPr lang="en-IN" sz="1200" b="1" i="1">
                <a:solidFill>
                  <a:srgbClr val="313131"/>
                </a:solidFill>
                <a:latin typeface="Arial" panose="020B0604020202020204" pitchFamily="34" charset="0"/>
                <a:cs typeface="Arial" panose="020B0604020202020204" pitchFamily="34" charset="0"/>
              </a:rPr>
              <a:t>Experts (SMEs)</a:t>
            </a:r>
          </a:p>
        </p:txBody>
      </p:sp>
      <p:sp>
        <p:nvSpPr>
          <p:cNvPr id="53" name="TextBox 52">
            <a:extLst>
              <a:ext uri="{FF2B5EF4-FFF2-40B4-BE49-F238E27FC236}">
                <a16:creationId xmlns:a16="http://schemas.microsoft.com/office/drawing/2014/main" id="{D542C3C4-F960-12D9-A203-DD3650064A2B}"/>
              </a:ext>
            </a:extLst>
          </p:cNvPr>
          <p:cNvSpPr txBox="1"/>
          <p:nvPr/>
        </p:nvSpPr>
        <p:spPr>
          <a:xfrm>
            <a:off x="9889301" y="3436509"/>
            <a:ext cx="1888812" cy="1143000"/>
          </a:xfrm>
          <a:prstGeom prst="rect">
            <a:avLst/>
          </a:prstGeom>
          <a:solidFill>
            <a:schemeClr val="bg1">
              <a:lumMod val="95000"/>
            </a:schemeClr>
          </a:solidFill>
          <a:ln>
            <a:solidFill>
              <a:schemeClr val="tx1"/>
            </a:solidFill>
          </a:ln>
        </p:spPr>
        <p:txBody>
          <a:bodyPr wrap="square" lIns="68580" tIns="68580" rIns="68580" bIns="68580" rtlCol="0" anchor="ctr">
            <a:noAutofit/>
          </a:bodyPr>
          <a:lstStyle>
            <a:defPPr>
              <a:defRPr lang="en-US"/>
            </a:defPPr>
            <a:lvl1pPr>
              <a:buSzPct val="100000"/>
              <a:defRPr sz="1200">
                <a:solidFill>
                  <a:srgbClr val="313131"/>
                </a:solidFill>
              </a:defRPr>
            </a:lvl1pPr>
          </a:lstStyle>
          <a:p>
            <a:pPr marL="0" marR="0" lvl="0" indent="0" algn="just" defTabSz="914400" rtl="0" eaLnBrk="1" fontAlgn="auto" latinLnBrk="0" hangingPunct="1">
              <a:lnSpc>
                <a:spcPct val="100000"/>
              </a:lnSpc>
              <a:spcBef>
                <a:spcPts val="0"/>
              </a:spcBef>
              <a:spcAft>
                <a:spcPts val="1200"/>
              </a:spcAft>
              <a:buClrTx/>
              <a:buSzPct val="100000"/>
              <a:buFontTx/>
              <a:buNone/>
              <a:tabLst/>
              <a:defRPr/>
            </a:pPr>
            <a:r>
              <a:rPr kumimoji="0" lang="en-US" b="1"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Subject Matter Experts to review </a:t>
            </a:r>
            <a:r>
              <a:rPr kumimoji="0" lang="en-US" i="1"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and provide feedback on various deliverables</a:t>
            </a:r>
          </a:p>
        </p:txBody>
      </p:sp>
    </p:spTree>
    <p:extLst>
      <p:ext uri="{BB962C8B-B14F-4D97-AF65-F5344CB8AC3E}">
        <p14:creationId xmlns:p14="http://schemas.microsoft.com/office/powerpoint/2010/main" val="39948318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0FB4AC-EEE5-4737-AFC4-131B6008B33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Rounded Rectangle 5">
            <a:extLst>
              <a:ext uri="{FF2B5EF4-FFF2-40B4-BE49-F238E27FC236}">
                <a16:creationId xmlns:a16="http://schemas.microsoft.com/office/drawing/2014/main" id="{D4A387F1-EA8E-4E7F-B8A9-23B600B6A2B9}"/>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a:solidFill>
                  <a:schemeClr val="bg1"/>
                </a:solidFill>
                <a:latin typeface="Calibri Light" panose="020F0302020204030204" pitchFamily="34" charset="0"/>
                <a:cs typeface="Calibri Light" panose="020F0302020204030204" pitchFamily="34" charset="0"/>
              </a:rPr>
              <a:t>Scope of Work, Focus Areas and Work Plan</a:t>
            </a:r>
          </a:p>
        </p:txBody>
      </p:sp>
      <p:grpSp>
        <p:nvGrpSpPr>
          <p:cNvPr id="5" name="Group 4">
            <a:extLst>
              <a:ext uri="{FF2B5EF4-FFF2-40B4-BE49-F238E27FC236}">
                <a16:creationId xmlns:a16="http://schemas.microsoft.com/office/drawing/2014/main" id="{FCF8A8CB-7327-45F8-9DD0-161329CA244F}"/>
              </a:ext>
            </a:extLst>
          </p:cNvPr>
          <p:cNvGrpSpPr/>
          <p:nvPr/>
        </p:nvGrpSpPr>
        <p:grpSpPr>
          <a:xfrm>
            <a:off x="9733457" y="4798696"/>
            <a:ext cx="1402578" cy="1397650"/>
            <a:chOff x="9718644" y="4783956"/>
            <a:chExt cx="1432160" cy="1427129"/>
          </a:xfrm>
        </p:grpSpPr>
        <p:sp>
          <p:nvSpPr>
            <p:cNvPr id="6" name="Pie 8">
              <a:extLst>
                <a:ext uri="{FF2B5EF4-FFF2-40B4-BE49-F238E27FC236}">
                  <a16:creationId xmlns:a16="http://schemas.microsoft.com/office/drawing/2014/main" id="{97A007AE-E67C-428B-B7B9-9E5D28B5169C}"/>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sp>
          <p:nvSpPr>
            <p:cNvPr id="7" name="Pie 9">
              <a:extLst>
                <a:ext uri="{FF2B5EF4-FFF2-40B4-BE49-F238E27FC236}">
                  <a16:creationId xmlns:a16="http://schemas.microsoft.com/office/drawing/2014/main" id="{79410807-BF7F-4DDD-8C32-94926876177D}"/>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sp>
        <p:nvSpPr>
          <p:cNvPr id="8" name="Oval 7">
            <a:extLst>
              <a:ext uri="{FF2B5EF4-FFF2-40B4-BE49-F238E27FC236}">
                <a16:creationId xmlns:a16="http://schemas.microsoft.com/office/drawing/2014/main" id="{F80C2722-EEE4-4BF0-B0B7-1135E3A8E630}"/>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nvGrpSpPr>
          <p:cNvPr id="14" name="Group 13">
            <a:extLst>
              <a:ext uri="{FF2B5EF4-FFF2-40B4-BE49-F238E27FC236}">
                <a16:creationId xmlns:a16="http://schemas.microsoft.com/office/drawing/2014/main" id="{0E79B68E-EAED-48FE-B1F4-03358A1ED1CB}"/>
              </a:ext>
            </a:extLst>
          </p:cNvPr>
          <p:cNvGrpSpPr>
            <a:grpSpLocks noChangeAspect="1"/>
          </p:cNvGrpSpPr>
          <p:nvPr/>
        </p:nvGrpSpPr>
        <p:grpSpPr bwMode="auto">
          <a:xfrm>
            <a:off x="10136258" y="5181173"/>
            <a:ext cx="672137" cy="672137"/>
            <a:chOff x="4220" y="1197"/>
            <a:chExt cx="340" cy="340"/>
          </a:xfrm>
          <a:solidFill>
            <a:schemeClr val="bg1"/>
          </a:solidFill>
        </p:grpSpPr>
        <p:sp>
          <p:nvSpPr>
            <p:cNvPr id="15" name="Freeform 337">
              <a:extLst>
                <a:ext uri="{FF2B5EF4-FFF2-40B4-BE49-F238E27FC236}">
                  <a16:creationId xmlns:a16="http://schemas.microsoft.com/office/drawing/2014/main" id="{99D5C235-65AD-409F-8173-6F1F3555704C}"/>
                </a:ext>
              </a:extLst>
            </p:cNvPr>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6" name="Freeform 338">
              <a:extLst>
                <a:ext uri="{FF2B5EF4-FFF2-40B4-BE49-F238E27FC236}">
                  <a16:creationId xmlns:a16="http://schemas.microsoft.com/office/drawing/2014/main" id="{DD7189B2-1A34-4A8C-A7BE-B10A3BD47C2D}"/>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7" name="Freeform 339">
              <a:extLst>
                <a:ext uri="{FF2B5EF4-FFF2-40B4-BE49-F238E27FC236}">
                  <a16:creationId xmlns:a16="http://schemas.microsoft.com/office/drawing/2014/main" id="{80159D63-0F5A-49FC-8AD5-9E10424D96D4}"/>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8" name="Freeform 340">
              <a:extLst>
                <a:ext uri="{FF2B5EF4-FFF2-40B4-BE49-F238E27FC236}">
                  <a16:creationId xmlns:a16="http://schemas.microsoft.com/office/drawing/2014/main" id="{FE91FB91-3A6D-4961-B3F1-69C6A64D321F}"/>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9" name="Freeform 341">
              <a:extLst>
                <a:ext uri="{FF2B5EF4-FFF2-40B4-BE49-F238E27FC236}">
                  <a16:creationId xmlns:a16="http://schemas.microsoft.com/office/drawing/2014/main" id="{277AFBE8-E7FC-4DEB-A654-EC5B8FA093B6}"/>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0" name="Freeform 342">
              <a:extLst>
                <a:ext uri="{FF2B5EF4-FFF2-40B4-BE49-F238E27FC236}">
                  <a16:creationId xmlns:a16="http://schemas.microsoft.com/office/drawing/2014/main" id="{E60371E4-18C3-4197-B7E0-44CCEA67A378}"/>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spTree>
    <p:extLst>
      <p:ext uri="{BB962C8B-B14F-4D97-AF65-F5344CB8AC3E}">
        <p14:creationId xmlns:p14="http://schemas.microsoft.com/office/powerpoint/2010/main" val="10958106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Assist DGPC, BPC and BPSO in identifying business requirements, assessing feasibility of digital transformation and cyber security interventions</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Summary of Scope of Work</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31333E-F573-0CE8-4057-211505AA2010}"/>
              </a:ext>
            </a:extLst>
          </p:cNvPr>
          <p:cNvCxnSpPr>
            <a:cxnSpLocks/>
          </p:cNvCxnSpPr>
          <p:nvPr/>
        </p:nvCxnSpPr>
        <p:spPr>
          <a:xfrm flipV="1">
            <a:off x="501650" y="1408785"/>
            <a:ext cx="11209312" cy="185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074ECAD-19C6-AA6D-63D9-A49A3D5E073C}"/>
              </a:ext>
            </a:extLst>
          </p:cNvPr>
          <p:cNvSpPr txBox="1"/>
          <p:nvPr/>
        </p:nvSpPr>
        <p:spPr>
          <a:xfrm>
            <a:off x="4110219" y="1270949"/>
            <a:ext cx="3826749" cy="276999"/>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GB" b="1" i="0" u="none" strike="noStrike" kern="1200" cap="none" spc="0" normalizeH="0" baseline="0" noProof="0">
                <a:ln>
                  <a:noFill/>
                </a:ln>
                <a:solidFill>
                  <a:srgbClr val="313131"/>
                </a:solidFill>
                <a:effectLst/>
                <a:uLnTx/>
                <a:uFillTx/>
                <a:latin typeface="Arial" panose="020B0604020202020204" pitchFamily="34" charset="0"/>
                <a:cs typeface="Arial" panose="020B0604020202020204" pitchFamily="34" charset="0"/>
              </a:rPr>
              <a:t>Proposed Scope of Work</a:t>
            </a:r>
          </a:p>
        </p:txBody>
      </p:sp>
      <p:sp>
        <p:nvSpPr>
          <p:cNvPr id="44" name="Pentagon 71">
            <a:extLst>
              <a:ext uri="{FF2B5EF4-FFF2-40B4-BE49-F238E27FC236}">
                <a16:creationId xmlns:a16="http://schemas.microsoft.com/office/drawing/2014/main" id="{2F95DF06-FA37-2841-1877-1C65138F9C61}"/>
              </a:ext>
            </a:extLst>
          </p:cNvPr>
          <p:cNvSpPr/>
          <p:nvPr/>
        </p:nvSpPr>
        <p:spPr bwMode="gray">
          <a:xfrm rot="5400000">
            <a:off x="95900" y="2316991"/>
            <a:ext cx="4401200"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9"/>
              <a:gd name="connsiteY0" fmla="*/ 0 h 3201722"/>
              <a:gd name="connsiteX1" fmla="*/ 3896714 w 3910479"/>
              <a:gd name="connsiteY1" fmla="*/ 0 h 3201722"/>
              <a:gd name="connsiteX2" fmla="*/ 3910479 w 3910479"/>
              <a:gd name="connsiteY2" fmla="*/ 1546270 h 3201722"/>
              <a:gd name="connsiteX3" fmla="*/ 3896714 w 3910479"/>
              <a:gd name="connsiteY3" fmla="*/ 3201722 h 3201722"/>
              <a:gd name="connsiteX4" fmla="*/ 0 w 3910479"/>
              <a:gd name="connsiteY4" fmla="*/ 3201722 h 3201722"/>
              <a:gd name="connsiteX5" fmla="*/ 0 w 3910479"/>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9" h="3201722">
                <a:moveTo>
                  <a:pt x="0" y="0"/>
                </a:moveTo>
                <a:lnTo>
                  <a:pt x="3896714" y="0"/>
                </a:lnTo>
                <a:lnTo>
                  <a:pt x="3910479" y="1546270"/>
                </a:lnTo>
                <a:lnTo>
                  <a:pt x="3896714" y="3201722"/>
                </a:lnTo>
                <a:lnTo>
                  <a:pt x="0" y="3201722"/>
                </a:lnTo>
                <a:lnTo>
                  <a:pt x="0" y="0"/>
                </a:lnTo>
                <a:close/>
              </a:path>
            </a:pathLst>
          </a:custGeom>
          <a:solidFill>
            <a:srgbClr val="86BC2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BB363025-2952-1F60-51FA-D19C1D662CA5}"/>
              </a:ext>
            </a:extLst>
          </p:cNvPr>
          <p:cNvSpPr/>
          <p:nvPr/>
        </p:nvSpPr>
        <p:spPr bwMode="gray">
          <a:xfrm>
            <a:off x="482781" y="1703604"/>
            <a:ext cx="3627438" cy="859134"/>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48" name="Right Triangle 447">
            <a:extLst>
              <a:ext uri="{FF2B5EF4-FFF2-40B4-BE49-F238E27FC236}">
                <a16:creationId xmlns:a16="http://schemas.microsoft.com/office/drawing/2014/main" id="{CD766380-30B1-BBF7-F359-B866DF7C13CD}"/>
              </a:ext>
            </a:extLst>
          </p:cNvPr>
          <p:cNvSpPr/>
          <p:nvPr/>
        </p:nvSpPr>
        <p:spPr bwMode="gray">
          <a:xfrm flipV="1">
            <a:off x="3899907" y="2562124"/>
            <a:ext cx="210312" cy="210312"/>
          </a:xfrm>
          <a:prstGeom prst="rtTriangle">
            <a:avLst/>
          </a:prstGeom>
          <a:solidFill>
            <a:srgbClr val="046A38"/>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49" name="Right Triangle 448">
            <a:extLst>
              <a:ext uri="{FF2B5EF4-FFF2-40B4-BE49-F238E27FC236}">
                <a16:creationId xmlns:a16="http://schemas.microsoft.com/office/drawing/2014/main" id="{CE038690-01EE-7BEC-C4F2-1E63654A6F40}"/>
              </a:ext>
            </a:extLst>
          </p:cNvPr>
          <p:cNvSpPr/>
          <p:nvPr/>
        </p:nvSpPr>
        <p:spPr bwMode="gray">
          <a:xfrm flipH="1" flipV="1">
            <a:off x="478962" y="2562124"/>
            <a:ext cx="210312" cy="210312"/>
          </a:xfrm>
          <a:prstGeom prst="rtTriangle">
            <a:avLst/>
          </a:prstGeom>
          <a:solidFill>
            <a:srgbClr val="046A38"/>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0" name="Pentagon 79">
            <a:extLst>
              <a:ext uri="{FF2B5EF4-FFF2-40B4-BE49-F238E27FC236}">
                <a16:creationId xmlns:a16="http://schemas.microsoft.com/office/drawing/2014/main" id="{39CB02B1-7449-7FB7-0994-4412C6CFF4F8}"/>
              </a:ext>
            </a:extLst>
          </p:cNvPr>
          <p:cNvSpPr/>
          <p:nvPr/>
        </p:nvSpPr>
        <p:spPr bwMode="gray">
          <a:xfrm rot="5400000">
            <a:off x="3913297" y="2303340"/>
            <a:ext cx="4401197"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8"/>
              <a:gd name="connsiteY0" fmla="*/ 0 h 3201722"/>
              <a:gd name="connsiteX1" fmla="*/ 3896714 w 3910478"/>
              <a:gd name="connsiteY1" fmla="*/ 0 h 3201722"/>
              <a:gd name="connsiteX2" fmla="*/ 3910478 w 3910478"/>
              <a:gd name="connsiteY2" fmla="*/ 1641805 h 3201722"/>
              <a:gd name="connsiteX3" fmla="*/ 3896714 w 3910478"/>
              <a:gd name="connsiteY3" fmla="*/ 3201722 h 3201722"/>
              <a:gd name="connsiteX4" fmla="*/ 0 w 3910478"/>
              <a:gd name="connsiteY4" fmla="*/ 3201722 h 3201722"/>
              <a:gd name="connsiteX5" fmla="*/ 0 w 3910478"/>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8" h="3201722">
                <a:moveTo>
                  <a:pt x="0" y="0"/>
                </a:moveTo>
                <a:lnTo>
                  <a:pt x="3896714" y="0"/>
                </a:lnTo>
                <a:lnTo>
                  <a:pt x="3910478" y="1641805"/>
                </a:lnTo>
                <a:lnTo>
                  <a:pt x="3896714" y="3201722"/>
                </a:lnTo>
                <a:lnTo>
                  <a:pt x="0" y="3201722"/>
                </a:lnTo>
                <a:lnTo>
                  <a:pt x="0" y="0"/>
                </a:lnTo>
                <a:close/>
              </a:path>
            </a:pathLst>
          </a:custGeom>
          <a:solidFill>
            <a:srgbClr val="62B5E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1" name="Rectangle 450">
            <a:extLst>
              <a:ext uri="{FF2B5EF4-FFF2-40B4-BE49-F238E27FC236}">
                <a16:creationId xmlns:a16="http://schemas.microsoft.com/office/drawing/2014/main" id="{0571481D-4B30-7D25-3E56-7577E295F713}"/>
              </a:ext>
            </a:extLst>
          </p:cNvPr>
          <p:cNvSpPr/>
          <p:nvPr/>
        </p:nvSpPr>
        <p:spPr bwMode="gray">
          <a:xfrm>
            <a:off x="4300177" y="1703604"/>
            <a:ext cx="3627438" cy="859134"/>
          </a:xfrm>
          <a:prstGeom prst="rect">
            <a:avLst/>
          </a:prstGeom>
          <a:solidFill>
            <a:srgbClr val="0076A8"/>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2" name="Right Triangle 451">
            <a:extLst>
              <a:ext uri="{FF2B5EF4-FFF2-40B4-BE49-F238E27FC236}">
                <a16:creationId xmlns:a16="http://schemas.microsoft.com/office/drawing/2014/main" id="{AADF2A33-ED20-95DA-DA84-9CB51A300C13}"/>
              </a:ext>
            </a:extLst>
          </p:cNvPr>
          <p:cNvSpPr/>
          <p:nvPr/>
        </p:nvSpPr>
        <p:spPr bwMode="gray">
          <a:xfrm flipV="1">
            <a:off x="7717303" y="2562124"/>
            <a:ext cx="210312" cy="210312"/>
          </a:xfrm>
          <a:prstGeom prst="rtTriangle">
            <a:avLst/>
          </a:prstGeom>
          <a:solidFill>
            <a:srgbClr val="012169"/>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3" name="Right Triangle 452">
            <a:extLst>
              <a:ext uri="{FF2B5EF4-FFF2-40B4-BE49-F238E27FC236}">
                <a16:creationId xmlns:a16="http://schemas.microsoft.com/office/drawing/2014/main" id="{2F3B5570-D684-08DA-E200-46C3758A6DDA}"/>
              </a:ext>
            </a:extLst>
          </p:cNvPr>
          <p:cNvSpPr/>
          <p:nvPr/>
        </p:nvSpPr>
        <p:spPr bwMode="gray">
          <a:xfrm flipH="1" flipV="1">
            <a:off x="4300177" y="2562124"/>
            <a:ext cx="210312" cy="210312"/>
          </a:xfrm>
          <a:prstGeom prst="rtTriangle">
            <a:avLst/>
          </a:prstGeom>
          <a:solidFill>
            <a:srgbClr val="012169"/>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4" name="Pentagon 87">
            <a:extLst>
              <a:ext uri="{FF2B5EF4-FFF2-40B4-BE49-F238E27FC236}">
                <a16:creationId xmlns:a16="http://schemas.microsoft.com/office/drawing/2014/main" id="{CF958125-6162-379D-9C59-EB06511ECC6B}"/>
              </a:ext>
            </a:extLst>
          </p:cNvPr>
          <p:cNvSpPr/>
          <p:nvPr/>
        </p:nvSpPr>
        <p:spPr bwMode="gray">
          <a:xfrm rot="5400000">
            <a:off x="7720662" y="2316991"/>
            <a:ext cx="4401200"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9"/>
              <a:gd name="connsiteY0" fmla="*/ 0 h 3201722"/>
              <a:gd name="connsiteX1" fmla="*/ 3896714 w 3910479"/>
              <a:gd name="connsiteY1" fmla="*/ 0 h 3201722"/>
              <a:gd name="connsiteX2" fmla="*/ 3910479 w 3910479"/>
              <a:gd name="connsiteY2" fmla="*/ 1682747 h 3201722"/>
              <a:gd name="connsiteX3" fmla="*/ 3896714 w 3910479"/>
              <a:gd name="connsiteY3" fmla="*/ 3201722 h 3201722"/>
              <a:gd name="connsiteX4" fmla="*/ 0 w 3910479"/>
              <a:gd name="connsiteY4" fmla="*/ 3201722 h 3201722"/>
              <a:gd name="connsiteX5" fmla="*/ 0 w 3910479"/>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9" h="3201722">
                <a:moveTo>
                  <a:pt x="0" y="0"/>
                </a:moveTo>
                <a:lnTo>
                  <a:pt x="3896714" y="0"/>
                </a:lnTo>
                <a:lnTo>
                  <a:pt x="3910479" y="1682747"/>
                </a:lnTo>
                <a:lnTo>
                  <a:pt x="3896714" y="3201722"/>
                </a:lnTo>
                <a:lnTo>
                  <a:pt x="0" y="3201722"/>
                </a:lnTo>
                <a:lnTo>
                  <a:pt x="0" y="0"/>
                </a:lnTo>
                <a:close/>
              </a:path>
            </a:pathLst>
          </a:cu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5" name="Rectangle 454">
            <a:extLst>
              <a:ext uri="{FF2B5EF4-FFF2-40B4-BE49-F238E27FC236}">
                <a16:creationId xmlns:a16="http://schemas.microsoft.com/office/drawing/2014/main" id="{E961E106-CAAF-1FA3-3ACB-FFC80B0944F7}"/>
              </a:ext>
            </a:extLst>
          </p:cNvPr>
          <p:cNvSpPr/>
          <p:nvPr/>
        </p:nvSpPr>
        <p:spPr bwMode="gray">
          <a:xfrm>
            <a:off x="8107543" y="1703604"/>
            <a:ext cx="3627438" cy="859134"/>
          </a:xfrm>
          <a:prstGeom prst="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6" name="Right Triangle 455">
            <a:extLst>
              <a:ext uri="{FF2B5EF4-FFF2-40B4-BE49-F238E27FC236}">
                <a16:creationId xmlns:a16="http://schemas.microsoft.com/office/drawing/2014/main" id="{6C042B2B-017F-5F65-E9D9-4D32EDB08681}"/>
              </a:ext>
            </a:extLst>
          </p:cNvPr>
          <p:cNvSpPr/>
          <p:nvPr/>
        </p:nvSpPr>
        <p:spPr bwMode="gray">
          <a:xfrm flipV="1">
            <a:off x="11525942" y="2562124"/>
            <a:ext cx="210312" cy="210312"/>
          </a:xfrm>
          <a:prstGeom prst="rtTriangle">
            <a:avLst/>
          </a:prstGeom>
          <a:solidFill>
            <a:srgbClr val="046A38">
              <a:lumMod val="50000"/>
            </a:srgb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7" name="Right Triangle 456">
            <a:extLst>
              <a:ext uri="{FF2B5EF4-FFF2-40B4-BE49-F238E27FC236}">
                <a16:creationId xmlns:a16="http://schemas.microsoft.com/office/drawing/2014/main" id="{D4A57270-07A1-5B6F-3DF6-24218FFE7CDD}"/>
              </a:ext>
            </a:extLst>
          </p:cNvPr>
          <p:cNvSpPr/>
          <p:nvPr/>
        </p:nvSpPr>
        <p:spPr bwMode="gray">
          <a:xfrm flipH="1" flipV="1">
            <a:off x="8107543" y="2562124"/>
            <a:ext cx="210312" cy="210312"/>
          </a:xfrm>
          <a:prstGeom prst="rtTriangle">
            <a:avLst/>
          </a:prstGeom>
          <a:solidFill>
            <a:srgbClr val="046A38">
              <a:lumMod val="50000"/>
            </a:srgb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endParaRPr kumimoji="0" lang="en-GB" sz="14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0" name="TextBox 459">
            <a:extLst>
              <a:ext uri="{FF2B5EF4-FFF2-40B4-BE49-F238E27FC236}">
                <a16:creationId xmlns:a16="http://schemas.microsoft.com/office/drawing/2014/main" id="{36D58E44-11DE-31A9-9111-1ABF1A0F9285}"/>
              </a:ext>
            </a:extLst>
          </p:cNvPr>
          <p:cNvSpPr txBox="1"/>
          <p:nvPr/>
        </p:nvSpPr>
        <p:spPr>
          <a:xfrm>
            <a:off x="1046106" y="1818575"/>
            <a:ext cx="2857619" cy="595741"/>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Situation and Diagnostic study</a:t>
            </a:r>
          </a:p>
        </p:txBody>
      </p:sp>
      <p:sp>
        <p:nvSpPr>
          <p:cNvPr id="461" name="TextBox 460">
            <a:extLst>
              <a:ext uri="{FF2B5EF4-FFF2-40B4-BE49-F238E27FC236}">
                <a16:creationId xmlns:a16="http://schemas.microsoft.com/office/drawing/2014/main" id="{A8EF54F4-52EB-059C-F320-5342369C7764}"/>
              </a:ext>
            </a:extLst>
          </p:cNvPr>
          <p:cNvSpPr txBox="1"/>
          <p:nvPr/>
        </p:nvSpPr>
        <p:spPr>
          <a:xfrm>
            <a:off x="5112957" y="1822848"/>
            <a:ext cx="249228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Digital Roadmap and Capacity Building Plan </a:t>
            </a: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2" name="TextBox 461">
            <a:extLst>
              <a:ext uri="{FF2B5EF4-FFF2-40B4-BE49-F238E27FC236}">
                <a16:creationId xmlns:a16="http://schemas.microsoft.com/office/drawing/2014/main" id="{1B1EDE58-2F8B-BB83-B705-66C049741853}"/>
              </a:ext>
            </a:extLst>
          </p:cNvPr>
          <p:cNvSpPr txBox="1"/>
          <p:nvPr/>
        </p:nvSpPr>
        <p:spPr>
          <a:xfrm>
            <a:off x="8612250" y="1813455"/>
            <a:ext cx="2750455" cy="595741"/>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Capacity Building and Training Plan</a:t>
            </a:r>
            <a:endParaRPr kumimoji="0" lang="en-US" sz="1600" b="1" i="0" u="none" strike="noStrike" kern="1200" cap="none" spc="0" normalizeH="0" baseline="0" noProof="0">
              <a:ln>
                <a:noFill/>
              </a:ln>
              <a:solidFill>
                <a:srgbClr val="FFC000"/>
              </a:solidFill>
              <a:effectLst/>
              <a:uLnTx/>
              <a:uFillTx/>
              <a:latin typeface="Arial" panose="020B0604020202020204" pitchFamily="34" charset="0"/>
              <a:cs typeface="Arial" panose="020B0604020202020204" pitchFamily="34" charset="0"/>
            </a:endParaRPr>
          </a:p>
        </p:txBody>
      </p:sp>
      <p:sp>
        <p:nvSpPr>
          <p:cNvPr id="463" name="TextBox 462">
            <a:extLst>
              <a:ext uri="{FF2B5EF4-FFF2-40B4-BE49-F238E27FC236}">
                <a16:creationId xmlns:a16="http://schemas.microsoft.com/office/drawing/2014/main" id="{BE0F145E-29F8-A44D-1826-6DCC07CC6FBF}"/>
              </a:ext>
            </a:extLst>
          </p:cNvPr>
          <p:cNvSpPr txBox="1"/>
          <p:nvPr/>
        </p:nvSpPr>
        <p:spPr>
          <a:xfrm>
            <a:off x="752797" y="2564854"/>
            <a:ext cx="3054879" cy="3354765"/>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300"/>
              </a:spcAft>
              <a:buClrTx/>
              <a:buSzPct val="100000"/>
              <a:buFontTx/>
              <a:buNone/>
              <a:tabLst/>
              <a:defRPr/>
            </a:pPr>
            <a:r>
              <a:rPr kumimoji="0" lang="en-US" sz="13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As-Is Study/Assessment (Business Process &amp; Existing IT Infrastructure)</a:t>
            </a:r>
          </a:p>
          <a:p>
            <a:pPr marL="127000" marR="0" lvl="1" indent="-127000" algn="just"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Discussion with DGPC, BPC and BPSO stakeholders to understand digital maturity and potential areas for digital intervention </a:t>
            </a:r>
          </a:p>
          <a:p>
            <a:pPr marL="127000" marR="0" lvl="1" indent="-127000" algn="just"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Assess cyber security preparedness and identify gaps against standard Security &amp; Resilience Requirements</a:t>
            </a:r>
          </a:p>
          <a:p>
            <a:pPr marL="127000" marR="0" lvl="1" indent="-127000" algn="l"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Review of IT Infrastructure including policies, architecture, incident response mechanism etc.</a:t>
            </a:r>
          </a:p>
          <a:p>
            <a:pPr marL="127000" marR="0" lvl="1" indent="-127000" algn="l"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Review of institutional arrangements and planned/ongoing investments </a:t>
            </a:r>
          </a:p>
        </p:txBody>
      </p:sp>
      <p:sp>
        <p:nvSpPr>
          <p:cNvPr id="465" name="TextBox 464">
            <a:extLst>
              <a:ext uri="{FF2B5EF4-FFF2-40B4-BE49-F238E27FC236}">
                <a16:creationId xmlns:a16="http://schemas.microsoft.com/office/drawing/2014/main" id="{A6035473-2A96-FB7B-4FC3-40AE13341F48}"/>
              </a:ext>
            </a:extLst>
          </p:cNvPr>
          <p:cNvSpPr txBox="1"/>
          <p:nvPr/>
        </p:nvSpPr>
        <p:spPr>
          <a:xfrm>
            <a:off x="4512140" y="2560877"/>
            <a:ext cx="3201722" cy="3039294"/>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300"/>
              </a:spcAft>
              <a:buClrTx/>
              <a:buSzPct val="100000"/>
              <a:buFontTx/>
              <a:buNone/>
              <a:tabLst/>
              <a:defRPr/>
            </a:pPr>
            <a:r>
              <a:rPr kumimoji="0" lang="en-US" sz="13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Preparation of roadmap for incorporation of digital technology </a:t>
            </a:r>
          </a:p>
          <a:p>
            <a:pPr marL="127000" marR="0" lvl="1" indent="-127000" algn="just"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Selection and prioritizing of digitization (IT/OT) initiatives including GIS, SCADA, OMS, ADMS, AMI, Energy Audit, CRM/CIS, ERP etc.</a:t>
            </a:r>
          </a:p>
          <a:p>
            <a:pPr marL="127000" marR="0" lvl="1" indent="-127000" algn="just"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Classification of initiatives into short-term (1–3 years), medium-term (3–5 years), and long-term (5-10 years)</a:t>
            </a:r>
          </a:p>
          <a:p>
            <a:pPr marL="127000" marR="0" lvl="1" indent="-127000" algn="just"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Identification of specific challenges like reduction in losses, improved reliability etc. and proposed IT/OT solutions for tackling them </a:t>
            </a:r>
          </a:p>
        </p:txBody>
      </p:sp>
      <p:sp>
        <p:nvSpPr>
          <p:cNvPr id="466" name="TextBox 465">
            <a:extLst>
              <a:ext uri="{FF2B5EF4-FFF2-40B4-BE49-F238E27FC236}">
                <a16:creationId xmlns:a16="http://schemas.microsoft.com/office/drawing/2014/main" id="{A742B9D5-4DA4-2545-B999-4D4040BE1F2A}"/>
              </a:ext>
            </a:extLst>
          </p:cNvPr>
          <p:cNvSpPr txBox="1"/>
          <p:nvPr/>
        </p:nvSpPr>
        <p:spPr>
          <a:xfrm>
            <a:off x="8317856" y="2571243"/>
            <a:ext cx="3204268" cy="3247043"/>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300"/>
              </a:spcAft>
              <a:buClrTx/>
              <a:buSzPct val="100000"/>
              <a:buFontTx/>
              <a:buNone/>
              <a:tabLst/>
              <a:defRPr/>
            </a:pPr>
            <a:r>
              <a:rPr kumimoji="0" lang="en-US" sz="13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Training and Development Plan</a:t>
            </a:r>
            <a:endPar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a:p>
            <a:pPr marL="127000" marR="0" lvl="1" indent="-127000" algn="l" defTabSz="914400" rtl="0" eaLnBrk="1" fontAlgn="auto" latinLnBrk="0" hangingPunct="1">
              <a:lnSpc>
                <a:spcPct val="100000"/>
              </a:lnSpc>
              <a:spcBef>
                <a:spcPts val="600"/>
              </a:spcBef>
              <a:spcAft>
                <a:spcPts val="30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Preparation of training plan covering areas such as:</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Introduction to Cybersecurity</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Phishing Awareness</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Passwords and Authentication</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Data Protection and Privacy</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Secure Use of IT Devices</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Incident Response Training</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Network Security Fundamentals</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OT Security</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Privilege &amp; Access Management</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Regulatory Compliance</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Cybersecurity Risk Management</a:t>
            </a:r>
          </a:p>
          <a:p>
            <a:pPr marL="584200" marR="0" lvl="2" indent="-127000" algn="just" defTabSz="914400" rtl="0" eaLnBrk="1" fontAlgn="auto" latinLnBrk="0" hangingPunct="1">
              <a:lnSpc>
                <a:spcPct val="100000"/>
              </a:lnSpc>
              <a:spcBef>
                <a:spcPts val="0"/>
              </a:spcBef>
              <a:spcAft>
                <a:spcPts val="0"/>
              </a:spcAft>
              <a:buClrTx/>
              <a:buSzPct val="100000"/>
              <a:buFont typeface="Arial"/>
              <a:buChar char="•"/>
              <a:tabLst/>
              <a:defRPr/>
            </a:pPr>
            <a:r>
              <a:rPr kumimoji="0" lang="en-US" sz="13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Employee Role-Specific Training</a:t>
            </a:r>
          </a:p>
        </p:txBody>
      </p:sp>
      <p:grpSp>
        <p:nvGrpSpPr>
          <p:cNvPr id="467" name="Graphic 4">
            <a:extLst>
              <a:ext uri="{FF2B5EF4-FFF2-40B4-BE49-F238E27FC236}">
                <a16:creationId xmlns:a16="http://schemas.microsoft.com/office/drawing/2014/main" id="{576A6408-FDD4-7943-D1FD-F5D690DD0936}"/>
              </a:ext>
            </a:extLst>
          </p:cNvPr>
          <p:cNvGrpSpPr/>
          <p:nvPr/>
        </p:nvGrpSpPr>
        <p:grpSpPr>
          <a:xfrm>
            <a:off x="8223028" y="1865367"/>
            <a:ext cx="548640" cy="548640"/>
            <a:chOff x="8840477" y="1885990"/>
            <a:chExt cx="362312" cy="361971"/>
          </a:xfrm>
          <a:solidFill>
            <a:schemeClr val="bg1"/>
          </a:solidFill>
        </p:grpSpPr>
        <p:sp>
          <p:nvSpPr>
            <p:cNvPr id="468" name="Graphic 4">
              <a:extLst>
                <a:ext uri="{FF2B5EF4-FFF2-40B4-BE49-F238E27FC236}">
                  <a16:creationId xmlns:a16="http://schemas.microsoft.com/office/drawing/2014/main" id="{AAA26B99-F097-4561-AF0C-A036924B76D9}"/>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5" name="Graphic 4">
              <a:extLst>
                <a:ext uri="{FF2B5EF4-FFF2-40B4-BE49-F238E27FC236}">
                  <a16:creationId xmlns:a16="http://schemas.microsoft.com/office/drawing/2014/main" id="{5501AB75-DD44-ACCA-3F54-87A1ED844A21}"/>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8" name="Graphic 4">
            <a:extLst>
              <a:ext uri="{FF2B5EF4-FFF2-40B4-BE49-F238E27FC236}">
                <a16:creationId xmlns:a16="http://schemas.microsoft.com/office/drawing/2014/main" id="{EA338023-B03F-6466-7CDD-205750FF302E}"/>
              </a:ext>
            </a:extLst>
          </p:cNvPr>
          <p:cNvGrpSpPr/>
          <p:nvPr/>
        </p:nvGrpSpPr>
        <p:grpSpPr>
          <a:xfrm>
            <a:off x="4642994" y="1873475"/>
            <a:ext cx="548640" cy="548640"/>
            <a:chOff x="8840477" y="1885990"/>
            <a:chExt cx="362312" cy="361971"/>
          </a:xfrm>
          <a:solidFill>
            <a:schemeClr val="bg1"/>
          </a:solidFill>
        </p:grpSpPr>
        <p:sp>
          <p:nvSpPr>
            <p:cNvPr id="479" name="Graphic 4">
              <a:extLst>
                <a:ext uri="{FF2B5EF4-FFF2-40B4-BE49-F238E27FC236}">
                  <a16:creationId xmlns:a16="http://schemas.microsoft.com/office/drawing/2014/main" id="{54553F11-461A-92DE-1289-7E1021FB066C}"/>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2" name="Graphic 4">
              <a:extLst>
                <a:ext uri="{FF2B5EF4-FFF2-40B4-BE49-F238E27FC236}">
                  <a16:creationId xmlns:a16="http://schemas.microsoft.com/office/drawing/2014/main" id="{E67394FD-6AA6-D0F9-2262-66EB908C9231}"/>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3" name="Graphic 4">
            <a:extLst>
              <a:ext uri="{FF2B5EF4-FFF2-40B4-BE49-F238E27FC236}">
                <a16:creationId xmlns:a16="http://schemas.microsoft.com/office/drawing/2014/main" id="{03798E16-2F6B-DF9F-8157-F32DE81CA969}"/>
              </a:ext>
            </a:extLst>
          </p:cNvPr>
          <p:cNvGrpSpPr/>
          <p:nvPr/>
        </p:nvGrpSpPr>
        <p:grpSpPr>
          <a:xfrm>
            <a:off x="704600" y="1858851"/>
            <a:ext cx="548640" cy="548640"/>
            <a:chOff x="8840477" y="1885990"/>
            <a:chExt cx="362312" cy="361971"/>
          </a:xfrm>
          <a:solidFill>
            <a:schemeClr val="bg1"/>
          </a:solidFill>
        </p:grpSpPr>
        <p:sp>
          <p:nvSpPr>
            <p:cNvPr id="484" name="Graphic 4">
              <a:extLst>
                <a:ext uri="{FF2B5EF4-FFF2-40B4-BE49-F238E27FC236}">
                  <a16:creationId xmlns:a16="http://schemas.microsoft.com/office/drawing/2014/main" id="{8AB1858D-B092-F2B3-F39D-EAFB8A78426A}"/>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90" name="Graphic 4">
              <a:extLst>
                <a:ext uri="{FF2B5EF4-FFF2-40B4-BE49-F238E27FC236}">
                  <a16:creationId xmlns:a16="http://schemas.microsoft.com/office/drawing/2014/main" id="{85DFD67A-0EF6-7DEC-B842-F5AE3C9A489F}"/>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421242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18000"/>
          </a:schemeClr>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Key Focus Areas for Assessing Digital Adoption in Bhutan's Power Utilities</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Key  Focus Areas</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1B913B1-ACD3-F927-C4A7-B9F84044B83B}"/>
              </a:ext>
            </a:extLst>
          </p:cNvPr>
          <p:cNvSpPr txBox="1"/>
          <p:nvPr/>
        </p:nvSpPr>
        <p:spPr>
          <a:xfrm>
            <a:off x="9666656" y="1256369"/>
            <a:ext cx="2088247" cy="292388"/>
          </a:xfrm>
          <a:prstGeom prst="rect">
            <a:avLst/>
          </a:prstGeom>
          <a:solidFill>
            <a:schemeClr val="bg1"/>
          </a:solidFill>
        </p:spPr>
        <p:txBody>
          <a:bodyPr wrap="square" tIns="0" anchor="ctr">
            <a:spAutoFit/>
          </a:bodyPr>
          <a:lstStyle>
            <a:defPPr>
              <a:defRPr lang="en-US"/>
            </a:defPPr>
            <a:lvl1pPr marL="1588" fontAlgn="base">
              <a:spcBef>
                <a:spcPct val="0"/>
              </a:spcBef>
              <a:spcAft>
                <a:spcPct val="0"/>
              </a:spcAft>
              <a:defRPr sz="1050" b="1">
                <a:solidFill>
                  <a:schemeClr val="bg1"/>
                </a:solidFill>
                <a:cs typeface="Arial" charset="0"/>
              </a:defRPr>
            </a:lvl1pPr>
          </a:lstStyle>
          <a:p>
            <a:pPr marL="1400" algn="ctr" defTabSz="806869">
              <a:defRPr/>
            </a:pPr>
            <a:r>
              <a:rPr lang="en-US" sz="1600" kern="0">
                <a:solidFill>
                  <a:schemeClr val="tx1"/>
                </a:solidFill>
                <a:latin typeface="Arial" panose="020B0604020202020204" pitchFamily="34" charset="0"/>
                <a:cs typeface="Arial" panose="020B0604020202020204" pitchFamily="34" charset="0"/>
              </a:rPr>
              <a:t>Focus Areas</a:t>
            </a:r>
          </a:p>
        </p:txBody>
      </p:sp>
      <p:sp>
        <p:nvSpPr>
          <p:cNvPr id="5" name="Isosceles Triangle 4">
            <a:extLst>
              <a:ext uri="{FF2B5EF4-FFF2-40B4-BE49-F238E27FC236}">
                <a16:creationId xmlns:a16="http://schemas.microsoft.com/office/drawing/2014/main" id="{1C4187ED-1DB7-25D5-9B45-64F414C6A957}"/>
              </a:ext>
            </a:extLst>
          </p:cNvPr>
          <p:cNvSpPr/>
          <p:nvPr/>
        </p:nvSpPr>
        <p:spPr bwMode="gray">
          <a:xfrm rot="5400000">
            <a:off x="8115456" y="3445626"/>
            <a:ext cx="2255096" cy="306613"/>
          </a:xfrm>
          <a:prstGeom prst="triangle">
            <a:avLst/>
          </a:prstGeom>
          <a:solidFill>
            <a:srgbClr val="43B02A"/>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67FCA6D2-58F6-D712-B12A-24CB877A38E2}"/>
              </a:ext>
            </a:extLst>
          </p:cNvPr>
          <p:cNvGrpSpPr/>
          <p:nvPr/>
        </p:nvGrpSpPr>
        <p:grpSpPr>
          <a:xfrm>
            <a:off x="855543" y="2621699"/>
            <a:ext cx="8138160" cy="151140"/>
            <a:chOff x="773555" y="2843191"/>
            <a:chExt cx="7941294" cy="187209"/>
          </a:xfrm>
        </p:grpSpPr>
        <p:sp>
          <p:nvSpPr>
            <p:cNvPr id="8" name="object 8">
              <a:extLst>
                <a:ext uri="{FF2B5EF4-FFF2-40B4-BE49-F238E27FC236}">
                  <a16:creationId xmlns:a16="http://schemas.microsoft.com/office/drawing/2014/main" id="{E26C8EAF-80E4-1DAF-0E04-FD94C0A3E217}"/>
                </a:ext>
              </a:extLst>
            </p:cNvPr>
            <p:cNvSpPr/>
            <p:nvPr/>
          </p:nvSpPr>
          <p:spPr>
            <a:xfrm>
              <a:off x="773555" y="2848211"/>
              <a:ext cx="182880" cy="182189"/>
            </a:xfrm>
            <a:custGeom>
              <a:avLst/>
              <a:gdLst/>
              <a:ahLst/>
              <a:cxnLst/>
              <a:rect l="l" t="t" r="r" b="b"/>
              <a:pathLst>
                <a:path w="66675" h="65405">
                  <a:moveTo>
                    <a:pt x="66527" y="33459"/>
                  </a:moveTo>
                  <a:lnTo>
                    <a:pt x="63511" y="47358"/>
                  </a:lnTo>
                  <a:lnTo>
                    <a:pt x="55353" y="58416"/>
                  </a:lnTo>
                  <a:lnTo>
                    <a:pt x="43386" y="65300"/>
                  </a:lnTo>
                  <a:lnTo>
                    <a:pt x="25966" y="64002"/>
                  </a:lnTo>
                  <a:lnTo>
                    <a:pt x="12874" y="58511"/>
                  </a:lnTo>
                  <a:lnTo>
                    <a:pt x="4191" y="49740"/>
                  </a:lnTo>
                  <a:lnTo>
                    <a:pt x="0" y="38602"/>
                  </a:lnTo>
                  <a:lnTo>
                    <a:pt x="2345" y="22758"/>
                  </a:lnTo>
                  <a:lnTo>
                    <a:pt x="9256" y="10659"/>
                  </a:lnTo>
                  <a:lnTo>
                    <a:pt x="19656" y="2880"/>
                  </a:lnTo>
                  <a:lnTo>
                    <a:pt x="32463" y="0"/>
                  </a:lnTo>
                  <a:lnTo>
                    <a:pt x="46610" y="2960"/>
                  </a:lnTo>
                  <a:lnTo>
                    <a:pt x="57792" y="10984"/>
                  </a:lnTo>
                  <a:lnTo>
                    <a:pt x="64779" y="22774"/>
                  </a:lnTo>
                  <a:lnTo>
                    <a:pt x="66527" y="33459"/>
                  </a:lnTo>
                  <a:close/>
                </a:path>
              </a:pathLst>
            </a:custGeom>
            <a:noFill/>
            <a:ln w="19050" cap="flat" cmpd="sng" algn="ctr">
              <a:solidFill>
                <a:schemeClr val="accent2">
                  <a:lumMod val="75000"/>
                </a:schemeClr>
              </a:solidFill>
              <a:prstDash val="solid"/>
              <a:miter lim="800000"/>
            </a:ln>
            <a:effectLst/>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632495EF-C8D2-BC69-77EE-7E72CD96E789}"/>
                </a:ext>
              </a:extLst>
            </p:cNvPr>
            <p:cNvCxnSpPr/>
            <p:nvPr/>
          </p:nvCxnSpPr>
          <p:spPr>
            <a:xfrm>
              <a:off x="943602" y="2936643"/>
              <a:ext cx="7593790" cy="0"/>
            </a:xfrm>
            <a:prstGeom prst="line">
              <a:avLst/>
            </a:prstGeom>
            <a:noFill/>
            <a:ln w="19050" cap="flat" cmpd="sng" algn="ctr">
              <a:solidFill>
                <a:schemeClr val="accent2">
                  <a:lumMod val="75000"/>
                </a:schemeClr>
              </a:solidFill>
              <a:prstDash val="lgDashDot"/>
              <a:miter lim="800000"/>
            </a:ln>
            <a:effectLst/>
          </p:spPr>
        </p:cxnSp>
        <p:sp>
          <p:nvSpPr>
            <p:cNvPr id="11" name="object 8">
              <a:extLst>
                <a:ext uri="{FF2B5EF4-FFF2-40B4-BE49-F238E27FC236}">
                  <a16:creationId xmlns:a16="http://schemas.microsoft.com/office/drawing/2014/main" id="{82318631-52D8-CE9E-6FF0-AA053C82C223}"/>
                </a:ext>
              </a:extLst>
            </p:cNvPr>
            <p:cNvSpPr/>
            <p:nvPr/>
          </p:nvSpPr>
          <p:spPr>
            <a:xfrm>
              <a:off x="8531969" y="2843191"/>
              <a:ext cx="182880" cy="182189"/>
            </a:xfrm>
            <a:custGeom>
              <a:avLst/>
              <a:gdLst/>
              <a:ahLst/>
              <a:cxnLst/>
              <a:rect l="l" t="t" r="r" b="b"/>
              <a:pathLst>
                <a:path w="66675" h="65405">
                  <a:moveTo>
                    <a:pt x="66527" y="33459"/>
                  </a:moveTo>
                  <a:lnTo>
                    <a:pt x="63511" y="47358"/>
                  </a:lnTo>
                  <a:lnTo>
                    <a:pt x="55353" y="58416"/>
                  </a:lnTo>
                  <a:lnTo>
                    <a:pt x="43386" y="65300"/>
                  </a:lnTo>
                  <a:lnTo>
                    <a:pt x="25966" y="64002"/>
                  </a:lnTo>
                  <a:lnTo>
                    <a:pt x="12874" y="58511"/>
                  </a:lnTo>
                  <a:lnTo>
                    <a:pt x="4191" y="49740"/>
                  </a:lnTo>
                  <a:lnTo>
                    <a:pt x="0" y="38602"/>
                  </a:lnTo>
                  <a:lnTo>
                    <a:pt x="2345" y="22758"/>
                  </a:lnTo>
                  <a:lnTo>
                    <a:pt x="9256" y="10659"/>
                  </a:lnTo>
                  <a:lnTo>
                    <a:pt x="19656" y="2880"/>
                  </a:lnTo>
                  <a:lnTo>
                    <a:pt x="32463" y="0"/>
                  </a:lnTo>
                  <a:lnTo>
                    <a:pt x="46610" y="2960"/>
                  </a:lnTo>
                  <a:lnTo>
                    <a:pt x="57792" y="10984"/>
                  </a:lnTo>
                  <a:lnTo>
                    <a:pt x="64779" y="22774"/>
                  </a:lnTo>
                  <a:lnTo>
                    <a:pt x="66527" y="33459"/>
                  </a:lnTo>
                  <a:close/>
                </a:path>
              </a:pathLst>
            </a:custGeom>
            <a:noFill/>
            <a:ln w="19050" cap="flat" cmpd="sng" algn="ctr">
              <a:solidFill>
                <a:schemeClr val="accent2">
                  <a:lumMod val="75000"/>
                </a:schemeClr>
              </a:solidFill>
              <a:prstDash val="solid"/>
              <a:miter lim="800000"/>
            </a:ln>
            <a:effectLst/>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sp>
        <p:nvSpPr>
          <p:cNvPr id="12" name="object 24">
            <a:extLst>
              <a:ext uri="{FF2B5EF4-FFF2-40B4-BE49-F238E27FC236}">
                <a16:creationId xmlns:a16="http://schemas.microsoft.com/office/drawing/2014/main" id="{B0B8D0B2-197C-A6D1-6D74-8DA6C6D005DE}"/>
              </a:ext>
            </a:extLst>
          </p:cNvPr>
          <p:cNvSpPr txBox="1"/>
          <p:nvPr/>
        </p:nvSpPr>
        <p:spPr>
          <a:xfrm>
            <a:off x="388495" y="2328590"/>
            <a:ext cx="549559" cy="161583"/>
          </a:xfrm>
          <a:prstGeom prst="rect">
            <a:avLst/>
          </a:prstGeom>
          <a:solidFill>
            <a:schemeClr val="bg1"/>
          </a:solidFill>
        </p:spPr>
        <p:txBody>
          <a:bodyPr vert="horz" wrap="square" lIns="0" tIns="0" rIns="0" bIns="0" rtlCol="0">
            <a:spAutoFit/>
          </a:bodyPr>
          <a:lstStyle/>
          <a:p>
            <a:pPr defTabSz="806869">
              <a:defRPr/>
            </a:pPr>
            <a:r>
              <a:rPr lang="en-US" sz="1050" b="1" kern="0">
                <a:solidFill>
                  <a:schemeClr val="accent6"/>
                </a:solidFill>
                <a:latin typeface="Arial" panose="020B0604020202020204" pitchFamily="34" charset="0"/>
                <a:cs typeface="Arial" panose="020B0604020202020204" pitchFamily="34" charset="0"/>
              </a:rPr>
              <a:t>Legacy</a:t>
            </a:r>
          </a:p>
        </p:txBody>
      </p:sp>
      <p:sp>
        <p:nvSpPr>
          <p:cNvPr id="15" name="object 145">
            <a:extLst>
              <a:ext uri="{FF2B5EF4-FFF2-40B4-BE49-F238E27FC236}">
                <a16:creationId xmlns:a16="http://schemas.microsoft.com/office/drawing/2014/main" id="{155D05E8-278A-BAA1-CE47-274C298AA4DA}"/>
              </a:ext>
            </a:extLst>
          </p:cNvPr>
          <p:cNvSpPr txBox="1"/>
          <p:nvPr/>
        </p:nvSpPr>
        <p:spPr>
          <a:xfrm>
            <a:off x="1762461" y="2822857"/>
            <a:ext cx="1006999" cy="784830"/>
          </a:xfrm>
          <a:prstGeom prst="rect">
            <a:avLst/>
          </a:prstGeom>
          <a:solidFill>
            <a:schemeClr val="bg1"/>
          </a:solidFill>
        </p:spPr>
        <p:txBody>
          <a:bodyPr wrap="square" rtlCol="0">
            <a:spAutoFit/>
          </a:bodyPr>
          <a:lstStyle>
            <a:defPPr>
              <a:defRPr lang="en-US"/>
            </a:defPPr>
            <a:lvl1pPr algn="ctr">
              <a:defRPr sz="750" b="1">
                <a:solidFill>
                  <a:schemeClr val="accent5"/>
                </a:solidFill>
                <a:latin typeface="Trebuchet MS" panose="020B0603020202020204" pitchFamily="34" charset="0"/>
              </a:defRPr>
            </a:lvl1pPr>
          </a:lstStyle>
          <a:p>
            <a:pPr algn="l" defTabSz="806869">
              <a:defRPr/>
            </a:pPr>
            <a:r>
              <a:rPr lang="en-US" sz="900" b="0" kern="0">
                <a:solidFill>
                  <a:schemeClr val="tx1"/>
                </a:solidFill>
                <a:latin typeface="Arial" panose="020B0604020202020204" pitchFamily="34" charset="0"/>
                <a:cs typeface="Arial" panose="020B0604020202020204" pitchFamily="34" charset="0"/>
              </a:rPr>
              <a:t>Smart generation with advanced monitoring and controls</a:t>
            </a:r>
            <a:endParaRPr sz="900" b="0" kern="0">
              <a:solidFill>
                <a:schemeClr val="tx1"/>
              </a:solidFill>
              <a:latin typeface="Arial" panose="020B0604020202020204" pitchFamily="34" charset="0"/>
              <a:cs typeface="Arial" panose="020B0604020202020204" pitchFamily="34" charset="0"/>
            </a:endParaRPr>
          </a:p>
        </p:txBody>
      </p:sp>
      <p:sp>
        <p:nvSpPr>
          <p:cNvPr id="16" name="object 147">
            <a:extLst>
              <a:ext uri="{FF2B5EF4-FFF2-40B4-BE49-F238E27FC236}">
                <a16:creationId xmlns:a16="http://schemas.microsoft.com/office/drawing/2014/main" id="{E6A56213-02A8-FE5B-D1EE-745D944940F8}"/>
              </a:ext>
            </a:extLst>
          </p:cNvPr>
          <p:cNvSpPr txBox="1"/>
          <p:nvPr/>
        </p:nvSpPr>
        <p:spPr>
          <a:xfrm>
            <a:off x="7588596" y="2824530"/>
            <a:ext cx="893688" cy="784830"/>
          </a:xfrm>
          <a:prstGeom prst="rect">
            <a:avLst/>
          </a:prstGeom>
          <a:solidFill>
            <a:schemeClr val="bg1"/>
          </a:solidFill>
        </p:spPr>
        <p:txBody>
          <a:bodyPr wrap="square" rtlCol="0">
            <a:spAutoFit/>
          </a:bodyPr>
          <a:lstStyle>
            <a:defPPr>
              <a:defRPr lang="en-US"/>
            </a:defPPr>
            <a:lvl1pPr algn="ctr">
              <a:defRPr sz="1200" b="1">
                <a:solidFill>
                  <a:schemeClr val="accent5"/>
                </a:solidFill>
              </a:defRPr>
            </a:lvl1pPr>
          </a:lstStyle>
          <a:p>
            <a:pPr algn="l" defTabSz="806869">
              <a:defRPr/>
            </a:pPr>
            <a:r>
              <a:rPr lang="en-US" sz="900" b="0" kern="0">
                <a:solidFill>
                  <a:schemeClr val="tx1"/>
                </a:solidFill>
                <a:latin typeface="Arial" panose="020B0604020202020204" pitchFamily="34" charset="0"/>
                <a:cs typeface="Arial" panose="020B0604020202020204" pitchFamily="34" charset="0"/>
              </a:rPr>
              <a:t>Advanced inter-connected solutions and self-service</a:t>
            </a:r>
            <a:endParaRPr sz="900" b="0" kern="0">
              <a:solidFill>
                <a:schemeClr val="tx1"/>
              </a:solidFill>
              <a:latin typeface="Arial" panose="020B0604020202020204" pitchFamily="34" charset="0"/>
              <a:cs typeface="Arial" panose="020B0604020202020204" pitchFamily="34" charset="0"/>
            </a:endParaRPr>
          </a:p>
        </p:txBody>
      </p:sp>
      <p:sp>
        <p:nvSpPr>
          <p:cNvPr id="17" name="object 24">
            <a:extLst>
              <a:ext uri="{FF2B5EF4-FFF2-40B4-BE49-F238E27FC236}">
                <a16:creationId xmlns:a16="http://schemas.microsoft.com/office/drawing/2014/main" id="{B47134F8-CFBC-FDF9-6CAD-84000D848D64}"/>
              </a:ext>
            </a:extLst>
          </p:cNvPr>
          <p:cNvSpPr txBox="1"/>
          <p:nvPr/>
        </p:nvSpPr>
        <p:spPr>
          <a:xfrm>
            <a:off x="345803" y="2884607"/>
            <a:ext cx="724799" cy="161583"/>
          </a:xfrm>
          <a:prstGeom prst="rect">
            <a:avLst/>
          </a:prstGeom>
          <a:solidFill>
            <a:schemeClr val="bg1"/>
          </a:solidFill>
        </p:spPr>
        <p:txBody>
          <a:bodyPr vert="horz" wrap="square" lIns="0" tIns="0" rIns="0" bIns="0" rtlCol="0">
            <a:spAutoFit/>
          </a:bodyPr>
          <a:lstStyle/>
          <a:p>
            <a:pPr defTabSz="806869">
              <a:defRPr/>
            </a:pPr>
            <a:r>
              <a:rPr lang="en-US" sz="1050" b="1" kern="0">
                <a:solidFill>
                  <a:srgbClr val="92D400"/>
                </a:solidFill>
                <a:latin typeface="Arial" panose="020B0604020202020204" pitchFamily="34" charset="0"/>
                <a:cs typeface="Arial" panose="020B0604020202020204" pitchFamily="34" charset="0"/>
              </a:rPr>
              <a:t>Evolving</a:t>
            </a:r>
          </a:p>
        </p:txBody>
      </p:sp>
      <p:cxnSp>
        <p:nvCxnSpPr>
          <p:cNvPr id="23" name="Straight Connector 22">
            <a:extLst>
              <a:ext uri="{FF2B5EF4-FFF2-40B4-BE49-F238E27FC236}">
                <a16:creationId xmlns:a16="http://schemas.microsoft.com/office/drawing/2014/main" id="{353B310A-FC2C-28CE-38AB-9B5A93F9A567}"/>
              </a:ext>
            </a:extLst>
          </p:cNvPr>
          <p:cNvCxnSpPr/>
          <p:nvPr/>
        </p:nvCxnSpPr>
        <p:spPr>
          <a:xfrm>
            <a:off x="7839780" y="3113399"/>
            <a:ext cx="116627" cy="88756"/>
          </a:xfrm>
          <a:prstGeom prst="line">
            <a:avLst/>
          </a:prstGeom>
          <a:noFill/>
          <a:ln w="19050" cap="flat" cmpd="sng" algn="ctr">
            <a:solidFill>
              <a:sysClr val="window" lastClr="FFFFFF"/>
            </a:solidFill>
            <a:prstDash val="sysDot"/>
            <a:miter lim="800000"/>
          </a:ln>
          <a:effectLst/>
        </p:spPr>
      </p:cxnSp>
      <p:cxnSp>
        <p:nvCxnSpPr>
          <p:cNvPr id="25" name="Straight Connector 24">
            <a:extLst>
              <a:ext uri="{FF2B5EF4-FFF2-40B4-BE49-F238E27FC236}">
                <a16:creationId xmlns:a16="http://schemas.microsoft.com/office/drawing/2014/main" id="{0F42295B-99A9-8739-B4B4-1301DC499BC3}"/>
              </a:ext>
            </a:extLst>
          </p:cNvPr>
          <p:cNvCxnSpPr/>
          <p:nvPr/>
        </p:nvCxnSpPr>
        <p:spPr>
          <a:xfrm flipH="1">
            <a:off x="9254362" y="2996019"/>
            <a:ext cx="0" cy="88756"/>
          </a:xfrm>
          <a:prstGeom prst="line">
            <a:avLst/>
          </a:prstGeom>
          <a:noFill/>
          <a:ln w="19050" cap="flat" cmpd="sng" algn="ctr">
            <a:solidFill>
              <a:sysClr val="window" lastClr="FFFFFF"/>
            </a:solidFill>
            <a:prstDash val="sysDot"/>
            <a:miter lim="800000"/>
          </a:ln>
          <a:effectLst/>
        </p:spPr>
      </p:cxnSp>
      <p:sp>
        <p:nvSpPr>
          <p:cNvPr id="28" name="Oval 27">
            <a:extLst>
              <a:ext uri="{FF2B5EF4-FFF2-40B4-BE49-F238E27FC236}">
                <a16:creationId xmlns:a16="http://schemas.microsoft.com/office/drawing/2014/main" id="{4E076299-0405-CFC1-5BAC-4E681F58C609}"/>
              </a:ext>
            </a:extLst>
          </p:cNvPr>
          <p:cNvSpPr/>
          <p:nvPr/>
        </p:nvSpPr>
        <p:spPr>
          <a:xfrm>
            <a:off x="6432905" y="2976183"/>
            <a:ext cx="1090046" cy="314609"/>
          </a:xfrm>
          <a:prstGeom prst="ellipse">
            <a:avLst/>
          </a:prstGeom>
          <a:noFill/>
          <a:ln w="25400" cap="flat" cmpd="sng" algn="ctr">
            <a:solidFill>
              <a:schemeClr val="tx1"/>
            </a:solidFill>
            <a:prstDash val="sysDot"/>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E7F43F0B-00E3-8825-BFA8-7BDC85639325}"/>
              </a:ext>
            </a:extLst>
          </p:cNvPr>
          <p:cNvSpPr/>
          <p:nvPr/>
        </p:nvSpPr>
        <p:spPr>
          <a:xfrm>
            <a:off x="6656128" y="3021785"/>
            <a:ext cx="655754" cy="172401"/>
          </a:xfrm>
          <a:prstGeom prst="ellipse">
            <a:avLst/>
          </a:prstGeom>
          <a:noFill/>
          <a:ln w="25400" cap="flat" cmpd="sng" algn="ctr">
            <a:solidFill>
              <a:schemeClr val="tx1"/>
            </a:solidFill>
            <a:prstDash val="sysDot"/>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30" name="Freeform 50">
            <a:extLst>
              <a:ext uri="{FF2B5EF4-FFF2-40B4-BE49-F238E27FC236}">
                <a16:creationId xmlns:a16="http://schemas.microsoft.com/office/drawing/2014/main" id="{67B2A3E9-CC8C-E419-E23E-DE3243B97085}"/>
              </a:ext>
            </a:extLst>
          </p:cNvPr>
          <p:cNvSpPr>
            <a:spLocks noEditPoints="1"/>
          </p:cNvSpPr>
          <p:nvPr/>
        </p:nvSpPr>
        <p:spPr bwMode="auto">
          <a:xfrm flipH="1">
            <a:off x="6618700" y="3283047"/>
            <a:ext cx="63975" cy="75136"/>
          </a:xfrm>
          <a:custGeom>
            <a:avLst/>
            <a:gdLst>
              <a:gd name="T0" fmla="*/ 5 w 111"/>
              <a:gd name="T1" fmla="*/ 57 h 151"/>
              <a:gd name="T2" fmla="*/ 0 w 111"/>
              <a:gd name="T3" fmla="*/ 80 h 151"/>
              <a:gd name="T4" fmla="*/ 99 w 111"/>
              <a:gd name="T5" fmla="*/ 90 h 151"/>
              <a:gd name="T6" fmla="*/ 5 w 111"/>
              <a:gd name="T7" fmla="*/ 57 h 151"/>
              <a:gd name="T8" fmla="*/ 25 w 111"/>
              <a:gd name="T9" fmla="*/ 81 h 151"/>
              <a:gd name="T10" fmla="*/ 75 w 111"/>
              <a:gd name="T11" fmla="*/ 75 h 151"/>
              <a:gd name="T12" fmla="*/ 25 w 111"/>
              <a:gd name="T13" fmla="*/ 81 h 151"/>
            </a:gdLst>
            <a:ahLst/>
            <a:cxnLst>
              <a:cxn ang="0">
                <a:pos x="T0" y="T1"/>
              </a:cxn>
              <a:cxn ang="0">
                <a:pos x="T2" y="T3"/>
              </a:cxn>
              <a:cxn ang="0">
                <a:pos x="T4" y="T5"/>
              </a:cxn>
              <a:cxn ang="0">
                <a:pos x="T6" y="T7"/>
              </a:cxn>
              <a:cxn ang="0">
                <a:pos x="T8" y="T9"/>
              </a:cxn>
              <a:cxn ang="0">
                <a:pos x="T10" y="T11"/>
              </a:cxn>
              <a:cxn ang="0">
                <a:pos x="T12" y="T13"/>
              </a:cxn>
            </a:cxnLst>
            <a:rect l="0" t="0" r="r" b="b"/>
            <a:pathLst>
              <a:path w="111" h="151">
                <a:moveTo>
                  <a:pt x="5" y="57"/>
                </a:moveTo>
                <a:cubicBezTo>
                  <a:pt x="2" y="64"/>
                  <a:pt x="0" y="71"/>
                  <a:pt x="0" y="80"/>
                </a:cubicBezTo>
                <a:cubicBezTo>
                  <a:pt x="2" y="145"/>
                  <a:pt x="88" y="151"/>
                  <a:pt x="99" y="90"/>
                </a:cubicBezTo>
                <a:cubicBezTo>
                  <a:pt x="111" y="30"/>
                  <a:pt x="31" y="0"/>
                  <a:pt x="5" y="57"/>
                </a:cubicBezTo>
                <a:close/>
                <a:moveTo>
                  <a:pt x="25" y="81"/>
                </a:moveTo>
                <a:cubicBezTo>
                  <a:pt x="25" y="48"/>
                  <a:pt x="69" y="45"/>
                  <a:pt x="75" y="75"/>
                </a:cubicBezTo>
                <a:cubicBezTo>
                  <a:pt x="82" y="113"/>
                  <a:pt x="25" y="120"/>
                  <a:pt x="25" y="81"/>
                </a:cubicBezTo>
                <a:close/>
              </a:path>
            </a:pathLst>
          </a:custGeom>
          <a:solidFill>
            <a:schemeClr val="bg1"/>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1" name="Freeform 51">
            <a:extLst>
              <a:ext uri="{FF2B5EF4-FFF2-40B4-BE49-F238E27FC236}">
                <a16:creationId xmlns:a16="http://schemas.microsoft.com/office/drawing/2014/main" id="{1AAA8DF9-F188-53D8-CFFD-5D13E1B98C5D}"/>
              </a:ext>
            </a:extLst>
          </p:cNvPr>
          <p:cNvSpPr>
            <a:spLocks noEditPoints="1"/>
          </p:cNvSpPr>
          <p:nvPr/>
        </p:nvSpPr>
        <p:spPr bwMode="auto">
          <a:xfrm flipH="1">
            <a:off x="6809522" y="3282412"/>
            <a:ext cx="62503" cy="74817"/>
          </a:xfrm>
          <a:custGeom>
            <a:avLst/>
            <a:gdLst>
              <a:gd name="T0" fmla="*/ 5 w 109"/>
              <a:gd name="T1" fmla="*/ 56 h 150"/>
              <a:gd name="T2" fmla="*/ 0 w 109"/>
              <a:gd name="T3" fmla="*/ 79 h 150"/>
              <a:gd name="T4" fmla="*/ 100 w 109"/>
              <a:gd name="T5" fmla="*/ 87 h 150"/>
              <a:gd name="T6" fmla="*/ 5 w 109"/>
              <a:gd name="T7" fmla="*/ 56 h 150"/>
              <a:gd name="T8" fmla="*/ 25 w 109"/>
              <a:gd name="T9" fmla="*/ 80 h 150"/>
              <a:gd name="T10" fmla="*/ 76 w 109"/>
              <a:gd name="T11" fmla="*/ 76 h 150"/>
              <a:gd name="T12" fmla="*/ 25 w 109"/>
              <a:gd name="T13" fmla="*/ 80 h 150"/>
            </a:gdLst>
            <a:ahLst/>
            <a:cxnLst>
              <a:cxn ang="0">
                <a:pos x="T0" y="T1"/>
              </a:cxn>
              <a:cxn ang="0">
                <a:pos x="T2" y="T3"/>
              </a:cxn>
              <a:cxn ang="0">
                <a:pos x="T4" y="T5"/>
              </a:cxn>
              <a:cxn ang="0">
                <a:pos x="T6" y="T7"/>
              </a:cxn>
              <a:cxn ang="0">
                <a:pos x="T8" y="T9"/>
              </a:cxn>
              <a:cxn ang="0">
                <a:pos x="T10" y="T11"/>
              </a:cxn>
              <a:cxn ang="0">
                <a:pos x="T12" y="T13"/>
              </a:cxn>
            </a:cxnLst>
            <a:rect l="0" t="0" r="r" b="b"/>
            <a:pathLst>
              <a:path w="109" h="150">
                <a:moveTo>
                  <a:pt x="5" y="56"/>
                </a:moveTo>
                <a:cubicBezTo>
                  <a:pt x="2" y="63"/>
                  <a:pt x="1" y="71"/>
                  <a:pt x="0" y="79"/>
                </a:cubicBezTo>
                <a:cubicBezTo>
                  <a:pt x="2" y="146"/>
                  <a:pt x="91" y="150"/>
                  <a:pt x="100" y="87"/>
                </a:cubicBezTo>
                <a:cubicBezTo>
                  <a:pt x="109" y="28"/>
                  <a:pt x="31" y="0"/>
                  <a:pt x="5" y="56"/>
                </a:cubicBezTo>
                <a:close/>
                <a:moveTo>
                  <a:pt x="25" y="80"/>
                </a:moveTo>
                <a:cubicBezTo>
                  <a:pt x="26" y="46"/>
                  <a:pt x="71" y="44"/>
                  <a:pt x="76" y="76"/>
                </a:cubicBezTo>
                <a:cubicBezTo>
                  <a:pt x="81" y="113"/>
                  <a:pt x="26" y="119"/>
                  <a:pt x="25" y="80"/>
                </a:cubicBezTo>
                <a:close/>
              </a:path>
            </a:pathLst>
          </a:custGeom>
          <a:solidFill>
            <a:schemeClr val="bg1"/>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2" name="Freeform 52">
            <a:extLst>
              <a:ext uri="{FF2B5EF4-FFF2-40B4-BE49-F238E27FC236}">
                <a16:creationId xmlns:a16="http://schemas.microsoft.com/office/drawing/2014/main" id="{4CF0A664-2CE4-57BD-FEDE-31135FC21E04}"/>
              </a:ext>
            </a:extLst>
          </p:cNvPr>
          <p:cNvSpPr>
            <a:spLocks noEditPoints="1"/>
          </p:cNvSpPr>
          <p:nvPr/>
        </p:nvSpPr>
        <p:spPr bwMode="auto">
          <a:xfrm flipH="1">
            <a:off x="6594260" y="3219373"/>
            <a:ext cx="302593" cy="105064"/>
          </a:xfrm>
          <a:custGeom>
            <a:avLst/>
            <a:gdLst>
              <a:gd name="T0" fmla="*/ 526 w 526"/>
              <a:gd name="T1" fmla="*/ 89 h 211"/>
              <a:gd name="T2" fmla="*/ 468 w 526"/>
              <a:gd name="T3" fmla="*/ 79 h 211"/>
              <a:gd name="T4" fmla="*/ 390 w 526"/>
              <a:gd name="T5" fmla="*/ 2 h 211"/>
              <a:gd name="T6" fmla="*/ 383 w 526"/>
              <a:gd name="T7" fmla="*/ 0 h 211"/>
              <a:gd name="T8" fmla="*/ 216 w 526"/>
              <a:gd name="T9" fmla="*/ 0 h 211"/>
              <a:gd name="T10" fmla="*/ 133 w 526"/>
              <a:gd name="T11" fmla="*/ 77 h 211"/>
              <a:gd name="T12" fmla="*/ 3 w 526"/>
              <a:gd name="T13" fmla="*/ 101 h 211"/>
              <a:gd name="T14" fmla="*/ 1 w 526"/>
              <a:gd name="T15" fmla="*/ 107 h 211"/>
              <a:gd name="T16" fmla="*/ 2 w 526"/>
              <a:gd name="T17" fmla="*/ 204 h 211"/>
              <a:gd name="T18" fmla="*/ 33 w 526"/>
              <a:gd name="T19" fmla="*/ 208 h 211"/>
              <a:gd name="T20" fmla="*/ 53 w 526"/>
              <a:gd name="T21" fmla="*/ 157 h 211"/>
              <a:gd name="T22" fmla="*/ 152 w 526"/>
              <a:gd name="T23" fmla="*/ 207 h 211"/>
              <a:gd name="T24" fmla="*/ 361 w 526"/>
              <a:gd name="T25" fmla="*/ 207 h 211"/>
              <a:gd name="T26" fmla="*/ 380 w 526"/>
              <a:gd name="T27" fmla="*/ 159 h 211"/>
              <a:gd name="T28" fmla="*/ 481 w 526"/>
              <a:gd name="T29" fmla="*/ 207 h 211"/>
              <a:gd name="T30" fmla="*/ 526 w 526"/>
              <a:gd name="T31" fmla="*/ 196 h 211"/>
              <a:gd name="T32" fmla="*/ 526 w 526"/>
              <a:gd name="T33" fmla="*/ 89 h 211"/>
              <a:gd name="T34" fmla="*/ 290 w 526"/>
              <a:gd name="T35" fmla="*/ 78 h 211"/>
              <a:gd name="T36" fmla="*/ 148 w 526"/>
              <a:gd name="T37" fmla="*/ 78 h 211"/>
              <a:gd name="T38" fmla="*/ 221 w 526"/>
              <a:gd name="T39" fmla="*/ 9 h 211"/>
              <a:gd name="T40" fmla="*/ 290 w 526"/>
              <a:gd name="T41" fmla="*/ 9 h 211"/>
              <a:gd name="T42" fmla="*/ 290 w 526"/>
              <a:gd name="T43" fmla="*/ 78 h 211"/>
              <a:gd name="T44" fmla="*/ 393 w 526"/>
              <a:gd name="T45" fmla="*/ 79 h 211"/>
              <a:gd name="T46" fmla="*/ 381 w 526"/>
              <a:gd name="T47" fmla="*/ 79 h 211"/>
              <a:gd name="T48" fmla="*/ 300 w 526"/>
              <a:gd name="T49" fmla="*/ 78 h 211"/>
              <a:gd name="T50" fmla="*/ 381 w 526"/>
              <a:gd name="T51" fmla="*/ 79 h 211"/>
              <a:gd name="T52" fmla="*/ 300 w 526"/>
              <a:gd name="T53" fmla="*/ 78 h 211"/>
              <a:gd name="T54" fmla="*/ 300 w 526"/>
              <a:gd name="T55" fmla="*/ 9 h 211"/>
              <a:gd name="T56" fmla="*/ 375 w 526"/>
              <a:gd name="T57" fmla="*/ 10 h 211"/>
              <a:gd name="T58" fmla="*/ 382 w 526"/>
              <a:gd name="T59" fmla="*/ 16 h 211"/>
              <a:gd name="T60" fmla="*/ 411 w 526"/>
              <a:gd name="T61" fmla="*/ 79 h 211"/>
              <a:gd name="T62" fmla="*/ 393 w 526"/>
              <a:gd name="T63" fmla="*/ 7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6" h="211">
                <a:moveTo>
                  <a:pt x="526" y="89"/>
                </a:moveTo>
                <a:cubicBezTo>
                  <a:pt x="524" y="74"/>
                  <a:pt x="481" y="88"/>
                  <a:pt x="468" y="79"/>
                </a:cubicBezTo>
                <a:cubicBezTo>
                  <a:pt x="460" y="74"/>
                  <a:pt x="398" y="5"/>
                  <a:pt x="390" y="2"/>
                </a:cubicBezTo>
                <a:cubicBezTo>
                  <a:pt x="383" y="0"/>
                  <a:pt x="383" y="0"/>
                  <a:pt x="383" y="0"/>
                </a:cubicBezTo>
                <a:cubicBezTo>
                  <a:pt x="216" y="0"/>
                  <a:pt x="216" y="0"/>
                  <a:pt x="216" y="0"/>
                </a:cubicBezTo>
                <a:cubicBezTo>
                  <a:pt x="133" y="77"/>
                  <a:pt x="133" y="77"/>
                  <a:pt x="133" y="77"/>
                </a:cubicBezTo>
                <a:cubicBezTo>
                  <a:pt x="128" y="79"/>
                  <a:pt x="7" y="97"/>
                  <a:pt x="3" y="101"/>
                </a:cubicBezTo>
                <a:cubicBezTo>
                  <a:pt x="1" y="107"/>
                  <a:pt x="1" y="107"/>
                  <a:pt x="1" y="107"/>
                </a:cubicBezTo>
                <a:cubicBezTo>
                  <a:pt x="1" y="117"/>
                  <a:pt x="0" y="200"/>
                  <a:pt x="2" y="204"/>
                </a:cubicBezTo>
                <a:cubicBezTo>
                  <a:pt x="6" y="210"/>
                  <a:pt x="22" y="208"/>
                  <a:pt x="33" y="208"/>
                </a:cubicBezTo>
                <a:cubicBezTo>
                  <a:pt x="33" y="187"/>
                  <a:pt x="37" y="172"/>
                  <a:pt x="53" y="157"/>
                </a:cubicBezTo>
                <a:cubicBezTo>
                  <a:pt x="90" y="123"/>
                  <a:pt x="154" y="146"/>
                  <a:pt x="152" y="207"/>
                </a:cubicBezTo>
                <a:cubicBezTo>
                  <a:pt x="361" y="207"/>
                  <a:pt x="361" y="207"/>
                  <a:pt x="361" y="207"/>
                </a:cubicBezTo>
                <a:cubicBezTo>
                  <a:pt x="363" y="189"/>
                  <a:pt x="366" y="174"/>
                  <a:pt x="380" y="159"/>
                </a:cubicBezTo>
                <a:cubicBezTo>
                  <a:pt x="410" y="127"/>
                  <a:pt x="481" y="145"/>
                  <a:pt x="481" y="207"/>
                </a:cubicBezTo>
                <a:cubicBezTo>
                  <a:pt x="510" y="207"/>
                  <a:pt x="526" y="211"/>
                  <a:pt x="526" y="196"/>
                </a:cubicBezTo>
                <a:lnTo>
                  <a:pt x="526" y="89"/>
                </a:lnTo>
                <a:close/>
                <a:moveTo>
                  <a:pt x="290" y="78"/>
                </a:moveTo>
                <a:cubicBezTo>
                  <a:pt x="148" y="78"/>
                  <a:pt x="148" y="78"/>
                  <a:pt x="148" y="78"/>
                </a:cubicBezTo>
                <a:cubicBezTo>
                  <a:pt x="221" y="9"/>
                  <a:pt x="221" y="9"/>
                  <a:pt x="221" y="9"/>
                </a:cubicBezTo>
                <a:cubicBezTo>
                  <a:pt x="290" y="9"/>
                  <a:pt x="290" y="9"/>
                  <a:pt x="290" y="9"/>
                </a:cubicBezTo>
                <a:lnTo>
                  <a:pt x="290" y="78"/>
                </a:lnTo>
                <a:close/>
                <a:moveTo>
                  <a:pt x="393" y="79"/>
                </a:moveTo>
                <a:cubicBezTo>
                  <a:pt x="389" y="79"/>
                  <a:pt x="385" y="79"/>
                  <a:pt x="381" y="79"/>
                </a:cubicBezTo>
                <a:cubicBezTo>
                  <a:pt x="348" y="79"/>
                  <a:pt x="302" y="79"/>
                  <a:pt x="300" y="78"/>
                </a:cubicBezTo>
                <a:cubicBezTo>
                  <a:pt x="302" y="79"/>
                  <a:pt x="348" y="79"/>
                  <a:pt x="381" y="79"/>
                </a:cubicBezTo>
                <a:cubicBezTo>
                  <a:pt x="348" y="79"/>
                  <a:pt x="302" y="79"/>
                  <a:pt x="300" y="78"/>
                </a:cubicBezTo>
                <a:cubicBezTo>
                  <a:pt x="300" y="9"/>
                  <a:pt x="300" y="9"/>
                  <a:pt x="300" y="9"/>
                </a:cubicBezTo>
                <a:cubicBezTo>
                  <a:pt x="311" y="9"/>
                  <a:pt x="370" y="8"/>
                  <a:pt x="375" y="10"/>
                </a:cubicBezTo>
                <a:cubicBezTo>
                  <a:pt x="382" y="16"/>
                  <a:pt x="382" y="16"/>
                  <a:pt x="382" y="16"/>
                </a:cubicBezTo>
                <a:cubicBezTo>
                  <a:pt x="411" y="79"/>
                  <a:pt x="411" y="79"/>
                  <a:pt x="411" y="79"/>
                </a:cubicBezTo>
                <a:cubicBezTo>
                  <a:pt x="411" y="79"/>
                  <a:pt x="404" y="79"/>
                  <a:pt x="393" y="79"/>
                </a:cubicBezTo>
                <a:close/>
              </a:path>
            </a:pathLst>
          </a:custGeom>
          <a:solidFill>
            <a:srgbClr val="92D400"/>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3" name="Freeform 81">
            <a:extLst>
              <a:ext uri="{FF2B5EF4-FFF2-40B4-BE49-F238E27FC236}">
                <a16:creationId xmlns:a16="http://schemas.microsoft.com/office/drawing/2014/main" id="{7993B2DD-B3E8-4358-DC0B-946966918B64}"/>
              </a:ext>
            </a:extLst>
          </p:cNvPr>
          <p:cNvSpPr>
            <a:spLocks/>
          </p:cNvSpPr>
          <p:nvPr/>
        </p:nvSpPr>
        <p:spPr bwMode="auto">
          <a:xfrm flipH="1">
            <a:off x="7289368" y="3198458"/>
            <a:ext cx="186102" cy="158413"/>
          </a:xfrm>
          <a:custGeom>
            <a:avLst/>
            <a:gdLst>
              <a:gd name="T0" fmla="*/ 230 w 369"/>
              <a:gd name="T1" fmla="*/ 363 h 363"/>
              <a:gd name="T2" fmla="*/ 230 w 369"/>
              <a:gd name="T3" fmla="*/ 213 h 363"/>
              <a:gd name="T4" fmla="*/ 126 w 369"/>
              <a:gd name="T5" fmla="*/ 213 h 363"/>
              <a:gd name="T6" fmla="*/ 126 w 369"/>
              <a:gd name="T7" fmla="*/ 363 h 363"/>
              <a:gd name="T8" fmla="*/ 58 w 369"/>
              <a:gd name="T9" fmla="*/ 363 h 363"/>
              <a:gd name="T10" fmla="*/ 0 w 369"/>
              <a:gd name="T11" fmla="*/ 306 h 363"/>
              <a:gd name="T12" fmla="*/ 0 w 369"/>
              <a:gd name="T13" fmla="*/ 139 h 363"/>
              <a:gd name="T14" fmla="*/ 181 w 369"/>
              <a:gd name="T15" fmla="*/ 0 h 363"/>
              <a:gd name="T16" fmla="*/ 369 w 369"/>
              <a:gd name="T17" fmla="*/ 139 h 363"/>
              <a:gd name="T18" fmla="*/ 369 w 369"/>
              <a:gd name="T19" fmla="*/ 306 h 363"/>
              <a:gd name="T20" fmla="*/ 311 w 369"/>
              <a:gd name="T21" fmla="*/ 363 h 363"/>
              <a:gd name="T22" fmla="*/ 230 w 369"/>
              <a:gd name="T23" fmla="*/ 36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9" h="363">
                <a:moveTo>
                  <a:pt x="230" y="363"/>
                </a:moveTo>
                <a:cubicBezTo>
                  <a:pt x="230" y="213"/>
                  <a:pt x="230" y="213"/>
                  <a:pt x="230" y="213"/>
                </a:cubicBezTo>
                <a:cubicBezTo>
                  <a:pt x="126" y="213"/>
                  <a:pt x="126" y="213"/>
                  <a:pt x="126" y="213"/>
                </a:cubicBezTo>
                <a:cubicBezTo>
                  <a:pt x="126" y="363"/>
                  <a:pt x="126" y="363"/>
                  <a:pt x="126" y="363"/>
                </a:cubicBezTo>
                <a:cubicBezTo>
                  <a:pt x="58" y="363"/>
                  <a:pt x="58" y="363"/>
                  <a:pt x="58" y="363"/>
                </a:cubicBezTo>
                <a:cubicBezTo>
                  <a:pt x="26" y="363"/>
                  <a:pt x="0" y="337"/>
                  <a:pt x="0" y="306"/>
                </a:cubicBezTo>
                <a:cubicBezTo>
                  <a:pt x="0" y="139"/>
                  <a:pt x="0" y="139"/>
                  <a:pt x="0" y="139"/>
                </a:cubicBezTo>
                <a:cubicBezTo>
                  <a:pt x="181" y="0"/>
                  <a:pt x="181" y="0"/>
                  <a:pt x="181" y="0"/>
                </a:cubicBezTo>
                <a:cubicBezTo>
                  <a:pt x="369" y="139"/>
                  <a:pt x="369" y="139"/>
                  <a:pt x="369" y="139"/>
                </a:cubicBezTo>
                <a:cubicBezTo>
                  <a:pt x="369" y="306"/>
                  <a:pt x="369" y="306"/>
                  <a:pt x="369" y="306"/>
                </a:cubicBezTo>
                <a:cubicBezTo>
                  <a:pt x="369" y="337"/>
                  <a:pt x="343" y="363"/>
                  <a:pt x="311" y="363"/>
                </a:cubicBezTo>
                <a:lnTo>
                  <a:pt x="230" y="363"/>
                </a:lnTo>
                <a:close/>
              </a:path>
            </a:pathLst>
          </a:custGeom>
          <a:solidFill>
            <a:srgbClr val="92D400"/>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4" name="Rectangle 82">
            <a:extLst>
              <a:ext uri="{FF2B5EF4-FFF2-40B4-BE49-F238E27FC236}">
                <a16:creationId xmlns:a16="http://schemas.microsoft.com/office/drawing/2014/main" id="{7E7118CB-6D5D-CA72-38DA-AB06C8FA5F02}"/>
              </a:ext>
            </a:extLst>
          </p:cNvPr>
          <p:cNvSpPr>
            <a:spLocks noChangeArrowheads="1"/>
          </p:cNvSpPr>
          <p:nvPr/>
        </p:nvSpPr>
        <p:spPr bwMode="auto">
          <a:xfrm flipH="1">
            <a:off x="7312194" y="3188144"/>
            <a:ext cx="16152" cy="25235"/>
          </a:xfrm>
          <a:prstGeom prst="rect">
            <a:avLst/>
          </a:prstGeom>
          <a:solidFill>
            <a:srgbClr val="046A38"/>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5" name="Freeform 83">
            <a:extLst>
              <a:ext uri="{FF2B5EF4-FFF2-40B4-BE49-F238E27FC236}">
                <a16:creationId xmlns:a16="http://schemas.microsoft.com/office/drawing/2014/main" id="{65EAF331-ABC1-D4B1-01A8-31CBCECA2CA1}"/>
              </a:ext>
            </a:extLst>
          </p:cNvPr>
          <p:cNvSpPr>
            <a:spLocks/>
          </p:cNvSpPr>
          <p:nvPr/>
        </p:nvSpPr>
        <p:spPr bwMode="auto">
          <a:xfrm flipH="1">
            <a:off x="7374344" y="3163817"/>
            <a:ext cx="127464" cy="91218"/>
          </a:xfrm>
          <a:custGeom>
            <a:avLst/>
            <a:gdLst>
              <a:gd name="T0" fmla="*/ 36 w 253"/>
              <a:gd name="T1" fmla="*/ 202 h 209"/>
              <a:gd name="T2" fmla="*/ 7 w 253"/>
              <a:gd name="T3" fmla="*/ 198 h 209"/>
              <a:gd name="T4" fmla="*/ 7 w 253"/>
              <a:gd name="T5" fmla="*/ 198 h 209"/>
              <a:gd name="T6" fmla="*/ 11 w 253"/>
              <a:gd name="T7" fmla="*/ 169 h 209"/>
              <a:gd name="T8" fmla="*/ 217 w 253"/>
              <a:gd name="T9" fmla="*/ 7 h 209"/>
              <a:gd name="T10" fmla="*/ 246 w 253"/>
              <a:gd name="T11" fmla="*/ 10 h 209"/>
              <a:gd name="T12" fmla="*/ 246 w 253"/>
              <a:gd name="T13" fmla="*/ 10 h 209"/>
              <a:gd name="T14" fmla="*/ 242 w 253"/>
              <a:gd name="T15" fmla="*/ 39 h 209"/>
              <a:gd name="T16" fmla="*/ 36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36" y="202"/>
                </a:moveTo>
                <a:cubicBezTo>
                  <a:pt x="27" y="209"/>
                  <a:pt x="14" y="207"/>
                  <a:pt x="7" y="198"/>
                </a:cubicBezTo>
                <a:cubicBezTo>
                  <a:pt x="7" y="198"/>
                  <a:pt x="7" y="198"/>
                  <a:pt x="7" y="198"/>
                </a:cubicBezTo>
                <a:cubicBezTo>
                  <a:pt x="0" y="190"/>
                  <a:pt x="2" y="176"/>
                  <a:pt x="11" y="169"/>
                </a:cubicBezTo>
                <a:cubicBezTo>
                  <a:pt x="217" y="7"/>
                  <a:pt x="217" y="7"/>
                  <a:pt x="217" y="7"/>
                </a:cubicBezTo>
                <a:cubicBezTo>
                  <a:pt x="226" y="0"/>
                  <a:pt x="239" y="1"/>
                  <a:pt x="246" y="10"/>
                </a:cubicBezTo>
                <a:cubicBezTo>
                  <a:pt x="246" y="10"/>
                  <a:pt x="246" y="10"/>
                  <a:pt x="246" y="10"/>
                </a:cubicBezTo>
                <a:cubicBezTo>
                  <a:pt x="253" y="19"/>
                  <a:pt x="251" y="32"/>
                  <a:pt x="242" y="39"/>
                </a:cubicBezTo>
                <a:lnTo>
                  <a:pt x="36" y="202"/>
                </a:lnTo>
                <a:close/>
              </a:path>
            </a:pathLst>
          </a:custGeom>
          <a:solidFill>
            <a:srgbClr val="92D400"/>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6" name="Freeform 84">
            <a:extLst>
              <a:ext uri="{FF2B5EF4-FFF2-40B4-BE49-F238E27FC236}">
                <a16:creationId xmlns:a16="http://schemas.microsoft.com/office/drawing/2014/main" id="{F142C116-91DB-D494-223F-727C6510B88F}"/>
              </a:ext>
            </a:extLst>
          </p:cNvPr>
          <p:cNvSpPr>
            <a:spLocks/>
          </p:cNvSpPr>
          <p:nvPr/>
        </p:nvSpPr>
        <p:spPr bwMode="auto">
          <a:xfrm flipH="1">
            <a:off x="7263737" y="3163817"/>
            <a:ext cx="127464" cy="91218"/>
          </a:xfrm>
          <a:custGeom>
            <a:avLst/>
            <a:gdLst>
              <a:gd name="T0" fmla="*/ 217 w 253"/>
              <a:gd name="T1" fmla="*/ 202 h 209"/>
              <a:gd name="T2" fmla="*/ 246 w 253"/>
              <a:gd name="T3" fmla="*/ 198 h 209"/>
              <a:gd name="T4" fmla="*/ 246 w 253"/>
              <a:gd name="T5" fmla="*/ 198 h 209"/>
              <a:gd name="T6" fmla="*/ 242 w 253"/>
              <a:gd name="T7" fmla="*/ 169 h 209"/>
              <a:gd name="T8" fmla="*/ 36 w 253"/>
              <a:gd name="T9" fmla="*/ 7 h 209"/>
              <a:gd name="T10" fmla="*/ 7 w 253"/>
              <a:gd name="T11" fmla="*/ 10 h 209"/>
              <a:gd name="T12" fmla="*/ 7 w 253"/>
              <a:gd name="T13" fmla="*/ 10 h 209"/>
              <a:gd name="T14" fmla="*/ 10 w 253"/>
              <a:gd name="T15" fmla="*/ 39 h 209"/>
              <a:gd name="T16" fmla="*/ 217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217" y="202"/>
                </a:moveTo>
                <a:cubicBezTo>
                  <a:pt x="226" y="209"/>
                  <a:pt x="239" y="207"/>
                  <a:pt x="246" y="198"/>
                </a:cubicBezTo>
                <a:cubicBezTo>
                  <a:pt x="246" y="198"/>
                  <a:pt x="246" y="198"/>
                  <a:pt x="246" y="198"/>
                </a:cubicBezTo>
                <a:cubicBezTo>
                  <a:pt x="253" y="190"/>
                  <a:pt x="251" y="176"/>
                  <a:pt x="242" y="169"/>
                </a:cubicBezTo>
                <a:cubicBezTo>
                  <a:pt x="36" y="7"/>
                  <a:pt x="36" y="7"/>
                  <a:pt x="36" y="7"/>
                </a:cubicBezTo>
                <a:cubicBezTo>
                  <a:pt x="27" y="0"/>
                  <a:pt x="14" y="1"/>
                  <a:pt x="7" y="10"/>
                </a:cubicBezTo>
                <a:cubicBezTo>
                  <a:pt x="7" y="10"/>
                  <a:pt x="7" y="10"/>
                  <a:pt x="7" y="10"/>
                </a:cubicBezTo>
                <a:cubicBezTo>
                  <a:pt x="0" y="19"/>
                  <a:pt x="1" y="32"/>
                  <a:pt x="10" y="39"/>
                </a:cubicBezTo>
                <a:lnTo>
                  <a:pt x="217" y="202"/>
                </a:lnTo>
                <a:close/>
              </a:path>
            </a:pathLst>
          </a:custGeom>
          <a:solidFill>
            <a:srgbClr val="92D400"/>
          </a:solidFill>
          <a:ln>
            <a:solidFill>
              <a:srgbClr val="92D400"/>
            </a:solid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D0A98817-A6F1-FEB0-A458-823315EB8EB1}"/>
              </a:ext>
            </a:extLst>
          </p:cNvPr>
          <p:cNvSpPr/>
          <p:nvPr/>
        </p:nvSpPr>
        <p:spPr>
          <a:xfrm flipH="1">
            <a:off x="7433621" y="3305654"/>
            <a:ext cx="40941" cy="51216"/>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C97B94E1-8B58-3C6F-7310-7138FD039F12}"/>
              </a:ext>
            </a:extLst>
          </p:cNvPr>
          <p:cNvSpPr/>
          <p:nvPr/>
        </p:nvSpPr>
        <p:spPr>
          <a:xfrm flipH="1">
            <a:off x="7289372" y="3305654"/>
            <a:ext cx="40941" cy="51216"/>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9E028EE6-E836-263B-CDC2-51353DC6AF10}"/>
              </a:ext>
            </a:extLst>
          </p:cNvPr>
          <p:cNvSpPr>
            <a:spLocks noChangeAspect="1"/>
          </p:cNvSpPr>
          <p:nvPr/>
        </p:nvSpPr>
        <p:spPr>
          <a:xfrm flipH="1">
            <a:off x="7037911" y="3163374"/>
            <a:ext cx="112606" cy="151046"/>
          </a:xfrm>
          <a:prstGeom prst="rect">
            <a:avLst/>
          </a:prstGeom>
          <a:solidFill>
            <a:srgbClr val="92D400"/>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0" name="Lightning Bolt 39">
            <a:extLst>
              <a:ext uri="{FF2B5EF4-FFF2-40B4-BE49-F238E27FC236}">
                <a16:creationId xmlns:a16="http://schemas.microsoft.com/office/drawing/2014/main" id="{43AAA523-3C3A-ADD0-72D0-CD83A65BCF9C}"/>
              </a:ext>
            </a:extLst>
          </p:cNvPr>
          <p:cNvSpPr>
            <a:spLocks noChangeAspect="1"/>
          </p:cNvSpPr>
          <p:nvPr/>
        </p:nvSpPr>
        <p:spPr>
          <a:xfrm flipH="1">
            <a:off x="7047456" y="3169978"/>
            <a:ext cx="91331" cy="127992"/>
          </a:xfrm>
          <a:prstGeom prst="lightningBolt">
            <a:avLst/>
          </a:prstGeom>
          <a:solidFill>
            <a:sysClr val="window" lastClr="FFFFFF"/>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1" name="object 47">
            <a:extLst>
              <a:ext uri="{FF2B5EF4-FFF2-40B4-BE49-F238E27FC236}">
                <a16:creationId xmlns:a16="http://schemas.microsoft.com/office/drawing/2014/main" id="{D0407E5D-D019-1D6C-9408-E115BA17DE0D}"/>
              </a:ext>
            </a:extLst>
          </p:cNvPr>
          <p:cNvSpPr>
            <a:spLocks noChangeAspect="1"/>
          </p:cNvSpPr>
          <p:nvPr/>
        </p:nvSpPr>
        <p:spPr>
          <a:xfrm flipH="1">
            <a:off x="6516804" y="2835584"/>
            <a:ext cx="299678" cy="252646"/>
          </a:xfrm>
          <a:custGeom>
            <a:avLst/>
            <a:gdLst/>
            <a:ahLst/>
            <a:cxnLst/>
            <a:rect l="l" t="t" r="r" b="b"/>
            <a:pathLst>
              <a:path w="179705" h="189230">
                <a:moveTo>
                  <a:pt x="89687" y="0"/>
                </a:moveTo>
                <a:lnTo>
                  <a:pt x="0" y="46774"/>
                </a:lnTo>
                <a:lnTo>
                  <a:pt x="0" y="189026"/>
                </a:lnTo>
                <a:lnTo>
                  <a:pt x="179374" y="189026"/>
                </a:lnTo>
                <a:lnTo>
                  <a:pt x="179374" y="46774"/>
                </a:lnTo>
                <a:lnTo>
                  <a:pt x="89687" y="0"/>
                </a:lnTo>
                <a:close/>
              </a:path>
            </a:pathLst>
          </a:custGeom>
          <a:solidFill>
            <a:srgbClr val="92D400"/>
          </a:solid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0A02B9D2-E266-5D66-E68B-02E11361AEBC}"/>
              </a:ext>
            </a:extLst>
          </p:cNvPr>
          <p:cNvSpPr>
            <a:spLocks noChangeAspect="1"/>
          </p:cNvSpPr>
          <p:nvPr/>
        </p:nvSpPr>
        <p:spPr>
          <a:xfrm flipH="1">
            <a:off x="6542952" y="2867127"/>
            <a:ext cx="243978" cy="19533"/>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5" name="object 48">
            <a:extLst>
              <a:ext uri="{FF2B5EF4-FFF2-40B4-BE49-F238E27FC236}">
                <a16:creationId xmlns:a16="http://schemas.microsoft.com/office/drawing/2014/main" id="{25F104F6-E719-9686-C75E-EA17B3187291}"/>
              </a:ext>
            </a:extLst>
          </p:cNvPr>
          <p:cNvSpPr>
            <a:spLocks noChangeAspect="1"/>
          </p:cNvSpPr>
          <p:nvPr/>
        </p:nvSpPr>
        <p:spPr>
          <a:xfrm flipH="1">
            <a:off x="6516810" y="2812066"/>
            <a:ext cx="299678" cy="77151"/>
          </a:xfrm>
          <a:custGeom>
            <a:avLst/>
            <a:gdLst/>
            <a:ahLst/>
            <a:cxnLst/>
            <a:rect l="l" t="t" r="r" b="b"/>
            <a:pathLst>
              <a:path w="179705" h="57785">
                <a:moveTo>
                  <a:pt x="89687" y="0"/>
                </a:moveTo>
                <a:lnTo>
                  <a:pt x="0" y="46774"/>
                </a:lnTo>
                <a:lnTo>
                  <a:pt x="0" y="57492"/>
                </a:lnTo>
                <a:lnTo>
                  <a:pt x="89687" y="10718"/>
                </a:lnTo>
                <a:lnTo>
                  <a:pt x="110240" y="10718"/>
                </a:lnTo>
                <a:lnTo>
                  <a:pt x="89687" y="0"/>
                </a:lnTo>
                <a:close/>
              </a:path>
              <a:path w="179705" h="57785">
                <a:moveTo>
                  <a:pt x="110240" y="10718"/>
                </a:moveTo>
                <a:lnTo>
                  <a:pt x="89687" y="10718"/>
                </a:lnTo>
                <a:lnTo>
                  <a:pt x="179374" y="57492"/>
                </a:lnTo>
                <a:lnTo>
                  <a:pt x="179374" y="46774"/>
                </a:lnTo>
                <a:lnTo>
                  <a:pt x="110240" y="10718"/>
                </a:lnTo>
                <a:close/>
              </a:path>
            </a:pathLst>
          </a:custGeom>
          <a:solidFill>
            <a:schemeClr val="bg1"/>
          </a:solid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nvGrpSpPr>
          <p:cNvPr id="46" name="Group 45">
            <a:extLst>
              <a:ext uri="{FF2B5EF4-FFF2-40B4-BE49-F238E27FC236}">
                <a16:creationId xmlns:a16="http://schemas.microsoft.com/office/drawing/2014/main" id="{9CE8EBB7-9883-0422-74B9-877B6A1A5D7A}"/>
              </a:ext>
            </a:extLst>
          </p:cNvPr>
          <p:cNvGrpSpPr/>
          <p:nvPr/>
        </p:nvGrpSpPr>
        <p:grpSpPr>
          <a:xfrm flipH="1">
            <a:off x="6542952" y="2904585"/>
            <a:ext cx="243978" cy="117200"/>
            <a:chOff x="11040795" y="1580306"/>
            <a:chExt cx="507849" cy="206099"/>
          </a:xfrm>
          <a:solidFill>
            <a:schemeClr val="bg1"/>
          </a:solidFill>
        </p:grpSpPr>
        <p:sp>
          <p:nvSpPr>
            <p:cNvPr id="47" name="Rectangle 46">
              <a:extLst>
                <a:ext uri="{FF2B5EF4-FFF2-40B4-BE49-F238E27FC236}">
                  <a16:creationId xmlns:a16="http://schemas.microsoft.com/office/drawing/2014/main" id="{BA67E408-3CFE-2532-9CEA-BCA0DE7BF655}"/>
                </a:ext>
              </a:extLst>
            </p:cNvPr>
            <p:cNvSpPr>
              <a:spLocks noChangeAspect="1"/>
            </p:cNvSpPr>
            <p:nvPr/>
          </p:nvSpPr>
          <p:spPr>
            <a:xfrm>
              <a:off x="11502924"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8534643F-7FD8-F9A5-3658-0D6D54FE6FE6}"/>
                </a:ext>
              </a:extLst>
            </p:cNvPr>
            <p:cNvSpPr>
              <a:spLocks noChangeAspect="1"/>
            </p:cNvSpPr>
            <p:nvPr/>
          </p:nvSpPr>
          <p:spPr>
            <a:xfrm>
              <a:off x="11387391"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BC58F63F-CA9A-83E4-4684-5342BB4359FC}"/>
                </a:ext>
              </a:extLst>
            </p:cNvPr>
            <p:cNvSpPr>
              <a:spLocks noChangeAspect="1"/>
            </p:cNvSpPr>
            <p:nvPr/>
          </p:nvSpPr>
          <p:spPr>
            <a:xfrm>
              <a:off x="11156327"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B693BFF9-24DB-223E-1E26-CCF61E32140B}"/>
                </a:ext>
              </a:extLst>
            </p:cNvPr>
            <p:cNvSpPr>
              <a:spLocks noChangeAspect="1"/>
            </p:cNvSpPr>
            <p:nvPr/>
          </p:nvSpPr>
          <p:spPr>
            <a:xfrm>
              <a:off x="11040795"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1" name="Rectangle 50">
              <a:extLst>
                <a:ext uri="{FF2B5EF4-FFF2-40B4-BE49-F238E27FC236}">
                  <a16:creationId xmlns:a16="http://schemas.microsoft.com/office/drawing/2014/main" id="{19028701-08FC-DCA2-284E-7D7797786EC1}"/>
                </a:ext>
              </a:extLst>
            </p:cNvPr>
            <p:cNvSpPr>
              <a:spLocks noChangeAspect="1"/>
            </p:cNvSpPr>
            <p:nvPr/>
          </p:nvSpPr>
          <p:spPr>
            <a:xfrm>
              <a:off x="11271859" y="1580306"/>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B4531F75-9E99-C6FF-AFA8-45C93B0C4136}"/>
                </a:ext>
              </a:extLst>
            </p:cNvPr>
            <p:cNvSpPr>
              <a:spLocks noChangeAspect="1"/>
            </p:cNvSpPr>
            <p:nvPr/>
          </p:nvSpPr>
          <p:spPr>
            <a:xfrm>
              <a:off x="11502924"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3" name="Rectangle 52">
              <a:extLst>
                <a:ext uri="{FF2B5EF4-FFF2-40B4-BE49-F238E27FC236}">
                  <a16:creationId xmlns:a16="http://schemas.microsoft.com/office/drawing/2014/main" id="{BF5B3BE0-9CB0-7F7F-45DE-3452260080F9}"/>
                </a:ext>
              </a:extLst>
            </p:cNvPr>
            <p:cNvSpPr>
              <a:spLocks noChangeAspect="1"/>
            </p:cNvSpPr>
            <p:nvPr/>
          </p:nvSpPr>
          <p:spPr>
            <a:xfrm>
              <a:off x="11387391"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4" name="Rectangle 53">
              <a:extLst>
                <a:ext uri="{FF2B5EF4-FFF2-40B4-BE49-F238E27FC236}">
                  <a16:creationId xmlns:a16="http://schemas.microsoft.com/office/drawing/2014/main" id="{12AB0F5A-2EC4-04E4-32E5-218538842F78}"/>
                </a:ext>
              </a:extLst>
            </p:cNvPr>
            <p:cNvSpPr>
              <a:spLocks noChangeAspect="1"/>
            </p:cNvSpPr>
            <p:nvPr/>
          </p:nvSpPr>
          <p:spPr>
            <a:xfrm>
              <a:off x="11156327"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C8392D29-7E99-ABB7-2EC4-DC8B88D44621}"/>
                </a:ext>
              </a:extLst>
            </p:cNvPr>
            <p:cNvSpPr>
              <a:spLocks noChangeAspect="1"/>
            </p:cNvSpPr>
            <p:nvPr/>
          </p:nvSpPr>
          <p:spPr>
            <a:xfrm>
              <a:off x="11040795"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7" name="Rectangle 56">
              <a:extLst>
                <a:ext uri="{FF2B5EF4-FFF2-40B4-BE49-F238E27FC236}">
                  <a16:creationId xmlns:a16="http://schemas.microsoft.com/office/drawing/2014/main" id="{68FF51BD-EB2B-7D73-9262-BF04AB36B6FA}"/>
                </a:ext>
              </a:extLst>
            </p:cNvPr>
            <p:cNvSpPr>
              <a:spLocks noChangeAspect="1"/>
            </p:cNvSpPr>
            <p:nvPr/>
          </p:nvSpPr>
          <p:spPr>
            <a:xfrm>
              <a:off x="11271859" y="166049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8FBE0197-8587-1E9F-0601-589FDE83D72E}"/>
                </a:ext>
              </a:extLst>
            </p:cNvPr>
            <p:cNvSpPr>
              <a:spLocks noChangeAspect="1"/>
            </p:cNvSpPr>
            <p:nvPr/>
          </p:nvSpPr>
          <p:spPr>
            <a:xfrm>
              <a:off x="11502924"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099D0C75-B704-88C1-7A73-CC6B5A2A71CF}"/>
                </a:ext>
              </a:extLst>
            </p:cNvPr>
            <p:cNvSpPr>
              <a:spLocks noChangeAspect="1"/>
            </p:cNvSpPr>
            <p:nvPr/>
          </p:nvSpPr>
          <p:spPr>
            <a:xfrm>
              <a:off x="11387391"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0" name="Rectangle 59">
              <a:extLst>
                <a:ext uri="{FF2B5EF4-FFF2-40B4-BE49-F238E27FC236}">
                  <a16:creationId xmlns:a16="http://schemas.microsoft.com/office/drawing/2014/main" id="{714C7541-09FD-D16F-B69B-3EAFD416E9F0}"/>
                </a:ext>
              </a:extLst>
            </p:cNvPr>
            <p:cNvSpPr>
              <a:spLocks noChangeAspect="1"/>
            </p:cNvSpPr>
            <p:nvPr/>
          </p:nvSpPr>
          <p:spPr>
            <a:xfrm>
              <a:off x="11156327"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A36615D5-2B19-D3E5-7B73-7FACF694E8DE}"/>
                </a:ext>
              </a:extLst>
            </p:cNvPr>
            <p:cNvSpPr>
              <a:spLocks noChangeAspect="1"/>
            </p:cNvSpPr>
            <p:nvPr/>
          </p:nvSpPr>
          <p:spPr>
            <a:xfrm>
              <a:off x="11040795"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A996F82C-93B9-243C-4870-BDD874743DB8}"/>
                </a:ext>
              </a:extLst>
            </p:cNvPr>
            <p:cNvSpPr>
              <a:spLocks noChangeAspect="1"/>
            </p:cNvSpPr>
            <p:nvPr/>
          </p:nvSpPr>
          <p:spPr>
            <a:xfrm>
              <a:off x="11271859" y="174068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sp>
        <p:nvSpPr>
          <p:cNvPr id="63" name="Rectangle 62">
            <a:extLst>
              <a:ext uri="{FF2B5EF4-FFF2-40B4-BE49-F238E27FC236}">
                <a16:creationId xmlns:a16="http://schemas.microsoft.com/office/drawing/2014/main" id="{DA7DBCC5-FD0B-67EC-F75A-81222B96EC5F}"/>
              </a:ext>
            </a:extLst>
          </p:cNvPr>
          <p:cNvSpPr>
            <a:spLocks noChangeAspect="1"/>
          </p:cNvSpPr>
          <p:nvPr/>
        </p:nvSpPr>
        <p:spPr>
          <a:xfrm flipH="1">
            <a:off x="6542953" y="3041770"/>
            <a:ext cx="21964" cy="26000"/>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58" name="Rectangle 457">
            <a:extLst>
              <a:ext uri="{FF2B5EF4-FFF2-40B4-BE49-F238E27FC236}">
                <a16:creationId xmlns:a16="http://schemas.microsoft.com/office/drawing/2014/main" id="{EA9E6496-2313-B03D-716D-1E576C5EFA50}"/>
              </a:ext>
            </a:extLst>
          </p:cNvPr>
          <p:cNvSpPr>
            <a:spLocks noChangeAspect="1"/>
          </p:cNvSpPr>
          <p:nvPr/>
        </p:nvSpPr>
        <p:spPr>
          <a:xfrm flipH="1">
            <a:off x="6598457" y="3041770"/>
            <a:ext cx="21964" cy="26000"/>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59" name="Rectangle 458">
            <a:extLst>
              <a:ext uri="{FF2B5EF4-FFF2-40B4-BE49-F238E27FC236}">
                <a16:creationId xmlns:a16="http://schemas.microsoft.com/office/drawing/2014/main" id="{8BD7A983-9F52-AAC1-65A7-3B38AF7027A1}"/>
              </a:ext>
            </a:extLst>
          </p:cNvPr>
          <p:cNvSpPr>
            <a:spLocks noChangeAspect="1"/>
          </p:cNvSpPr>
          <p:nvPr/>
        </p:nvSpPr>
        <p:spPr>
          <a:xfrm flipH="1">
            <a:off x="6709463" y="3041770"/>
            <a:ext cx="21964" cy="26000"/>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60" name="Rectangle 459">
            <a:extLst>
              <a:ext uri="{FF2B5EF4-FFF2-40B4-BE49-F238E27FC236}">
                <a16:creationId xmlns:a16="http://schemas.microsoft.com/office/drawing/2014/main" id="{14E37524-CDA3-FADB-1605-32E399522576}"/>
              </a:ext>
            </a:extLst>
          </p:cNvPr>
          <p:cNvSpPr>
            <a:spLocks noChangeAspect="1"/>
          </p:cNvSpPr>
          <p:nvPr/>
        </p:nvSpPr>
        <p:spPr>
          <a:xfrm flipH="1">
            <a:off x="6764968" y="3041770"/>
            <a:ext cx="21964" cy="26000"/>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64" name="Rectangle 463">
            <a:extLst>
              <a:ext uri="{FF2B5EF4-FFF2-40B4-BE49-F238E27FC236}">
                <a16:creationId xmlns:a16="http://schemas.microsoft.com/office/drawing/2014/main" id="{67C1DB6D-78BC-6CD6-E089-830CD7495BC0}"/>
              </a:ext>
            </a:extLst>
          </p:cNvPr>
          <p:cNvSpPr>
            <a:spLocks noChangeAspect="1"/>
          </p:cNvSpPr>
          <p:nvPr/>
        </p:nvSpPr>
        <p:spPr>
          <a:xfrm flipH="1">
            <a:off x="6640543" y="3041770"/>
            <a:ext cx="48796" cy="45813"/>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469" name="object 46">
            <a:extLst>
              <a:ext uri="{FF2B5EF4-FFF2-40B4-BE49-F238E27FC236}">
                <a16:creationId xmlns:a16="http://schemas.microsoft.com/office/drawing/2014/main" id="{E07B66C4-1AE6-17D1-62D1-2C0820C26E71}"/>
              </a:ext>
            </a:extLst>
          </p:cNvPr>
          <p:cNvSpPr>
            <a:spLocks noChangeAspect="1"/>
          </p:cNvSpPr>
          <p:nvPr/>
        </p:nvSpPr>
        <p:spPr>
          <a:xfrm flipH="1">
            <a:off x="6852237" y="2965037"/>
            <a:ext cx="353240" cy="123192"/>
          </a:xfrm>
          <a:custGeom>
            <a:avLst/>
            <a:gdLst/>
            <a:ahLst/>
            <a:cxnLst/>
            <a:rect l="l" t="t" r="r" b="b"/>
            <a:pathLst>
              <a:path w="120650" h="104139">
                <a:moveTo>
                  <a:pt x="0" y="104025"/>
                </a:moveTo>
                <a:lnTo>
                  <a:pt x="120459" y="104025"/>
                </a:lnTo>
                <a:lnTo>
                  <a:pt x="120459" y="0"/>
                </a:lnTo>
                <a:lnTo>
                  <a:pt x="0" y="0"/>
                </a:lnTo>
                <a:lnTo>
                  <a:pt x="0" y="104025"/>
                </a:lnTo>
                <a:close/>
              </a:path>
            </a:pathLst>
          </a:custGeom>
          <a:solidFill>
            <a:srgbClr val="92D400"/>
          </a:solid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nvGrpSpPr>
          <p:cNvPr id="470" name="Group 469">
            <a:extLst>
              <a:ext uri="{FF2B5EF4-FFF2-40B4-BE49-F238E27FC236}">
                <a16:creationId xmlns:a16="http://schemas.microsoft.com/office/drawing/2014/main" id="{49AA9E8B-71BF-8F59-436F-68808FF0BEF6}"/>
              </a:ext>
            </a:extLst>
          </p:cNvPr>
          <p:cNvGrpSpPr>
            <a:grpSpLocks noChangeAspect="1"/>
          </p:cNvGrpSpPr>
          <p:nvPr/>
        </p:nvGrpSpPr>
        <p:grpSpPr>
          <a:xfrm flipH="1">
            <a:off x="6851715" y="2915555"/>
            <a:ext cx="173338" cy="42121"/>
            <a:chOff x="9839670" y="852034"/>
            <a:chExt cx="162412" cy="49293"/>
          </a:xfrm>
          <a:solidFill>
            <a:sysClr val="window" lastClr="FFFFFF"/>
          </a:solidFill>
        </p:grpSpPr>
        <p:sp>
          <p:nvSpPr>
            <p:cNvPr id="471" name="object 58">
              <a:extLst>
                <a:ext uri="{FF2B5EF4-FFF2-40B4-BE49-F238E27FC236}">
                  <a16:creationId xmlns:a16="http://schemas.microsoft.com/office/drawing/2014/main" id="{600D41B0-BB6A-2192-E169-909DD8BD4678}"/>
                </a:ext>
              </a:extLst>
            </p:cNvPr>
            <p:cNvSpPr/>
            <p:nvPr/>
          </p:nvSpPr>
          <p:spPr>
            <a:xfrm>
              <a:off x="9859619"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2" name="object 60">
              <a:extLst>
                <a:ext uri="{FF2B5EF4-FFF2-40B4-BE49-F238E27FC236}">
                  <a16:creationId xmlns:a16="http://schemas.microsoft.com/office/drawing/2014/main" id="{7288A0C3-EBA3-F94A-0811-07C164FC9E80}"/>
                </a:ext>
              </a:extLst>
            </p:cNvPr>
            <p:cNvSpPr/>
            <p:nvPr/>
          </p:nvSpPr>
          <p:spPr>
            <a:xfrm>
              <a:off x="9896481"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3" name="object 61">
              <a:extLst>
                <a:ext uri="{FF2B5EF4-FFF2-40B4-BE49-F238E27FC236}">
                  <a16:creationId xmlns:a16="http://schemas.microsoft.com/office/drawing/2014/main" id="{75324D84-9EB0-1403-913F-BC892105109F}"/>
                </a:ext>
              </a:extLst>
            </p:cNvPr>
            <p:cNvSpPr/>
            <p:nvPr/>
          </p:nvSpPr>
          <p:spPr>
            <a:xfrm>
              <a:off x="9878158" y="852034"/>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4" name="object 62">
              <a:extLst>
                <a:ext uri="{FF2B5EF4-FFF2-40B4-BE49-F238E27FC236}">
                  <a16:creationId xmlns:a16="http://schemas.microsoft.com/office/drawing/2014/main" id="{0C0304E4-EE26-F118-0515-AE69F7109C1A}"/>
                </a:ext>
              </a:extLst>
            </p:cNvPr>
            <p:cNvSpPr/>
            <p:nvPr/>
          </p:nvSpPr>
          <p:spPr>
            <a:xfrm>
              <a:off x="9988191" y="852034"/>
              <a:ext cx="13891" cy="8930"/>
            </a:xfrm>
            <a:custGeom>
              <a:avLst/>
              <a:gdLst/>
              <a:ahLst/>
              <a:cxnLst/>
              <a:rect l="l" t="t" r="r" b="b"/>
              <a:pathLst>
                <a:path w="8890" h="5714">
                  <a:moveTo>
                    <a:pt x="8394" y="0"/>
                  </a:moveTo>
                  <a:lnTo>
                    <a:pt x="2793" y="0"/>
                  </a:lnTo>
                  <a:lnTo>
                    <a:pt x="0" y="5664"/>
                  </a:lnTo>
                  <a:lnTo>
                    <a:pt x="8394" y="5664"/>
                  </a:lnTo>
                  <a:lnTo>
                    <a:pt x="8394"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5" name="object 63">
              <a:extLst>
                <a:ext uri="{FF2B5EF4-FFF2-40B4-BE49-F238E27FC236}">
                  <a16:creationId xmlns:a16="http://schemas.microsoft.com/office/drawing/2014/main" id="{E060C3CA-13E8-43C9-7047-C99D4FC9CF5D}"/>
                </a:ext>
              </a:extLst>
            </p:cNvPr>
            <p:cNvSpPr/>
            <p:nvPr/>
          </p:nvSpPr>
          <p:spPr>
            <a:xfrm>
              <a:off x="9969850"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6" name="object 64">
              <a:extLst>
                <a:ext uri="{FF2B5EF4-FFF2-40B4-BE49-F238E27FC236}">
                  <a16:creationId xmlns:a16="http://schemas.microsoft.com/office/drawing/2014/main" id="{8C86ACE8-2738-7035-A6AA-82875AA9218E}"/>
                </a:ext>
              </a:extLst>
            </p:cNvPr>
            <p:cNvSpPr/>
            <p:nvPr/>
          </p:nvSpPr>
          <p:spPr>
            <a:xfrm>
              <a:off x="9951508"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7" name="object 65">
              <a:extLst>
                <a:ext uri="{FF2B5EF4-FFF2-40B4-BE49-F238E27FC236}">
                  <a16:creationId xmlns:a16="http://schemas.microsoft.com/office/drawing/2014/main" id="{116A20C3-9A23-4242-1265-216B8AF9C72C}"/>
                </a:ext>
              </a:extLst>
            </p:cNvPr>
            <p:cNvSpPr/>
            <p:nvPr/>
          </p:nvSpPr>
          <p:spPr>
            <a:xfrm>
              <a:off x="9933185" y="852034"/>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8" name="object 66">
              <a:extLst>
                <a:ext uri="{FF2B5EF4-FFF2-40B4-BE49-F238E27FC236}">
                  <a16:creationId xmlns:a16="http://schemas.microsoft.com/office/drawing/2014/main" id="{EB02A343-25FF-A403-E10E-0D50D269F046}"/>
                </a:ext>
              </a:extLst>
            </p:cNvPr>
            <p:cNvSpPr/>
            <p:nvPr/>
          </p:nvSpPr>
          <p:spPr>
            <a:xfrm>
              <a:off x="9914824"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79" name="object 68">
              <a:extLst>
                <a:ext uri="{FF2B5EF4-FFF2-40B4-BE49-F238E27FC236}">
                  <a16:creationId xmlns:a16="http://schemas.microsoft.com/office/drawing/2014/main" id="{EF76E6E9-C49A-89B2-5A42-547772655E2D}"/>
                </a:ext>
              </a:extLst>
            </p:cNvPr>
            <p:cNvSpPr/>
            <p:nvPr/>
          </p:nvSpPr>
          <p:spPr>
            <a:xfrm>
              <a:off x="9928183"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0" name="object 69">
              <a:extLst>
                <a:ext uri="{FF2B5EF4-FFF2-40B4-BE49-F238E27FC236}">
                  <a16:creationId xmlns:a16="http://schemas.microsoft.com/office/drawing/2014/main" id="{A6386DF8-3664-C34F-35FE-BA64C86E9FC5}"/>
                </a:ext>
              </a:extLst>
            </p:cNvPr>
            <p:cNvSpPr/>
            <p:nvPr/>
          </p:nvSpPr>
          <p:spPr>
            <a:xfrm>
              <a:off x="9909842"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1" name="object 70">
              <a:extLst>
                <a:ext uri="{FF2B5EF4-FFF2-40B4-BE49-F238E27FC236}">
                  <a16:creationId xmlns:a16="http://schemas.microsoft.com/office/drawing/2014/main" id="{BDA514F2-E79F-C7FB-8826-160F332E28BE}"/>
                </a:ext>
              </a:extLst>
            </p:cNvPr>
            <p:cNvSpPr/>
            <p:nvPr/>
          </p:nvSpPr>
          <p:spPr>
            <a:xfrm>
              <a:off x="9891481"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2" name="object 71">
              <a:extLst>
                <a:ext uri="{FF2B5EF4-FFF2-40B4-BE49-F238E27FC236}">
                  <a16:creationId xmlns:a16="http://schemas.microsoft.com/office/drawing/2014/main" id="{7D412AE5-6B2C-F964-105C-953F367E9070}"/>
                </a:ext>
              </a:extLst>
            </p:cNvPr>
            <p:cNvSpPr/>
            <p:nvPr/>
          </p:nvSpPr>
          <p:spPr>
            <a:xfrm>
              <a:off x="9873156" y="862161"/>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3" name="object 72">
              <a:extLst>
                <a:ext uri="{FF2B5EF4-FFF2-40B4-BE49-F238E27FC236}">
                  <a16:creationId xmlns:a16="http://schemas.microsoft.com/office/drawing/2014/main" id="{BA7CC1EE-23B9-5BAE-8758-C922FE60FCB3}"/>
                </a:ext>
              </a:extLst>
            </p:cNvPr>
            <p:cNvSpPr/>
            <p:nvPr/>
          </p:nvSpPr>
          <p:spPr>
            <a:xfrm>
              <a:off x="9854619"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4" name="object 73">
              <a:extLst>
                <a:ext uri="{FF2B5EF4-FFF2-40B4-BE49-F238E27FC236}">
                  <a16:creationId xmlns:a16="http://schemas.microsoft.com/office/drawing/2014/main" id="{A8922422-5B00-A527-5ECA-E252050F6F9D}"/>
                </a:ext>
              </a:extLst>
            </p:cNvPr>
            <p:cNvSpPr/>
            <p:nvPr/>
          </p:nvSpPr>
          <p:spPr>
            <a:xfrm>
              <a:off x="9946508" y="862161"/>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5" name="object 74">
              <a:extLst>
                <a:ext uri="{FF2B5EF4-FFF2-40B4-BE49-F238E27FC236}">
                  <a16:creationId xmlns:a16="http://schemas.microsoft.com/office/drawing/2014/main" id="{363B01C4-4CAC-BFAC-B376-3CD0D972BED4}"/>
                </a:ext>
              </a:extLst>
            </p:cNvPr>
            <p:cNvSpPr/>
            <p:nvPr/>
          </p:nvSpPr>
          <p:spPr>
            <a:xfrm>
              <a:off x="9983191" y="862161"/>
              <a:ext cx="18852" cy="8930"/>
            </a:xfrm>
            <a:custGeom>
              <a:avLst/>
              <a:gdLst/>
              <a:ahLst/>
              <a:cxnLst/>
              <a:rect l="l" t="t" r="r" b="b"/>
              <a:pathLst>
                <a:path w="12065" h="5714">
                  <a:moveTo>
                    <a:pt x="11595" y="0"/>
                  </a:moveTo>
                  <a:lnTo>
                    <a:pt x="2793" y="0"/>
                  </a:lnTo>
                  <a:lnTo>
                    <a:pt x="0" y="5651"/>
                  </a:lnTo>
                  <a:lnTo>
                    <a:pt x="10172" y="5651"/>
                  </a:lnTo>
                  <a:lnTo>
                    <a:pt x="11595" y="2794"/>
                  </a:lnTo>
                  <a:lnTo>
                    <a:pt x="1159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6" name="object 75">
              <a:extLst>
                <a:ext uri="{FF2B5EF4-FFF2-40B4-BE49-F238E27FC236}">
                  <a16:creationId xmlns:a16="http://schemas.microsoft.com/office/drawing/2014/main" id="{7F93CA15-CB24-B195-E582-9E604F76BD94}"/>
                </a:ext>
              </a:extLst>
            </p:cNvPr>
            <p:cNvSpPr/>
            <p:nvPr/>
          </p:nvSpPr>
          <p:spPr>
            <a:xfrm>
              <a:off x="9964849"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7" name="object 76">
              <a:extLst>
                <a:ext uri="{FF2B5EF4-FFF2-40B4-BE49-F238E27FC236}">
                  <a16:creationId xmlns:a16="http://schemas.microsoft.com/office/drawing/2014/main" id="{9DEFBAEE-33E2-4D0F-1876-1E041ACC495B}"/>
                </a:ext>
              </a:extLst>
            </p:cNvPr>
            <p:cNvSpPr/>
            <p:nvPr/>
          </p:nvSpPr>
          <p:spPr>
            <a:xfrm>
              <a:off x="9849672"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8" name="object 78">
              <a:extLst>
                <a:ext uri="{FF2B5EF4-FFF2-40B4-BE49-F238E27FC236}">
                  <a16:creationId xmlns:a16="http://schemas.microsoft.com/office/drawing/2014/main" id="{1811BFC1-A696-F887-A206-16B7C2FBD9B7}"/>
                </a:ext>
              </a:extLst>
            </p:cNvPr>
            <p:cNvSpPr/>
            <p:nvPr/>
          </p:nvSpPr>
          <p:spPr>
            <a:xfrm>
              <a:off x="9868211" y="872162"/>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89" name="object 79">
              <a:extLst>
                <a:ext uri="{FF2B5EF4-FFF2-40B4-BE49-F238E27FC236}">
                  <a16:creationId xmlns:a16="http://schemas.microsoft.com/office/drawing/2014/main" id="{3D4018E8-F0DE-E8CA-DED8-6353F580C7DA}"/>
                </a:ext>
              </a:extLst>
            </p:cNvPr>
            <p:cNvSpPr/>
            <p:nvPr/>
          </p:nvSpPr>
          <p:spPr>
            <a:xfrm>
              <a:off x="9886553"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0" name="object 80">
              <a:extLst>
                <a:ext uri="{FF2B5EF4-FFF2-40B4-BE49-F238E27FC236}">
                  <a16:creationId xmlns:a16="http://schemas.microsoft.com/office/drawing/2014/main" id="{5B4BDE6D-CEAC-DA5E-38EB-446CB932213C}"/>
                </a:ext>
              </a:extLst>
            </p:cNvPr>
            <p:cNvSpPr/>
            <p:nvPr/>
          </p:nvSpPr>
          <p:spPr>
            <a:xfrm>
              <a:off x="9904895"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1" name="object 81">
              <a:extLst>
                <a:ext uri="{FF2B5EF4-FFF2-40B4-BE49-F238E27FC236}">
                  <a16:creationId xmlns:a16="http://schemas.microsoft.com/office/drawing/2014/main" id="{D0AFC4A8-8C78-643C-9CAD-370D46ED3D1B}"/>
                </a:ext>
              </a:extLst>
            </p:cNvPr>
            <p:cNvSpPr/>
            <p:nvPr/>
          </p:nvSpPr>
          <p:spPr>
            <a:xfrm>
              <a:off x="9941560"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2" name="object 82">
              <a:extLst>
                <a:ext uri="{FF2B5EF4-FFF2-40B4-BE49-F238E27FC236}">
                  <a16:creationId xmlns:a16="http://schemas.microsoft.com/office/drawing/2014/main" id="{EF876069-A44E-B92C-339C-135B27C7B02F}"/>
                </a:ext>
              </a:extLst>
            </p:cNvPr>
            <p:cNvSpPr/>
            <p:nvPr/>
          </p:nvSpPr>
          <p:spPr>
            <a:xfrm>
              <a:off x="9923219" y="872162"/>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3" name="object 83">
              <a:extLst>
                <a:ext uri="{FF2B5EF4-FFF2-40B4-BE49-F238E27FC236}">
                  <a16:creationId xmlns:a16="http://schemas.microsoft.com/office/drawing/2014/main" id="{264E0071-D7F3-EE51-E628-23E9BBDB5838}"/>
                </a:ext>
              </a:extLst>
            </p:cNvPr>
            <p:cNvSpPr/>
            <p:nvPr/>
          </p:nvSpPr>
          <p:spPr>
            <a:xfrm>
              <a:off x="9959881"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4" name="object 84">
              <a:extLst>
                <a:ext uri="{FF2B5EF4-FFF2-40B4-BE49-F238E27FC236}">
                  <a16:creationId xmlns:a16="http://schemas.microsoft.com/office/drawing/2014/main" id="{13CA3C9C-3E6E-9D24-5E9D-95F11C32CB57}"/>
                </a:ext>
              </a:extLst>
            </p:cNvPr>
            <p:cNvSpPr/>
            <p:nvPr/>
          </p:nvSpPr>
          <p:spPr>
            <a:xfrm>
              <a:off x="9978224"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5" name="object 85">
              <a:extLst>
                <a:ext uri="{FF2B5EF4-FFF2-40B4-BE49-F238E27FC236}">
                  <a16:creationId xmlns:a16="http://schemas.microsoft.com/office/drawing/2014/main" id="{A6CCC150-7998-AA40-1291-7AC27430B094}"/>
                </a:ext>
              </a:extLst>
            </p:cNvPr>
            <p:cNvSpPr/>
            <p:nvPr/>
          </p:nvSpPr>
          <p:spPr>
            <a:xfrm>
              <a:off x="9996567" y="872162"/>
              <a:ext cx="4961" cy="8930"/>
            </a:xfrm>
            <a:custGeom>
              <a:avLst/>
              <a:gdLst/>
              <a:ahLst/>
              <a:cxnLst/>
              <a:rect l="l" t="t" r="r" b="b"/>
              <a:pathLst>
                <a:path w="3175" h="5714">
                  <a:moveTo>
                    <a:pt x="3039" y="0"/>
                  </a:moveTo>
                  <a:lnTo>
                    <a:pt x="2793" y="0"/>
                  </a:lnTo>
                  <a:lnTo>
                    <a:pt x="0" y="5664"/>
                  </a:lnTo>
                  <a:lnTo>
                    <a:pt x="3039" y="5664"/>
                  </a:lnTo>
                  <a:lnTo>
                    <a:pt x="303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6" name="object 86">
              <a:extLst>
                <a:ext uri="{FF2B5EF4-FFF2-40B4-BE49-F238E27FC236}">
                  <a16:creationId xmlns:a16="http://schemas.microsoft.com/office/drawing/2014/main" id="{C5EB3750-3271-6136-F317-F39DBB2AD169}"/>
                </a:ext>
              </a:extLst>
            </p:cNvPr>
            <p:cNvSpPr/>
            <p:nvPr/>
          </p:nvSpPr>
          <p:spPr>
            <a:xfrm>
              <a:off x="9844670"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7" name="object 88">
              <a:extLst>
                <a:ext uri="{FF2B5EF4-FFF2-40B4-BE49-F238E27FC236}">
                  <a16:creationId xmlns:a16="http://schemas.microsoft.com/office/drawing/2014/main" id="{445C93B5-83A6-DDFA-00A3-EA7BD7A8F89D}"/>
                </a:ext>
              </a:extLst>
            </p:cNvPr>
            <p:cNvSpPr/>
            <p:nvPr/>
          </p:nvSpPr>
          <p:spPr>
            <a:xfrm>
              <a:off x="9863230" y="882270"/>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8" name="object 89">
              <a:extLst>
                <a:ext uri="{FF2B5EF4-FFF2-40B4-BE49-F238E27FC236}">
                  <a16:creationId xmlns:a16="http://schemas.microsoft.com/office/drawing/2014/main" id="{7CB9B5CC-B076-17F9-2912-0A8CCBF15A6A}"/>
                </a:ext>
              </a:extLst>
            </p:cNvPr>
            <p:cNvSpPr/>
            <p:nvPr/>
          </p:nvSpPr>
          <p:spPr>
            <a:xfrm>
              <a:off x="9899894"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499" name="object 90">
              <a:extLst>
                <a:ext uri="{FF2B5EF4-FFF2-40B4-BE49-F238E27FC236}">
                  <a16:creationId xmlns:a16="http://schemas.microsoft.com/office/drawing/2014/main" id="{40A7D4B0-3782-231C-D15B-B73D280011A2}"/>
                </a:ext>
              </a:extLst>
            </p:cNvPr>
            <p:cNvSpPr/>
            <p:nvPr/>
          </p:nvSpPr>
          <p:spPr>
            <a:xfrm>
              <a:off x="9881553"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0" name="object 91">
              <a:extLst>
                <a:ext uri="{FF2B5EF4-FFF2-40B4-BE49-F238E27FC236}">
                  <a16:creationId xmlns:a16="http://schemas.microsoft.com/office/drawing/2014/main" id="{6C7553C2-CFCD-8F63-7FB2-A02E6BE3B638}"/>
                </a:ext>
              </a:extLst>
            </p:cNvPr>
            <p:cNvSpPr/>
            <p:nvPr/>
          </p:nvSpPr>
          <p:spPr>
            <a:xfrm>
              <a:off x="9954881"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1" name="object 92">
              <a:extLst>
                <a:ext uri="{FF2B5EF4-FFF2-40B4-BE49-F238E27FC236}">
                  <a16:creationId xmlns:a16="http://schemas.microsoft.com/office/drawing/2014/main" id="{0FB84D51-3AF6-333C-78BC-BBBB86DA7B7A}"/>
                </a:ext>
              </a:extLst>
            </p:cNvPr>
            <p:cNvSpPr/>
            <p:nvPr/>
          </p:nvSpPr>
          <p:spPr>
            <a:xfrm>
              <a:off x="9936539"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2" name="object 93">
              <a:extLst>
                <a:ext uri="{FF2B5EF4-FFF2-40B4-BE49-F238E27FC236}">
                  <a16:creationId xmlns:a16="http://schemas.microsoft.com/office/drawing/2014/main" id="{546AB974-E5F3-34DE-CD45-9DD89B4ED878}"/>
                </a:ext>
              </a:extLst>
            </p:cNvPr>
            <p:cNvSpPr/>
            <p:nvPr/>
          </p:nvSpPr>
          <p:spPr>
            <a:xfrm>
              <a:off x="9918217" y="882270"/>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3" name="object 94">
              <a:extLst>
                <a:ext uri="{FF2B5EF4-FFF2-40B4-BE49-F238E27FC236}">
                  <a16:creationId xmlns:a16="http://schemas.microsoft.com/office/drawing/2014/main" id="{5DD5759E-EBD1-C793-CB5A-FFE8B1D6BD3A}"/>
                </a:ext>
              </a:extLst>
            </p:cNvPr>
            <p:cNvSpPr/>
            <p:nvPr/>
          </p:nvSpPr>
          <p:spPr>
            <a:xfrm>
              <a:off x="9991564" y="882270"/>
              <a:ext cx="9922" cy="8930"/>
            </a:xfrm>
            <a:custGeom>
              <a:avLst/>
              <a:gdLst/>
              <a:ahLst/>
              <a:cxnLst/>
              <a:rect l="l" t="t" r="r" b="b"/>
              <a:pathLst>
                <a:path w="6350" h="5714">
                  <a:moveTo>
                    <a:pt x="6235" y="0"/>
                  </a:moveTo>
                  <a:lnTo>
                    <a:pt x="2806" y="0"/>
                  </a:lnTo>
                  <a:lnTo>
                    <a:pt x="0" y="5664"/>
                  </a:lnTo>
                  <a:lnTo>
                    <a:pt x="6235" y="5664"/>
                  </a:lnTo>
                  <a:lnTo>
                    <a:pt x="623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4" name="object 95">
              <a:extLst>
                <a:ext uri="{FF2B5EF4-FFF2-40B4-BE49-F238E27FC236}">
                  <a16:creationId xmlns:a16="http://schemas.microsoft.com/office/drawing/2014/main" id="{E4A1C6C8-4B71-3C11-9E10-5B583FD6B651}"/>
                </a:ext>
              </a:extLst>
            </p:cNvPr>
            <p:cNvSpPr/>
            <p:nvPr/>
          </p:nvSpPr>
          <p:spPr>
            <a:xfrm>
              <a:off x="9973224"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5" name="object 97">
              <a:extLst>
                <a:ext uri="{FF2B5EF4-FFF2-40B4-BE49-F238E27FC236}">
                  <a16:creationId xmlns:a16="http://schemas.microsoft.com/office/drawing/2014/main" id="{1114C0BA-D227-A9D7-51D2-E3BF606DA747}"/>
                </a:ext>
              </a:extLst>
            </p:cNvPr>
            <p:cNvSpPr/>
            <p:nvPr/>
          </p:nvSpPr>
          <p:spPr>
            <a:xfrm>
              <a:off x="9839670"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6" name="object 98">
              <a:extLst>
                <a:ext uri="{FF2B5EF4-FFF2-40B4-BE49-F238E27FC236}">
                  <a16:creationId xmlns:a16="http://schemas.microsoft.com/office/drawing/2014/main" id="{F0DC048D-203A-ACF3-35FF-32AB5CA37593}"/>
                </a:ext>
              </a:extLst>
            </p:cNvPr>
            <p:cNvSpPr/>
            <p:nvPr/>
          </p:nvSpPr>
          <p:spPr>
            <a:xfrm>
              <a:off x="9894875" y="892397"/>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7" name="object 99">
              <a:extLst>
                <a:ext uri="{FF2B5EF4-FFF2-40B4-BE49-F238E27FC236}">
                  <a16:creationId xmlns:a16="http://schemas.microsoft.com/office/drawing/2014/main" id="{40B498C1-6361-E280-C10B-F6C46ADF7FB4}"/>
                </a:ext>
              </a:extLst>
            </p:cNvPr>
            <p:cNvSpPr/>
            <p:nvPr/>
          </p:nvSpPr>
          <p:spPr>
            <a:xfrm>
              <a:off x="9858211" y="892397"/>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8" name="object 100">
              <a:extLst>
                <a:ext uri="{FF2B5EF4-FFF2-40B4-BE49-F238E27FC236}">
                  <a16:creationId xmlns:a16="http://schemas.microsoft.com/office/drawing/2014/main" id="{7FD678F1-5834-70F1-D5D6-797D23480A90}"/>
                </a:ext>
              </a:extLst>
            </p:cNvPr>
            <p:cNvSpPr/>
            <p:nvPr/>
          </p:nvSpPr>
          <p:spPr>
            <a:xfrm>
              <a:off x="9876552" y="892397"/>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09" name="object 101">
              <a:extLst>
                <a:ext uri="{FF2B5EF4-FFF2-40B4-BE49-F238E27FC236}">
                  <a16:creationId xmlns:a16="http://schemas.microsoft.com/office/drawing/2014/main" id="{84E89D07-4383-4B41-31BE-17C5EFA720D1}"/>
                </a:ext>
              </a:extLst>
            </p:cNvPr>
            <p:cNvSpPr/>
            <p:nvPr/>
          </p:nvSpPr>
          <p:spPr>
            <a:xfrm>
              <a:off x="9949881"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0" name="object 102">
              <a:extLst>
                <a:ext uri="{FF2B5EF4-FFF2-40B4-BE49-F238E27FC236}">
                  <a16:creationId xmlns:a16="http://schemas.microsoft.com/office/drawing/2014/main" id="{417CED13-3F67-82D9-C5B3-19F7F0E9B12C}"/>
                </a:ext>
              </a:extLst>
            </p:cNvPr>
            <p:cNvSpPr/>
            <p:nvPr/>
          </p:nvSpPr>
          <p:spPr>
            <a:xfrm>
              <a:off x="9931539"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1" name="object 103">
              <a:extLst>
                <a:ext uri="{FF2B5EF4-FFF2-40B4-BE49-F238E27FC236}">
                  <a16:creationId xmlns:a16="http://schemas.microsoft.com/office/drawing/2014/main" id="{B54B7D01-225A-D3E8-2497-51763B546C2A}"/>
                </a:ext>
              </a:extLst>
            </p:cNvPr>
            <p:cNvSpPr/>
            <p:nvPr/>
          </p:nvSpPr>
          <p:spPr>
            <a:xfrm>
              <a:off x="9913197" y="892397"/>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2" name="object 104">
              <a:extLst>
                <a:ext uri="{FF2B5EF4-FFF2-40B4-BE49-F238E27FC236}">
                  <a16:creationId xmlns:a16="http://schemas.microsoft.com/office/drawing/2014/main" id="{00FE72BB-C988-EA52-AE05-25282121194B}"/>
                </a:ext>
              </a:extLst>
            </p:cNvPr>
            <p:cNvSpPr/>
            <p:nvPr/>
          </p:nvSpPr>
          <p:spPr>
            <a:xfrm>
              <a:off x="9986566" y="892397"/>
              <a:ext cx="14883" cy="8930"/>
            </a:xfrm>
            <a:custGeom>
              <a:avLst/>
              <a:gdLst/>
              <a:ahLst/>
              <a:cxnLst/>
              <a:rect l="l" t="t" r="r" b="b"/>
              <a:pathLst>
                <a:path w="9525" h="5714">
                  <a:moveTo>
                    <a:pt x="9436" y="0"/>
                  </a:moveTo>
                  <a:lnTo>
                    <a:pt x="2793" y="0"/>
                  </a:lnTo>
                  <a:lnTo>
                    <a:pt x="0" y="5664"/>
                  </a:lnTo>
                  <a:lnTo>
                    <a:pt x="9436" y="5664"/>
                  </a:lnTo>
                  <a:lnTo>
                    <a:pt x="9436"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3" name="object 105">
              <a:extLst>
                <a:ext uri="{FF2B5EF4-FFF2-40B4-BE49-F238E27FC236}">
                  <a16:creationId xmlns:a16="http://schemas.microsoft.com/office/drawing/2014/main" id="{217EF87A-6E8F-9E93-6A92-7496B0D99C25}"/>
                </a:ext>
              </a:extLst>
            </p:cNvPr>
            <p:cNvSpPr/>
            <p:nvPr/>
          </p:nvSpPr>
          <p:spPr>
            <a:xfrm>
              <a:off x="9968222"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514" name="Group 513">
            <a:extLst>
              <a:ext uri="{FF2B5EF4-FFF2-40B4-BE49-F238E27FC236}">
                <a16:creationId xmlns:a16="http://schemas.microsoft.com/office/drawing/2014/main" id="{98E390AB-56BF-1DE8-4421-BC92EC52AD41}"/>
              </a:ext>
            </a:extLst>
          </p:cNvPr>
          <p:cNvGrpSpPr>
            <a:grpSpLocks noChangeAspect="1"/>
          </p:cNvGrpSpPr>
          <p:nvPr/>
        </p:nvGrpSpPr>
        <p:grpSpPr>
          <a:xfrm flipH="1">
            <a:off x="7013321" y="2915555"/>
            <a:ext cx="180751" cy="42121"/>
            <a:chOff x="9616665" y="835833"/>
            <a:chExt cx="169358" cy="49293"/>
          </a:xfrm>
          <a:solidFill>
            <a:sysClr val="window" lastClr="FFFFFF"/>
          </a:solidFill>
        </p:grpSpPr>
        <p:sp>
          <p:nvSpPr>
            <p:cNvPr id="515" name="object 58">
              <a:extLst>
                <a:ext uri="{FF2B5EF4-FFF2-40B4-BE49-F238E27FC236}">
                  <a16:creationId xmlns:a16="http://schemas.microsoft.com/office/drawing/2014/main" id="{3EEFF690-1E81-0FBD-716A-768A365B25BD}"/>
                </a:ext>
              </a:extLst>
            </p:cNvPr>
            <p:cNvSpPr/>
            <p:nvPr/>
          </p:nvSpPr>
          <p:spPr>
            <a:xfrm>
              <a:off x="9654956"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6" name="object 59">
              <a:extLst>
                <a:ext uri="{FF2B5EF4-FFF2-40B4-BE49-F238E27FC236}">
                  <a16:creationId xmlns:a16="http://schemas.microsoft.com/office/drawing/2014/main" id="{7F93379B-8555-8F24-663E-93858ACD4A1E}"/>
                </a:ext>
              </a:extLst>
            </p:cNvPr>
            <p:cNvSpPr/>
            <p:nvPr/>
          </p:nvSpPr>
          <p:spPr>
            <a:xfrm>
              <a:off x="9636615"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7" name="object 60">
              <a:extLst>
                <a:ext uri="{FF2B5EF4-FFF2-40B4-BE49-F238E27FC236}">
                  <a16:creationId xmlns:a16="http://schemas.microsoft.com/office/drawing/2014/main" id="{43578D52-86E6-B342-E5D1-268B6485EC5E}"/>
                </a:ext>
              </a:extLst>
            </p:cNvPr>
            <p:cNvSpPr/>
            <p:nvPr/>
          </p:nvSpPr>
          <p:spPr>
            <a:xfrm>
              <a:off x="9691818"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8" name="object 61">
              <a:extLst>
                <a:ext uri="{FF2B5EF4-FFF2-40B4-BE49-F238E27FC236}">
                  <a16:creationId xmlns:a16="http://schemas.microsoft.com/office/drawing/2014/main" id="{76535921-FA59-4B9B-FD9E-29B8892C33AE}"/>
                </a:ext>
              </a:extLst>
            </p:cNvPr>
            <p:cNvSpPr/>
            <p:nvPr/>
          </p:nvSpPr>
          <p:spPr>
            <a:xfrm>
              <a:off x="9673495" y="835833"/>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19" name="object 63">
              <a:extLst>
                <a:ext uri="{FF2B5EF4-FFF2-40B4-BE49-F238E27FC236}">
                  <a16:creationId xmlns:a16="http://schemas.microsoft.com/office/drawing/2014/main" id="{5D7BF3A5-E46C-9721-C31C-B0951851CD54}"/>
                </a:ext>
              </a:extLst>
            </p:cNvPr>
            <p:cNvSpPr/>
            <p:nvPr/>
          </p:nvSpPr>
          <p:spPr>
            <a:xfrm>
              <a:off x="9765187"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0" name="object 64">
              <a:extLst>
                <a:ext uri="{FF2B5EF4-FFF2-40B4-BE49-F238E27FC236}">
                  <a16:creationId xmlns:a16="http://schemas.microsoft.com/office/drawing/2014/main" id="{1133F8BA-4D2A-76FE-6F9C-12DDA3D4C585}"/>
                </a:ext>
              </a:extLst>
            </p:cNvPr>
            <p:cNvSpPr/>
            <p:nvPr/>
          </p:nvSpPr>
          <p:spPr>
            <a:xfrm>
              <a:off x="9746845"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1" name="object 65">
              <a:extLst>
                <a:ext uri="{FF2B5EF4-FFF2-40B4-BE49-F238E27FC236}">
                  <a16:creationId xmlns:a16="http://schemas.microsoft.com/office/drawing/2014/main" id="{0BA36739-A54D-E7F1-A6F3-8A8C8F24ECFD}"/>
                </a:ext>
              </a:extLst>
            </p:cNvPr>
            <p:cNvSpPr/>
            <p:nvPr/>
          </p:nvSpPr>
          <p:spPr>
            <a:xfrm>
              <a:off x="9728522" y="835833"/>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2" name="object 66">
              <a:extLst>
                <a:ext uri="{FF2B5EF4-FFF2-40B4-BE49-F238E27FC236}">
                  <a16:creationId xmlns:a16="http://schemas.microsoft.com/office/drawing/2014/main" id="{C92510E1-8AB7-4721-AF59-95B4828AC06E}"/>
                </a:ext>
              </a:extLst>
            </p:cNvPr>
            <p:cNvSpPr/>
            <p:nvPr/>
          </p:nvSpPr>
          <p:spPr>
            <a:xfrm>
              <a:off x="9710161"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3" name="object 67">
              <a:extLst>
                <a:ext uri="{FF2B5EF4-FFF2-40B4-BE49-F238E27FC236}">
                  <a16:creationId xmlns:a16="http://schemas.microsoft.com/office/drawing/2014/main" id="{6AB3AB97-8A52-CE17-D534-3230BA547F12}"/>
                </a:ext>
              </a:extLst>
            </p:cNvPr>
            <p:cNvSpPr/>
            <p:nvPr/>
          </p:nvSpPr>
          <p:spPr>
            <a:xfrm>
              <a:off x="9631614"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4" name="object 68">
              <a:extLst>
                <a:ext uri="{FF2B5EF4-FFF2-40B4-BE49-F238E27FC236}">
                  <a16:creationId xmlns:a16="http://schemas.microsoft.com/office/drawing/2014/main" id="{92CB3335-C02E-FF3A-9B95-76FC23616C45}"/>
                </a:ext>
              </a:extLst>
            </p:cNvPr>
            <p:cNvSpPr/>
            <p:nvPr/>
          </p:nvSpPr>
          <p:spPr>
            <a:xfrm>
              <a:off x="9723520"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5" name="object 69">
              <a:extLst>
                <a:ext uri="{FF2B5EF4-FFF2-40B4-BE49-F238E27FC236}">
                  <a16:creationId xmlns:a16="http://schemas.microsoft.com/office/drawing/2014/main" id="{B55C69BB-B8CE-AC7F-6CA2-ED9BDCE66D27}"/>
                </a:ext>
              </a:extLst>
            </p:cNvPr>
            <p:cNvSpPr/>
            <p:nvPr/>
          </p:nvSpPr>
          <p:spPr>
            <a:xfrm>
              <a:off x="9705179"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6" name="object 70">
              <a:extLst>
                <a:ext uri="{FF2B5EF4-FFF2-40B4-BE49-F238E27FC236}">
                  <a16:creationId xmlns:a16="http://schemas.microsoft.com/office/drawing/2014/main" id="{2B840D89-E03C-4655-385B-60B4A5ABC3EF}"/>
                </a:ext>
              </a:extLst>
            </p:cNvPr>
            <p:cNvSpPr/>
            <p:nvPr/>
          </p:nvSpPr>
          <p:spPr>
            <a:xfrm>
              <a:off x="9686818"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7" name="object 71">
              <a:extLst>
                <a:ext uri="{FF2B5EF4-FFF2-40B4-BE49-F238E27FC236}">
                  <a16:creationId xmlns:a16="http://schemas.microsoft.com/office/drawing/2014/main" id="{90AD6BEF-A1EB-87E7-EE52-5F01243E359D}"/>
                </a:ext>
              </a:extLst>
            </p:cNvPr>
            <p:cNvSpPr/>
            <p:nvPr/>
          </p:nvSpPr>
          <p:spPr>
            <a:xfrm>
              <a:off x="9668493" y="845960"/>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8" name="object 72">
              <a:extLst>
                <a:ext uri="{FF2B5EF4-FFF2-40B4-BE49-F238E27FC236}">
                  <a16:creationId xmlns:a16="http://schemas.microsoft.com/office/drawing/2014/main" id="{A4871380-216E-0C26-8130-1C4D4A799909}"/>
                </a:ext>
              </a:extLst>
            </p:cNvPr>
            <p:cNvSpPr/>
            <p:nvPr/>
          </p:nvSpPr>
          <p:spPr>
            <a:xfrm>
              <a:off x="9649956"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29" name="object 73">
              <a:extLst>
                <a:ext uri="{FF2B5EF4-FFF2-40B4-BE49-F238E27FC236}">
                  <a16:creationId xmlns:a16="http://schemas.microsoft.com/office/drawing/2014/main" id="{5FC41410-9337-8E72-450A-157F9F9E4361}"/>
                </a:ext>
              </a:extLst>
            </p:cNvPr>
            <p:cNvSpPr/>
            <p:nvPr/>
          </p:nvSpPr>
          <p:spPr>
            <a:xfrm>
              <a:off x="9741845" y="845960"/>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0" name="object 75">
              <a:extLst>
                <a:ext uri="{FF2B5EF4-FFF2-40B4-BE49-F238E27FC236}">
                  <a16:creationId xmlns:a16="http://schemas.microsoft.com/office/drawing/2014/main" id="{F198A759-3771-54AD-2EC6-FAF3F6B057E3}"/>
                </a:ext>
              </a:extLst>
            </p:cNvPr>
            <p:cNvSpPr/>
            <p:nvPr/>
          </p:nvSpPr>
          <p:spPr>
            <a:xfrm>
              <a:off x="9760186"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1" name="object 76">
              <a:extLst>
                <a:ext uri="{FF2B5EF4-FFF2-40B4-BE49-F238E27FC236}">
                  <a16:creationId xmlns:a16="http://schemas.microsoft.com/office/drawing/2014/main" id="{667E7FDF-3E23-BD54-514C-B4AD34B06203}"/>
                </a:ext>
              </a:extLst>
            </p:cNvPr>
            <p:cNvSpPr/>
            <p:nvPr/>
          </p:nvSpPr>
          <p:spPr>
            <a:xfrm>
              <a:off x="9645009"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2" name="object 77">
              <a:extLst>
                <a:ext uri="{FF2B5EF4-FFF2-40B4-BE49-F238E27FC236}">
                  <a16:creationId xmlns:a16="http://schemas.microsoft.com/office/drawing/2014/main" id="{C04A2A8E-E649-F147-0E72-EB0B3DD610F0}"/>
                </a:ext>
              </a:extLst>
            </p:cNvPr>
            <p:cNvSpPr/>
            <p:nvPr/>
          </p:nvSpPr>
          <p:spPr>
            <a:xfrm>
              <a:off x="9626667"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3" name="object 78">
              <a:extLst>
                <a:ext uri="{FF2B5EF4-FFF2-40B4-BE49-F238E27FC236}">
                  <a16:creationId xmlns:a16="http://schemas.microsoft.com/office/drawing/2014/main" id="{184DABA7-164C-705E-5B06-29BD1060CCB0}"/>
                </a:ext>
              </a:extLst>
            </p:cNvPr>
            <p:cNvSpPr/>
            <p:nvPr/>
          </p:nvSpPr>
          <p:spPr>
            <a:xfrm>
              <a:off x="9663548" y="855961"/>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4" name="object 79">
              <a:extLst>
                <a:ext uri="{FF2B5EF4-FFF2-40B4-BE49-F238E27FC236}">
                  <a16:creationId xmlns:a16="http://schemas.microsoft.com/office/drawing/2014/main" id="{30218D1D-6A0C-BAC2-3370-9A8D94C8D21A}"/>
                </a:ext>
              </a:extLst>
            </p:cNvPr>
            <p:cNvSpPr/>
            <p:nvPr/>
          </p:nvSpPr>
          <p:spPr>
            <a:xfrm>
              <a:off x="9681890"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5" name="object 80">
              <a:extLst>
                <a:ext uri="{FF2B5EF4-FFF2-40B4-BE49-F238E27FC236}">
                  <a16:creationId xmlns:a16="http://schemas.microsoft.com/office/drawing/2014/main" id="{F0CCFDF0-14BF-56CC-133F-7E2A27B72894}"/>
                </a:ext>
              </a:extLst>
            </p:cNvPr>
            <p:cNvSpPr/>
            <p:nvPr/>
          </p:nvSpPr>
          <p:spPr>
            <a:xfrm>
              <a:off x="9700232"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6" name="object 81">
              <a:extLst>
                <a:ext uri="{FF2B5EF4-FFF2-40B4-BE49-F238E27FC236}">
                  <a16:creationId xmlns:a16="http://schemas.microsoft.com/office/drawing/2014/main" id="{63007419-68FD-2B4C-3980-A878E11E72BC}"/>
                </a:ext>
              </a:extLst>
            </p:cNvPr>
            <p:cNvSpPr/>
            <p:nvPr/>
          </p:nvSpPr>
          <p:spPr>
            <a:xfrm>
              <a:off x="9736897"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7" name="object 82">
              <a:extLst>
                <a:ext uri="{FF2B5EF4-FFF2-40B4-BE49-F238E27FC236}">
                  <a16:creationId xmlns:a16="http://schemas.microsoft.com/office/drawing/2014/main" id="{9AECC070-36E3-A729-C2D8-BFC9615FB66A}"/>
                </a:ext>
              </a:extLst>
            </p:cNvPr>
            <p:cNvSpPr/>
            <p:nvPr/>
          </p:nvSpPr>
          <p:spPr>
            <a:xfrm>
              <a:off x="9718556" y="855961"/>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8" name="object 83">
              <a:extLst>
                <a:ext uri="{FF2B5EF4-FFF2-40B4-BE49-F238E27FC236}">
                  <a16:creationId xmlns:a16="http://schemas.microsoft.com/office/drawing/2014/main" id="{15046F0D-764D-9817-6783-3812A04C1641}"/>
                </a:ext>
              </a:extLst>
            </p:cNvPr>
            <p:cNvSpPr/>
            <p:nvPr/>
          </p:nvSpPr>
          <p:spPr>
            <a:xfrm>
              <a:off x="9755218"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39" name="object 86">
              <a:extLst>
                <a:ext uri="{FF2B5EF4-FFF2-40B4-BE49-F238E27FC236}">
                  <a16:creationId xmlns:a16="http://schemas.microsoft.com/office/drawing/2014/main" id="{3C719C2C-E8F1-2026-6388-EA1DACF66A9F}"/>
                </a:ext>
              </a:extLst>
            </p:cNvPr>
            <p:cNvSpPr/>
            <p:nvPr/>
          </p:nvSpPr>
          <p:spPr>
            <a:xfrm>
              <a:off x="964000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0" name="object 87">
              <a:extLst>
                <a:ext uri="{FF2B5EF4-FFF2-40B4-BE49-F238E27FC236}">
                  <a16:creationId xmlns:a16="http://schemas.microsoft.com/office/drawing/2014/main" id="{B59FFD05-2317-53B6-3B65-14C19F256007}"/>
                </a:ext>
              </a:extLst>
            </p:cNvPr>
            <p:cNvSpPr/>
            <p:nvPr/>
          </p:nvSpPr>
          <p:spPr>
            <a:xfrm>
              <a:off x="962166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1" name="object 88">
              <a:extLst>
                <a:ext uri="{FF2B5EF4-FFF2-40B4-BE49-F238E27FC236}">
                  <a16:creationId xmlns:a16="http://schemas.microsoft.com/office/drawing/2014/main" id="{418A5C4B-1EE8-9D6B-4C0E-BC86CB25ADF5}"/>
                </a:ext>
              </a:extLst>
            </p:cNvPr>
            <p:cNvSpPr/>
            <p:nvPr/>
          </p:nvSpPr>
          <p:spPr>
            <a:xfrm>
              <a:off x="9658567" y="866069"/>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2" name="object 89">
              <a:extLst>
                <a:ext uri="{FF2B5EF4-FFF2-40B4-BE49-F238E27FC236}">
                  <a16:creationId xmlns:a16="http://schemas.microsoft.com/office/drawing/2014/main" id="{2D9E2828-5A43-8E98-FEF0-3EEC9F4BEC82}"/>
                </a:ext>
              </a:extLst>
            </p:cNvPr>
            <p:cNvSpPr/>
            <p:nvPr/>
          </p:nvSpPr>
          <p:spPr>
            <a:xfrm>
              <a:off x="9695231"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3" name="object 90">
              <a:extLst>
                <a:ext uri="{FF2B5EF4-FFF2-40B4-BE49-F238E27FC236}">
                  <a16:creationId xmlns:a16="http://schemas.microsoft.com/office/drawing/2014/main" id="{E263C57F-F1DC-75DD-A0DC-B4F4348469C9}"/>
                </a:ext>
              </a:extLst>
            </p:cNvPr>
            <p:cNvSpPr/>
            <p:nvPr/>
          </p:nvSpPr>
          <p:spPr>
            <a:xfrm>
              <a:off x="9676890"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4" name="object 91">
              <a:extLst>
                <a:ext uri="{FF2B5EF4-FFF2-40B4-BE49-F238E27FC236}">
                  <a16:creationId xmlns:a16="http://schemas.microsoft.com/office/drawing/2014/main" id="{9AD6A8F1-0373-F056-5015-F7D67750ADD4}"/>
                </a:ext>
              </a:extLst>
            </p:cNvPr>
            <p:cNvSpPr/>
            <p:nvPr/>
          </p:nvSpPr>
          <p:spPr>
            <a:xfrm>
              <a:off x="9750218"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5" name="object 92">
              <a:extLst>
                <a:ext uri="{FF2B5EF4-FFF2-40B4-BE49-F238E27FC236}">
                  <a16:creationId xmlns:a16="http://schemas.microsoft.com/office/drawing/2014/main" id="{73F28FAD-885F-DDDF-89E6-91CFDF1BD597}"/>
                </a:ext>
              </a:extLst>
            </p:cNvPr>
            <p:cNvSpPr/>
            <p:nvPr/>
          </p:nvSpPr>
          <p:spPr>
            <a:xfrm>
              <a:off x="9731876"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6" name="object 93">
              <a:extLst>
                <a:ext uri="{FF2B5EF4-FFF2-40B4-BE49-F238E27FC236}">
                  <a16:creationId xmlns:a16="http://schemas.microsoft.com/office/drawing/2014/main" id="{14B5635C-1A93-B65F-89E6-71091F173CE6}"/>
                </a:ext>
              </a:extLst>
            </p:cNvPr>
            <p:cNvSpPr/>
            <p:nvPr/>
          </p:nvSpPr>
          <p:spPr>
            <a:xfrm>
              <a:off x="9713554" y="866069"/>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7" name="object 96">
              <a:extLst>
                <a:ext uri="{FF2B5EF4-FFF2-40B4-BE49-F238E27FC236}">
                  <a16:creationId xmlns:a16="http://schemas.microsoft.com/office/drawing/2014/main" id="{CE5E3439-3D86-9F63-6D56-EAC75B1D4209}"/>
                </a:ext>
              </a:extLst>
            </p:cNvPr>
            <p:cNvSpPr/>
            <p:nvPr/>
          </p:nvSpPr>
          <p:spPr>
            <a:xfrm>
              <a:off x="9616665"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8" name="object 97">
              <a:extLst>
                <a:ext uri="{FF2B5EF4-FFF2-40B4-BE49-F238E27FC236}">
                  <a16:creationId xmlns:a16="http://schemas.microsoft.com/office/drawing/2014/main" id="{C8598A09-372E-428B-52EB-6F5E0DC85767}"/>
                </a:ext>
              </a:extLst>
            </p:cNvPr>
            <p:cNvSpPr/>
            <p:nvPr/>
          </p:nvSpPr>
          <p:spPr>
            <a:xfrm>
              <a:off x="9635007"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49" name="object 98">
              <a:extLst>
                <a:ext uri="{FF2B5EF4-FFF2-40B4-BE49-F238E27FC236}">
                  <a16:creationId xmlns:a16="http://schemas.microsoft.com/office/drawing/2014/main" id="{C2822390-18F5-0F2D-5E00-C09BCE6A507D}"/>
                </a:ext>
              </a:extLst>
            </p:cNvPr>
            <p:cNvSpPr/>
            <p:nvPr/>
          </p:nvSpPr>
          <p:spPr>
            <a:xfrm>
              <a:off x="9690212" y="876196"/>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50" name="object 99">
              <a:extLst>
                <a:ext uri="{FF2B5EF4-FFF2-40B4-BE49-F238E27FC236}">
                  <a16:creationId xmlns:a16="http://schemas.microsoft.com/office/drawing/2014/main" id="{892734EC-BBC9-B516-5BA1-BEAB92A8F72F}"/>
                </a:ext>
              </a:extLst>
            </p:cNvPr>
            <p:cNvSpPr/>
            <p:nvPr/>
          </p:nvSpPr>
          <p:spPr>
            <a:xfrm>
              <a:off x="9653548" y="876196"/>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51" name="object 100">
              <a:extLst>
                <a:ext uri="{FF2B5EF4-FFF2-40B4-BE49-F238E27FC236}">
                  <a16:creationId xmlns:a16="http://schemas.microsoft.com/office/drawing/2014/main" id="{B5B61C31-193D-98A5-00DE-30B5AEC41CA6}"/>
                </a:ext>
              </a:extLst>
            </p:cNvPr>
            <p:cNvSpPr/>
            <p:nvPr/>
          </p:nvSpPr>
          <p:spPr>
            <a:xfrm>
              <a:off x="9671889" y="876196"/>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52" name="object 101">
              <a:extLst>
                <a:ext uri="{FF2B5EF4-FFF2-40B4-BE49-F238E27FC236}">
                  <a16:creationId xmlns:a16="http://schemas.microsoft.com/office/drawing/2014/main" id="{5C576648-2C79-8FC9-91FC-65176AB1893B}"/>
                </a:ext>
              </a:extLst>
            </p:cNvPr>
            <p:cNvSpPr/>
            <p:nvPr/>
          </p:nvSpPr>
          <p:spPr>
            <a:xfrm>
              <a:off x="9745218"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53" name="object 102">
              <a:extLst>
                <a:ext uri="{FF2B5EF4-FFF2-40B4-BE49-F238E27FC236}">
                  <a16:creationId xmlns:a16="http://schemas.microsoft.com/office/drawing/2014/main" id="{79D2A4FF-9138-D668-5126-4C0186DFE4B1}"/>
                </a:ext>
              </a:extLst>
            </p:cNvPr>
            <p:cNvSpPr/>
            <p:nvPr/>
          </p:nvSpPr>
          <p:spPr>
            <a:xfrm>
              <a:off x="9726876"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554" name="object 103">
              <a:extLst>
                <a:ext uri="{FF2B5EF4-FFF2-40B4-BE49-F238E27FC236}">
                  <a16:creationId xmlns:a16="http://schemas.microsoft.com/office/drawing/2014/main" id="{3F1F04BF-C9D8-86CE-5A36-FBDBAAF06E39}"/>
                </a:ext>
              </a:extLst>
            </p:cNvPr>
            <p:cNvSpPr/>
            <p:nvPr/>
          </p:nvSpPr>
          <p:spPr>
            <a:xfrm>
              <a:off x="9708534" y="876196"/>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a:ln>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555" name="Group 554">
            <a:extLst>
              <a:ext uri="{FF2B5EF4-FFF2-40B4-BE49-F238E27FC236}">
                <a16:creationId xmlns:a16="http://schemas.microsoft.com/office/drawing/2014/main" id="{4386F1D1-D90E-1301-276D-6B206D80D737}"/>
              </a:ext>
            </a:extLst>
          </p:cNvPr>
          <p:cNvGrpSpPr/>
          <p:nvPr/>
        </p:nvGrpSpPr>
        <p:grpSpPr>
          <a:xfrm flipH="1">
            <a:off x="6896238" y="2980644"/>
            <a:ext cx="271006" cy="88053"/>
            <a:chOff x="10349010" y="1574415"/>
            <a:chExt cx="507849" cy="206099"/>
          </a:xfrm>
          <a:solidFill>
            <a:schemeClr val="bg1"/>
          </a:solidFill>
        </p:grpSpPr>
        <p:sp>
          <p:nvSpPr>
            <p:cNvPr id="556" name="Rectangle 555">
              <a:extLst>
                <a:ext uri="{FF2B5EF4-FFF2-40B4-BE49-F238E27FC236}">
                  <a16:creationId xmlns:a16="http://schemas.microsoft.com/office/drawing/2014/main" id="{044E3FBA-34A4-43C1-0188-28223DCAD616}"/>
                </a:ext>
              </a:extLst>
            </p:cNvPr>
            <p:cNvSpPr>
              <a:spLocks noChangeAspect="1"/>
            </p:cNvSpPr>
            <p:nvPr/>
          </p:nvSpPr>
          <p:spPr>
            <a:xfrm>
              <a:off x="10811139"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57" name="Rectangle 556">
              <a:extLst>
                <a:ext uri="{FF2B5EF4-FFF2-40B4-BE49-F238E27FC236}">
                  <a16:creationId xmlns:a16="http://schemas.microsoft.com/office/drawing/2014/main" id="{A692B2BF-C190-5A01-67B6-20A098AFD8D3}"/>
                </a:ext>
              </a:extLst>
            </p:cNvPr>
            <p:cNvSpPr>
              <a:spLocks noChangeAspect="1"/>
            </p:cNvSpPr>
            <p:nvPr/>
          </p:nvSpPr>
          <p:spPr>
            <a:xfrm>
              <a:off x="10695606"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58" name="Rectangle 557">
              <a:extLst>
                <a:ext uri="{FF2B5EF4-FFF2-40B4-BE49-F238E27FC236}">
                  <a16:creationId xmlns:a16="http://schemas.microsoft.com/office/drawing/2014/main" id="{D3F33533-CB8D-25E4-3F1B-A2DC50998CC3}"/>
                </a:ext>
              </a:extLst>
            </p:cNvPr>
            <p:cNvSpPr>
              <a:spLocks noChangeAspect="1"/>
            </p:cNvSpPr>
            <p:nvPr/>
          </p:nvSpPr>
          <p:spPr>
            <a:xfrm>
              <a:off x="10464542"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59" name="Rectangle 558">
              <a:extLst>
                <a:ext uri="{FF2B5EF4-FFF2-40B4-BE49-F238E27FC236}">
                  <a16:creationId xmlns:a16="http://schemas.microsoft.com/office/drawing/2014/main" id="{FA06E1D1-2618-B6BD-41C8-E6D2EAAAFFA4}"/>
                </a:ext>
              </a:extLst>
            </p:cNvPr>
            <p:cNvSpPr>
              <a:spLocks noChangeAspect="1"/>
            </p:cNvSpPr>
            <p:nvPr/>
          </p:nvSpPr>
          <p:spPr>
            <a:xfrm>
              <a:off x="10349010"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0" name="Rectangle 559">
              <a:extLst>
                <a:ext uri="{FF2B5EF4-FFF2-40B4-BE49-F238E27FC236}">
                  <a16:creationId xmlns:a16="http://schemas.microsoft.com/office/drawing/2014/main" id="{474726CA-1C18-2D6F-209C-7783362F7020}"/>
                </a:ext>
              </a:extLst>
            </p:cNvPr>
            <p:cNvSpPr>
              <a:spLocks noChangeAspect="1"/>
            </p:cNvSpPr>
            <p:nvPr/>
          </p:nvSpPr>
          <p:spPr>
            <a:xfrm>
              <a:off x="10580074" y="1574415"/>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1" name="Rectangle 560">
              <a:extLst>
                <a:ext uri="{FF2B5EF4-FFF2-40B4-BE49-F238E27FC236}">
                  <a16:creationId xmlns:a16="http://schemas.microsoft.com/office/drawing/2014/main" id="{ED96982D-437E-1894-BEF1-7BD3301E50A6}"/>
                </a:ext>
              </a:extLst>
            </p:cNvPr>
            <p:cNvSpPr>
              <a:spLocks noChangeAspect="1"/>
            </p:cNvSpPr>
            <p:nvPr/>
          </p:nvSpPr>
          <p:spPr>
            <a:xfrm>
              <a:off x="10811139"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2" name="Rectangle 561">
              <a:extLst>
                <a:ext uri="{FF2B5EF4-FFF2-40B4-BE49-F238E27FC236}">
                  <a16:creationId xmlns:a16="http://schemas.microsoft.com/office/drawing/2014/main" id="{937CCE47-5DEC-2269-1835-EA7780DB55FD}"/>
                </a:ext>
              </a:extLst>
            </p:cNvPr>
            <p:cNvSpPr>
              <a:spLocks noChangeAspect="1"/>
            </p:cNvSpPr>
            <p:nvPr/>
          </p:nvSpPr>
          <p:spPr>
            <a:xfrm>
              <a:off x="10695606"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3" name="Rectangle 562">
              <a:extLst>
                <a:ext uri="{FF2B5EF4-FFF2-40B4-BE49-F238E27FC236}">
                  <a16:creationId xmlns:a16="http://schemas.microsoft.com/office/drawing/2014/main" id="{C20455D0-00B8-325A-DD91-81614CFD81BA}"/>
                </a:ext>
              </a:extLst>
            </p:cNvPr>
            <p:cNvSpPr>
              <a:spLocks noChangeAspect="1"/>
            </p:cNvSpPr>
            <p:nvPr/>
          </p:nvSpPr>
          <p:spPr>
            <a:xfrm>
              <a:off x="10464542"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4" name="Rectangle 563">
              <a:extLst>
                <a:ext uri="{FF2B5EF4-FFF2-40B4-BE49-F238E27FC236}">
                  <a16:creationId xmlns:a16="http://schemas.microsoft.com/office/drawing/2014/main" id="{CE9F60F7-426D-CD04-8F08-3581D17E9444}"/>
                </a:ext>
              </a:extLst>
            </p:cNvPr>
            <p:cNvSpPr>
              <a:spLocks noChangeAspect="1"/>
            </p:cNvSpPr>
            <p:nvPr/>
          </p:nvSpPr>
          <p:spPr>
            <a:xfrm>
              <a:off x="10349010"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5" name="Rectangle 564">
              <a:extLst>
                <a:ext uri="{FF2B5EF4-FFF2-40B4-BE49-F238E27FC236}">
                  <a16:creationId xmlns:a16="http://schemas.microsoft.com/office/drawing/2014/main" id="{5BB9F705-F9C6-2099-18A5-F7E846583A2C}"/>
                </a:ext>
              </a:extLst>
            </p:cNvPr>
            <p:cNvSpPr>
              <a:spLocks noChangeAspect="1"/>
            </p:cNvSpPr>
            <p:nvPr/>
          </p:nvSpPr>
          <p:spPr>
            <a:xfrm>
              <a:off x="10580074" y="165460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6" name="Rectangle 565">
              <a:extLst>
                <a:ext uri="{FF2B5EF4-FFF2-40B4-BE49-F238E27FC236}">
                  <a16:creationId xmlns:a16="http://schemas.microsoft.com/office/drawing/2014/main" id="{4113D0AE-CE3D-FF0C-B78E-C51686198E3B}"/>
                </a:ext>
              </a:extLst>
            </p:cNvPr>
            <p:cNvSpPr>
              <a:spLocks noChangeAspect="1"/>
            </p:cNvSpPr>
            <p:nvPr/>
          </p:nvSpPr>
          <p:spPr>
            <a:xfrm>
              <a:off x="10811139"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7" name="Rectangle 566">
              <a:extLst>
                <a:ext uri="{FF2B5EF4-FFF2-40B4-BE49-F238E27FC236}">
                  <a16:creationId xmlns:a16="http://schemas.microsoft.com/office/drawing/2014/main" id="{2AD193E1-3C8E-EEF0-6CD9-A84099FB7115}"/>
                </a:ext>
              </a:extLst>
            </p:cNvPr>
            <p:cNvSpPr>
              <a:spLocks noChangeAspect="1"/>
            </p:cNvSpPr>
            <p:nvPr/>
          </p:nvSpPr>
          <p:spPr>
            <a:xfrm>
              <a:off x="10695606"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8" name="Rectangle 567">
              <a:extLst>
                <a:ext uri="{FF2B5EF4-FFF2-40B4-BE49-F238E27FC236}">
                  <a16:creationId xmlns:a16="http://schemas.microsoft.com/office/drawing/2014/main" id="{47D9AABC-C46C-39C3-A1F1-28EC22C0E095}"/>
                </a:ext>
              </a:extLst>
            </p:cNvPr>
            <p:cNvSpPr>
              <a:spLocks noChangeAspect="1"/>
            </p:cNvSpPr>
            <p:nvPr/>
          </p:nvSpPr>
          <p:spPr>
            <a:xfrm>
              <a:off x="10464542"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69" name="Rectangle 568">
              <a:extLst>
                <a:ext uri="{FF2B5EF4-FFF2-40B4-BE49-F238E27FC236}">
                  <a16:creationId xmlns:a16="http://schemas.microsoft.com/office/drawing/2014/main" id="{AE6C8E0E-E4D4-ADF6-6951-52E84E383F67}"/>
                </a:ext>
              </a:extLst>
            </p:cNvPr>
            <p:cNvSpPr>
              <a:spLocks noChangeAspect="1"/>
            </p:cNvSpPr>
            <p:nvPr/>
          </p:nvSpPr>
          <p:spPr>
            <a:xfrm>
              <a:off x="10349010"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70" name="Rectangle 569">
              <a:extLst>
                <a:ext uri="{FF2B5EF4-FFF2-40B4-BE49-F238E27FC236}">
                  <a16:creationId xmlns:a16="http://schemas.microsoft.com/office/drawing/2014/main" id="{C1619382-E0DC-298F-2EBA-61225EF4348B}"/>
                </a:ext>
              </a:extLst>
            </p:cNvPr>
            <p:cNvSpPr>
              <a:spLocks noChangeAspect="1"/>
            </p:cNvSpPr>
            <p:nvPr/>
          </p:nvSpPr>
          <p:spPr>
            <a:xfrm>
              <a:off x="10580074" y="1734794"/>
              <a:ext cx="45720" cy="45720"/>
            </a:xfrm>
            <a:prstGeom prst="rect">
              <a:avLst/>
            </a:prstGeom>
            <a:grp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sp>
        <p:nvSpPr>
          <p:cNvPr id="571" name="Rectangle 570">
            <a:extLst>
              <a:ext uri="{FF2B5EF4-FFF2-40B4-BE49-F238E27FC236}">
                <a16:creationId xmlns:a16="http://schemas.microsoft.com/office/drawing/2014/main" id="{C20FA809-EA16-6CC3-070C-62E40854B984}"/>
              </a:ext>
            </a:extLst>
          </p:cNvPr>
          <p:cNvSpPr>
            <a:spLocks noChangeAspect="1"/>
          </p:cNvSpPr>
          <p:nvPr/>
        </p:nvSpPr>
        <p:spPr>
          <a:xfrm flipH="1">
            <a:off x="6945358" y="3049162"/>
            <a:ext cx="48796" cy="390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72" name="Rectangle 571">
            <a:extLst>
              <a:ext uri="{FF2B5EF4-FFF2-40B4-BE49-F238E27FC236}">
                <a16:creationId xmlns:a16="http://schemas.microsoft.com/office/drawing/2014/main" id="{004D01C3-68A0-21C9-2694-B2D1395438FB}"/>
              </a:ext>
            </a:extLst>
          </p:cNvPr>
          <p:cNvSpPr>
            <a:spLocks noChangeAspect="1"/>
          </p:cNvSpPr>
          <p:nvPr/>
        </p:nvSpPr>
        <p:spPr>
          <a:xfrm flipH="1">
            <a:off x="7069367" y="3049162"/>
            <a:ext cx="48796" cy="39067"/>
          </a:xfrm>
          <a:prstGeom prst="rect">
            <a:avLst/>
          </a:prstGeom>
          <a:solidFill>
            <a:schemeClr val="bg1"/>
          </a:solidFill>
          <a:ln w="12700" cap="flat" cmpd="sng" algn="ctr">
            <a:solidFill>
              <a:srgbClr val="92D400"/>
            </a:solid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nvGrpSpPr>
          <p:cNvPr id="573" name="Group 572">
            <a:extLst>
              <a:ext uri="{FF2B5EF4-FFF2-40B4-BE49-F238E27FC236}">
                <a16:creationId xmlns:a16="http://schemas.microsoft.com/office/drawing/2014/main" id="{0727AAB6-5628-245E-3ADA-56C7BCF850A8}"/>
              </a:ext>
            </a:extLst>
          </p:cNvPr>
          <p:cNvGrpSpPr>
            <a:grpSpLocks noChangeAspect="1"/>
          </p:cNvGrpSpPr>
          <p:nvPr/>
        </p:nvGrpSpPr>
        <p:grpSpPr>
          <a:xfrm>
            <a:off x="4240046" y="2771166"/>
            <a:ext cx="477456" cy="491344"/>
            <a:chOff x="9131304" y="3548423"/>
            <a:chExt cx="2303463" cy="2162175"/>
          </a:xfrm>
        </p:grpSpPr>
        <p:sp>
          <p:nvSpPr>
            <p:cNvPr id="574" name="Freeform 183">
              <a:extLst>
                <a:ext uri="{FF2B5EF4-FFF2-40B4-BE49-F238E27FC236}">
                  <a16:creationId xmlns:a16="http://schemas.microsoft.com/office/drawing/2014/main" id="{685093F1-4E59-4507-9B8C-F5038B3904A6}"/>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575" name="Freeform 184">
              <a:extLst>
                <a:ext uri="{FF2B5EF4-FFF2-40B4-BE49-F238E27FC236}">
                  <a16:creationId xmlns:a16="http://schemas.microsoft.com/office/drawing/2014/main" id="{2AB19B20-F795-A064-B7E2-104C018F0EF3}"/>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576" name="Freeform 185">
              <a:extLst>
                <a:ext uri="{FF2B5EF4-FFF2-40B4-BE49-F238E27FC236}">
                  <a16:creationId xmlns:a16="http://schemas.microsoft.com/office/drawing/2014/main" id="{D9B34374-DCC5-51E9-73A6-A923A111CB2A}"/>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577" name="Freeform 186">
              <a:extLst>
                <a:ext uri="{FF2B5EF4-FFF2-40B4-BE49-F238E27FC236}">
                  <a16:creationId xmlns:a16="http://schemas.microsoft.com/office/drawing/2014/main" id="{719518E0-7B63-6112-7F5F-BDC0242F311D}"/>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grpSp>
      <p:sp>
        <p:nvSpPr>
          <p:cNvPr id="578" name="object 112">
            <a:extLst>
              <a:ext uri="{FF2B5EF4-FFF2-40B4-BE49-F238E27FC236}">
                <a16:creationId xmlns:a16="http://schemas.microsoft.com/office/drawing/2014/main" id="{4DA704E7-39BF-6CFD-1778-13715ED491FC}"/>
              </a:ext>
            </a:extLst>
          </p:cNvPr>
          <p:cNvSpPr/>
          <p:nvPr/>
        </p:nvSpPr>
        <p:spPr>
          <a:xfrm>
            <a:off x="4825688" y="3363695"/>
            <a:ext cx="63705" cy="4904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79" name="object 113">
            <a:extLst>
              <a:ext uri="{FF2B5EF4-FFF2-40B4-BE49-F238E27FC236}">
                <a16:creationId xmlns:a16="http://schemas.microsoft.com/office/drawing/2014/main" id="{9B3E11EC-6569-584E-FB45-1E6BBBBCB2F9}"/>
              </a:ext>
            </a:extLst>
          </p:cNvPr>
          <p:cNvSpPr/>
          <p:nvPr/>
        </p:nvSpPr>
        <p:spPr>
          <a:xfrm>
            <a:off x="4793717" y="3342646"/>
            <a:ext cx="127896" cy="167940"/>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grpSp>
        <p:nvGrpSpPr>
          <p:cNvPr id="580" name="Group 579">
            <a:extLst>
              <a:ext uri="{FF2B5EF4-FFF2-40B4-BE49-F238E27FC236}">
                <a16:creationId xmlns:a16="http://schemas.microsoft.com/office/drawing/2014/main" id="{4C67C5F8-4AB7-B967-316B-92A9C7067AF9}"/>
              </a:ext>
            </a:extLst>
          </p:cNvPr>
          <p:cNvGrpSpPr/>
          <p:nvPr/>
        </p:nvGrpSpPr>
        <p:grpSpPr>
          <a:xfrm>
            <a:off x="4977090" y="3067828"/>
            <a:ext cx="127896" cy="167940"/>
            <a:chOff x="5776263" y="4061900"/>
            <a:chExt cx="167005" cy="200025"/>
          </a:xfrm>
          <a:solidFill>
            <a:srgbClr val="43B02A"/>
          </a:solidFill>
        </p:grpSpPr>
        <p:sp>
          <p:nvSpPr>
            <p:cNvPr id="581" name="object 112">
              <a:extLst>
                <a:ext uri="{FF2B5EF4-FFF2-40B4-BE49-F238E27FC236}">
                  <a16:creationId xmlns:a16="http://schemas.microsoft.com/office/drawing/2014/main" id="{27F9240F-5A84-D86F-190E-AE598E4013EB}"/>
                </a:ext>
              </a:extLst>
            </p:cNvPr>
            <p:cNvSpPr/>
            <p:nvPr/>
          </p:nvSpPr>
          <p:spPr>
            <a:xfrm>
              <a:off x="5818011" y="4086971"/>
              <a:ext cx="83185" cy="58419"/>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ysClr val="window" lastClr="FFFFFF"/>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82" name="object 113">
              <a:extLst>
                <a:ext uri="{FF2B5EF4-FFF2-40B4-BE49-F238E27FC236}">
                  <a16:creationId xmlns:a16="http://schemas.microsoft.com/office/drawing/2014/main" id="{CF594E7A-49F0-0BE3-F52E-6014330BC09F}"/>
                </a:ext>
              </a:extLst>
            </p:cNvPr>
            <p:cNvSpPr/>
            <p:nvPr/>
          </p:nvSpPr>
          <p:spPr>
            <a:xfrm>
              <a:off x="5776263" y="4061900"/>
              <a:ext cx="167005" cy="200025"/>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grp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grpSp>
      <p:grpSp>
        <p:nvGrpSpPr>
          <p:cNvPr id="583" name="Group 582">
            <a:extLst>
              <a:ext uri="{FF2B5EF4-FFF2-40B4-BE49-F238E27FC236}">
                <a16:creationId xmlns:a16="http://schemas.microsoft.com/office/drawing/2014/main" id="{E71FB2EE-8DC2-3043-5F58-E5BE110AB2E0}"/>
              </a:ext>
            </a:extLst>
          </p:cNvPr>
          <p:cNvGrpSpPr/>
          <p:nvPr/>
        </p:nvGrpSpPr>
        <p:grpSpPr>
          <a:xfrm>
            <a:off x="4824792" y="3067828"/>
            <a:ext cx="127896" cy="167940"/>
            <a:chOff x="5776263" y="4061900"/>
            <a:chExt cx="167005" cy="200025"/>
          </a:xfrm>
          <a:solidFill>
            <a:srgbClr val="43B02A"/>
          </a:solidFill>
        </p:grpSpPr>
        <p:sp>
          <p:nvSpPr>
            <p:cNvPr id="584" name="object 112">
              <a:extLst>
                <a:ext uri="{FF2B5EF4-FFF2-40B4-BE49-F238E27FC236}">
                  <a16:creationId xmlns:a16="http://schemas.microsoft.com/office/drawing/2014/main" id="{8D3B0C1E-B981-633F-5495-CF99FBF0E134}"/>
                </a:ext>
              </a:extLst>
            </p:cNvPr>
            <p:cNvSpPr/>
            <p:nvPr/>
          </p:nvSpPr>
          <p:spPr>
            <a:xfrm>
              <a:off x="5818011" y="4086971"/>
              <a:ext cx="83185" cy="58419"/>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ysClr val="window" lastClr="FFFFFF"/>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85" name="object 113">
              <a:extLst>
                <a:ext uri="{FF2B5EF4-FFF2-40B4-BE49-F238E27FC236}">
                  <a16:creationId xmlns:a16="http://schemas.microsoft.com/office/drawing/2014/main" id="{BCA3A365-C0E9-8F6E-06B3-3F845E42A4F4}"/>
                </a:ext>
              </a:extLst>
            </p:cNvPr>
            <p:cNvSpPr/>
            <p:nvPr/>
          </p:nvSpPr>
          <p:spPr>
            <a:xfrm>
              <a:off x="5776263" y="4061900"/>
              <a:ext cx="167005" cy="200025"/>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grp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grpSp>
      <p:sp>
        <p:nvSpPr>
          <p:cNvPr id="586" name="Arc 585">
            <a:extLst>
              <a:ext uri="{FF2B5EF4-FFF2-40B4-BE49-F238E27FC236}">
                <a16:creationId xmlns:a16="http://schemas.microsoft.com/office/drawing/2014/main" id="{C434DA65-F8D7-8BC5-F293-651394FBF602}"/>
              </a:ext>
            </a:extLst>
          </p:cNvPr>
          <p:cNvSpPr/>
          <p:nvPr/>
        </p:nvSpPr>
        <p:spPr>
          <a:xfrm>
            <a:off x="4186851" y="2720432"/>
            <a:ext cx="143080" cy="545508"/>
          </a:xfrm>
          <a:prstGeom prst="arc">
            <a:avLst>
              <a:gd name="adj1" fmla="val 18765026"/>
              <a:gd name="adj2" fmla="val 5394058"/>
            </a:avLst>
          </a:prstGeom>
          <a:noFill/>
          <a:ln w="25400" cap="flat" cmpd="sng" algn="ctr">
            <a:solidFill>
              <a:schemeClr val="tx1"/>
            </a:solidFill>
            <a:prstDash val="sysDot"/>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87" name="Arc 586">
            <a:extLst>
              <a:ext uri="{FF2B5EF4-FFF2-40B4-BE49-F238E27FC236}">
                <a16:creationId xmlns:a16="http://schemas.microsoft.com/office/drawing/2014/main" id="{07D26307-3990-5804-1280-2F3C799E37A6}"/>
              </a:ext>
            </a:extLst>
          </p:cNvPr>
          <p:cNvSpPr/>
          <p:nvPr/>
        </p:nvSpPr>
        <p:spPr>
          <a:xfrm>
            <a:off x="4606265" y="2443003"/>
            <a:ext cx="373136" cy="961024"/>
          </a:xfrm>
          <a:prstGeom prst="arc">
            <a:avLst>
              <a:gd name="adj1" fmla="val 5400006"/>
              <a:gd name="adj2" fmla="val 11174386"/>
            </a:avLst>
          </a:prstGeom>
          <a:noFill/>
          <a:ln w="25400" cap="flat" cmpd="sng" algn="ctr">
            <a:solidFill>
              <a:schemeClr val="tx1"/>
            </a:solidFill>
            <a:prstDash val="sysDot"/>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588" name="object 112">
            <a:extLst>
              <a:ext uri="{FF2B5EF4-FFF2-40B4-BE49-F238E27FC236}">
                <a16:creationId xmlns:a16="http://schemas.microsoft.com/office/drawing/2014/main" id="{09875525-DA2C-1D1B-5BD3-A8B7BEB9CF28}"/>
              </a:ext>
            </a:extLst>
          </p:cNvPr>
          <p:cNvSpPr/>
          <p:nvPr/>
        </p:nvSpPr>
        <p:spPr>
          <a:xfrm>
            <a:off x="4673388" y="3363695"/>
            <a:ext cx="63705" cy="4904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89" name="object 113">
            <a:extLst>
              <a:ext uri="{FF2B5EF4-FFF2-40B4-BE49-F238E27FC236}">
                <a16:creationId xmlns:a16="http://schemas.microsoft.com/office/drawing/2014/main" id="{E1BDC622-669A-1526-D470-94CDF0554668}"/>
              </a:ext>
            </a:extLst>
          </p:cNvPr>
          <p:cNvSpPr/>
          <p:nvPr/>
        </p:nvSpPr>
        <p:spPr>
          <a:xfrm>
            <a:off x="4641418" y="3342646"/>
            <a:ext cx="127896" cy="167940"/>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90" name="object 112">
            <a:extLst>
              <a:ext uri="{FF2B5EF4-FFF2-40B4-BE49-F238E27FC236}">
                <a16:creationId xmlns:a16="http://schemas.microsoft.com/office/drawing/2014/main" id="{95D8B6DB-F113-98B6-4406-870F80B08188}"/>
              </a:ext>
            </a:extLst>
          </p:cNvPr>
          <p:cNvSpPr/>
          <p:nvPr/>
        </p:nvSpPr>
        <p:spPr>
          <a:xfrm>
            <a:off x="4184026" y="3224448"/>
            <a:ext cx="63705" cy="49048"/>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chemeClr val="accent1"/>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591" name="object 113">
            <a:extLst>
              <a:ext uri="{FF2B5EF4-FFF2-40B4-BE49-F238E27FC236}">
                <a16:creationId xmlns:a16="http://schemas.microsoft.com/office/drawing/2014/main" id="{5D22A726-56EA-CEFB-75B3-F8BDAEBD1BB6}"/>
              </a:ext>
            </a:extLst>
          </p:cNvPr>
          <p:cNvSpPr/>
          <p:nvPr/>
        </p:nvSpPr>
        <p:spPr>
          <a:xfrm>
            <a:off x="4152055" y="3203399"/>
            <a:ext cx="127896" cy="167940"/>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43B02A"/>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cxnSp>
        <p:nvCxnSpPr>
          <p:cNvPr id="592" name="Straight Connector 591">
            <a:extLst>
              <a:ext uri="{FF2B5EF4-FFF2-40B4-BE49-F238E27FC236}">
                <a16:creationId xmlns:a16="http://schemas.microsoft.com/office/drawing/2014/main" id="{AC72C2A7-437D-6689-9EE5-12BD3B3DD80F}"/>
              </a:ext>
            </a:extLst>
          </p:cNvPr>
          <p:cNvCxnSpPr/>
          <p:nvPr/>
        </p:nvCxnSpPr>
        <p:spPr>
          <a:xfrm>
            <a:off x="4755475" y="3406008"/>
            <a:ext cx="47498" cy="0"/>
          </a:xfrm>
          <a:prstGeom prst="line">
            <a:avLst/>
          </a:prstGeom>
          <a:noFill/>
          <a:ln w="19050" cap="flat" cmpd="sng" algn="ctr">
            <a:solidFill>
              <a:sysClr val="window" lastClr="FFFFFF"/>
            </a:solidFill>
            <a:prstDash val="sysDot"/>
            <a:miter lim="800000"/>
          </a:ln>
          <a:effectLst/>
        </p:spPr>
      </p:cxnSp>
      <p:cxnSp>
        <p:nvCxnSpPr>
          <p:cNvPr id="593" name="Straight Connector 592">
            <a:extLst>
              <a:ext uri="{FF2B5EF4-FFF2-40B4-BE49-F238E27FC236}">
                <a16:creationId xmlns:a16="http://schemas.microsoft.com/office/drawing/2014/main" id="{45632EA5-2630-F1F7-291D-9C2E11CCFBE0}"/>
              </a:ext>
            </a:extLst>
          </p:cNvPr>
          <p:cNvCxnSpPr/>
          <p:nvPr/>
        </p:nvCxnSpPr>
        <p:spPr>
          <a:xfrm>
            <a:off x="4943909" y="3128755"/>
            <a:ext cx="47498" cy="0"/>
          </a:xfrm>
          <a:prstGeom prst="line">
            <a:avLst/>
          </a:prstGeom>
          <a:noFill/>
          <a:ln w="19050" cap="flat" cmpd="sng" algn="ctr">
            <a:solidFill>
              <a:sysClr val="window" lastClr="FFFFFF"/>
            </a:solidFill>
            <a:prstDash val="sysDot"/>
            <a:miter lim="800000"/>
          </a:ln>
          <a:effectLst/>
        </p:spPr>
      </p:cxnSp>
      <p:sp>
        <p:nvSpPr>
          <p:cNvPr id="594" name="object 147">
            <a:extLst>
              <a:ext uri="{FF2B5EF4-FFF2-40B4-BE49-F238E27FC236}">
                <a16:creationId xmlns:a16="http://schemas.microsoft.com/office/drawing/2014/main" id="{457985A7-FE86-4E1D-655B-2D49CAB7283D}"/>
              </a:ext>
            </a:extLst>
          </p:cNvPr>
          <p:cNvSpPr txBox="1"/>
          <p:nvPr/>
        </p:nvSpPr>
        <p:spPr>
          <a:xfrm>
            <a:off x="4943582" y="3243656"/>
            <a:ext cx="1089686" cy="507831"/>
          </a:xfrm>
          <a:prstGeom prst="rect">
            <a:avLst/>
          </a:prstGeom>
          <a:noFill/>
        </p:spPr>
        <p:txBody>
          <a:bodyPr wrap="square" rtlCol="0">
            <a:spAutoFit/>
          </a:bodyPr>
          <a:lstStyle>
            <a:defPPr>
              <a:defRPr lang="en-US"/>
            </a:defPPr>
            <a:lvl1pPr algn="ctr">
              <a:defRPr sz="1200" b="1">
                <a:solidFill>
                  <a:schemeClr val="accent5"/>
                </a:solidFill>
              </a:defRPr>
            </a:lvl1pPr>
          </a:lstStyle>
          <a:p>
            <a:pPr algn="l" defTabSz="806869">
              <a:defRPr/>
            </a:pPr>
            <a:r>
              <a:rPr sz="900" b="0" kern="0">
                <a:solidFill>
                  <a:schemeClr val="tx1"/>
                </a:solidFill>
                <a:latin typeface="Arial" panose="020B0604020202020204" pitchFamily="34" charset="0"/>
                <a:cs typeface="Arial" panose="020B0604020202020204" pitchFamily="34" charset="0"/>
              </a:rPr>
              <a:t>Smart transmission</a:t>
            </a:r>
            <a:br>
              <a:rPr lang="en-US" sz="900" b="0" kern="0">
                <a:solidFill>
                  <a:schemeClr val="tx1"/>
                </a:solidFill>
                <a:latin typeface="Arial" panose="020B0604020202020204" pitchFamily="34" charset="0"/>
                <a:cs typeface="Arial" panose="020B0604020202020204" pitchFamily="34" charset="0"/>
              </a:rPr>
            </a:br>
            <a:r>
              <a:rPr sz="900" b="0" kern="0">
                <a:solidFill>
                  <a:schemeClr val="tx1"/>
                </a:solidFill>
                <a:latin typeface="Arial" panose="020B0604020202020204" pitchFamily="34" charset="0"/>
                <a:cs typeface="Arial" panose="020B0604020202020204" pitchFamily="34" charset="0"/>
              </a:rPr>
              <a:t>and distribution</a:t>
            </a:r>
          </a:p>
        </p:txBody>
      </p:sp>
      <p:sp>
        <p:nvSpPr>
          <p:cNvPr id="595" name="TextBox 594">
            <a:extLst>
              <a:ext uri="{FF2B5EF4-FFF2-40B4-BE49-F238E27FC236}">
                <a16:creationId xmlns:a16="http://schemas.microsoft.com/office/drawing/2014/main" id="{5011830F-E299-C2FF-A6B1-90478A6847E3}"/>
              </a:ext>
            </a:extLst>
          </p:cNvPr>
          <p:cNvSpPr txBox="1"/>
          <p:nvPr/>
        </p:nvSpPr>
        <p:spPr>
          <a:xfrm>
            <a:off x="399810" y="3757530"/>
            <a:ext cx="8351407" cy="276999"/>
          </a:xfrm>
          <a:prstGeom prst="rect">
            <a:avLst/>
          </a:prstGeom>
          <a:solidFill>
            <a:srgbClr val="43B02A"/>
          </a:solidFill>
          <a:ln>
            <a:noFill/>
          </a:ln>
        </p:spPr>
        <p:txBody>
          <a:bodyPr wrap="square" rtlCol="0">
            <a:spAutoFit/>
          </a:bodyPr>
          <a:lstStyle/>
          <a:p>
            <a:pPr algn="ctr" defTabSz="806869">
              <a:defRPr/>
            </a:pPr>
            <a:r>
              <a:rPr lang="en-US" sz="1200" b="1" kern="0">
                <a:solidFill>
                  <a:schemeClr val="bg1"/>
                </a:solidFill>
                <a:latin typeface="Arial" panose="020B0604020202020204" pitchFamily="34" charset="0"/>
                <a:cs typeface="Arial" panose="020B0604020202020204" pitchFamily="34" charset="0"/>
              </a:rPr>
              <a:t>Future Utility</a:t>
            </a:r>
          </a:p>
        </p:txBody>
      </p:sp>
      <p:sp>
        <p:nvSpPr>
          <p:cNvPr id="601" name="Left-Right Arrow 277">
            <a:extLst>
              <a:ext uri="{FF2B5EF4-FFF2-40B4-BE49-F238E27FC236}">
                <a16:creationId xmlns:a16="http://schemas.microsoft.com/office/drawing/2014/main" id="{A2F0140E-6B88-C87E-C328-0AD5993F9770}"/>
              </a:ext>
            </a:extLst>
          </p:cNvPr>
          <p:cNvSpPr/>
          <p:nvPr/>
        </p:nvSpPr>
        <p:spPr>
          <a:xfrm>
            <a:off x="3312764" y="3005953"/>
            <a:ext cx="279269" cy="164025"/>
          </a:xfrm>
          <a:prstGeom prst="leftRightArrow">
            <a:avLst/>
          </a:prstGeom>
          <a:solidFill>
            <a:srgbClr val="92D400"/>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02" name="Left-Right Arrow 278">
            <a:extLst>
              <a:ext uri="{FF2B5EF4-FFF2-40B4-BE49-F238E27FC236}">
                <a16:creationId xmlns:a16="http://schemas.microsoft.com/office/drawing/2014/main" id="{C994A22A-87F9-06EE-782A-CEBAB5A42E6B}"/>
              </a:ext>
            </a:extLst>
          </p:cNvPr>
          <p:cNvSpPr/>
          <p:nvPr/>
        </p:nvSpPr>
        <p:spPr>
          <a:xfrm>
            <a:off x="5896380" y="3005631"/>
            <a:ext cx="283464" cy="157743"/>
          </a:xfrm>
          <a:prstGeom prst="leftRightArrow">
            <a:avLst/>
          </a:prstGeom>
          <a:solidFill>
            <a:srgbClr val="92D400"/>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nvGrpSpPr>
          <p:cNvPr id="603" name="Group 602">
            <a:extLst>
              <a:ext uri="{FF2B5EF4-FFF2-40B4-BE49-F238E27FC236}">
                <a16:creationId xmlns:a16="http://schemas.microsoft.com/office/drawing/2014/main" id="{0EFD638B-BFC0-A8D3-00B5-6C7B4837260C}"/>
              </a:ext>
            </a:extLst>
          </p:cNvPr>
          <p:cNvGrpSpPr/>
          <p:nvPr/>
        </p:nvGrpSpPr>
        <p:grpSpPr>
          <a:xfrm>
            <a:off x="4264135" y="2048141"/>
            <a:ext cx="1005812" cy="596560"/>
            <a:chOff x="3765288" y="1828650"/>
            <a:chExt cx="1904837" cy="890588"/>
          </a:xfrm>
        </p:grpSpPr>
        <p:sp>
          <p:nvSpPr>
            <p:cNvPr id="604" name="Arc 603">
              <a:extLst>
                <a:ext uri="{FF2B5EF4-FFF2-40B4-BE49-F238E27FC236}">
                  <a16:creationId xmlns:a16="http://schemas.microsoft.com/office/drawing/2014/main" id="{6BADFA4E-0414-6DF6-6818-838806153D89}"/>
                </a:ext>
              </a:extLst>
            </p:cNvPr>
            <p:cNvSpPr>
              <a:spLocks noChangeAspect="1"/>
            </p:cNvSpPr>
            <p:nvPr/>
          </p:nvSpPr>
          <p:spPr>
            <a:xfrm flipH="1" flipV="1">
              <a:off x="4454939" y="1828650"/>
              <a:ext cx="1215186" cy="727370"/>
            </a:xfrm>
            <a:prstGeom prst="arc">
              <a:avLst>
                <a:gd name="adj1" fmla="val 15230594"/>
                <a:gd name="adj2" fmla="val 21235661"/>
              </a:avLst>
            </a:prstGeom>
            <a:noFill/>
            <a:ln w="9525" cap="flat" cmpd="sng" algn="ctr">
              <a:solidFill>
                <a:srgbClr val="8C8C8C">
                  <a:lumMod val="75000"/>
                </a:srgbClr>
              </a:solidFill>
              <a:prstDash val="solid"/>
              <a:miter lim="800000"/>
            </a:ln>
            <a:effectLst/>
          </p:spPr>
          <p:txBody>
            <a:bodyPr rtlCol="0" anchor="ctr"/>
            <a:lstStyle/>
            <a:p>
              <a:pPr algn="ctr" defTabSz="806869">
                <a:defRPr/>
              </a:pPr>
              <a:endParaRPr lang="en-US" kern="0">
                <a:solidFill>
                  <a:srgbClr val="5C5C5C"/>
                </a:solidFill>
                <a:latin typeface="Arial" panose="020B0604020202020204" pitchFamily="34" charset="0"/>
                <a:cs typeface="Arial" panose="020B0604020202020204" pitchFamily="34" charset="0"/>
              </a:endParaRPr>
            </a:p>
          </p:txBody>
        </p:sp>
        <p:grpSp>
          <p:nvGrpSpPr>
            <p:cNvPr id="605" name="Group 604">
              <a:extLst>
                <a:ext uri="{FF2B5EF4-FFF2-40B4-BE49-F238E27FC236}">
                  <a16:creationId xmlns:a16="http://schemas.microsoft.com/office/drawing/2014/main" id="{A95822F3-7C26-161C-6EF1-B8697D7627F0}"/>
                </a:ext>
              </a:extLst>
            </p:cNvPr>
            <p:cNvGrpSpPr/>
            <p:nvPr/>
          </p:nvGrpSpPr>
          <p:grpSpPr>
            <a:xfrm>
              <a:off x="5138332" y="2450201"/>
              <a:ext cx="223108" cy="267221"/>
              <a:chOff x="5080869" y="2514246"/>
              <a:chExt cx="260945" cy="312539"/>
            </a:xfrm>
          </p:grpSpPr>
          <p:sp>
            <p:nvSpPr>
              <p:cNvPr id="621" name="object 112">
                <a:extLst>
                  <a:ext uri="{FF2B5EF4-FFF2-40B4-BE49-F238E27FC236}">
                    <a16:creationId xmlns:a16="http://schemas.microsoft.com/office/drawing/2014/main" id="{72CCDA08-562A-C531-DA25-4DBF6AC6BAA2}"/>
                  </a:ext>
                </a:extLst>
              </p:cNvPr>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rgbClr val="8C8C8C">
                  <a:lumMod val="75000"/>
                </a:srgbClr>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622" name="object 113">
                <a:extLst>
                  <a:ext uri="{FF2B5EF4-FFF2-40B4-BE49-F238E27FC236}">
                    <a16:creationId xmlns:a16="http://schemas.microsoft.com/office/drawing/2014/main" id="{3EBA6CF5-3A60-A9B4-71E2-B50B5DE07636}"/>
                  </a:ext>
                </a:extLst>
              </p:cNvPr>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8C8C8C">
                  <a:lumMod val="75000"/>
                </a:srgbClr>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grpSp>
        <p:grpSp>
          <p:nvGrpSpPr>
            <p:cNvPr id="606" name="Group 605">
              <a:extLst>
                <a:ext uri="{FF2B5EF4-FFF2-40B4-BE49-F238E27FC236}">
                  <a16:creationId xmlns:a16="http://schemas.microsoft.com/office/drawing/2014/main" id="{F4E13CE3-9C6F-50DE-CCCE-472F6A1816BF}"/>
                </a:ext>
              </a:extLst>
            </p:cNvPr>
            <p:cNvGrpSpPr/>
            <p:nvPr/>
          </p:nvGrpSpPr>
          <p:grpSpPr>
            <a:xfrm>
              <a:off x="5382284" y="2450201"/>
              <a:ext cx="223108" cy="267221"/>
              <a:chOff x="5080869" y="2514246"/>
              <a:chExt cx="260945" cy="312539"/>
            </a:xfrm>
          </p:grpSpPr>
          <p:sp>
            <p:nvSpPr>
              <p:cNvPr id="619" name="object 112">
                <a:extLst>
                  <a:ext uri="{FF2B5EF4-FFF2-40B4-BE49-F238E27FC236}">
                    <a16:creationId xmlns:a16="http://schemas.microsoft.com/office/drawing/2014/main" id="{60E673CF-A8A4-EE77-8459-64FFD8BCA54E}"/>
                  </a:ext>
                </a:extLst>
              </p:cNvPr>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solidFill>
                <a:srgbClr val="8C8C8C">
                  <a:lumMod val="75000"/>
                </a:srgbClr>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sp>
            <p:nvSpPr>
              <p:cNvPr id="620" name="object 113">
                <a:extLst>
                  <a:ext uri="{FF2B5EF4-FFF2-40B4-BE49-F238E27FC236}">
                    <a16:creationId xmlns:a16="http://schemas.microsoft.com/office/drawing/2014/main" id="{8500A9DB-8424-06A8-DBD3-E48A0BA922B4}"/>
                  </a:ext>
                </a:extLst>
              </p:cNvPr>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solidFill>
                <a:srgbClr val="8C8C8C">
                  <a:lumMod val="75000"/>
                </a:srgbClr>
              </a:solidFill>
            </p:spPr>
            <p:txBody>
              <a:bodyPr wrap="square" lIns="0" tIns="0" rIns="0" bIns="0" rtlCol="0"/>
              <a:lstStyle/>
              <a:p>
                <a:pPr defTabSz="806869">
                  <a:defRPr/>
                </a:pPr>
                <a:endParaRPr kern="0">
                  <a:solidFill>
                    <a:prstClr val="black"/>
                  </a:solidFill>
                  <a:latin typeface="Arial" panose="020B0604020202020204" pitchFamily="34" charset="0"/>
                  <a:cs typeface="Arial" panose="020B0604020202020204" pitchFamily="34" charset="0"/>
                </a:endParaRPr>
              </a:p>
            </p:txBody>
          </p:sp>
        </p:grpSp>
        <p:grpSp>
          <p:nvGrpSpPr>
            <p:cNvPr id="607" name="Group 606">
              <a:extLst>
                <a:ext uri="{FF2B5EF4-FFF2-40B4-BE49-F238E27FC236}">
                  <a16:creationId xmlns:a16="http://schemas.microsoft.com/office/drawing/2014/main" id="{45DD800B-27F6-959A-F9D5-86E872102A7A}"/>
                </a:ext>
              </a:extLst>
            </p:cNvPr>
            <p:cNvGrpSpPr>
              <a:grpSpLocks noChangeAspect="1"/>
            </p:cNvGrpSpPr>
            <p:nvPr/>
          </p:nvGrpSpPr>
          <p:grpSpPr>
            <a:xfrm>
              <a:off x="3807088" y="2262038"/>
              <a:ext cx="487075" cy="457200"/>
              <a:chOff x="9131304" y="3548423"/>
              <a:chExt cx="2303463" cy="2162175"/>
            </a:xfrm>
            <a:solidFill>
              <a:srgbClr val="8C8C8C">
                <a:lumMod val="75000"/>
              </a:srgbClr>
            </a:solidFill>
          </p:grpSpPr>
          <p:sp>
            <p:nvSpPr>
              <p:cNvPr id="615" name="Freeform 183">
                <a:extLst>
                  <a:ext uri="{FF2B5EF4-FFF2-40B4-BE49-F238E27FC236}">
                    <a16:creationId xmlns:a16="http://schemas.microsoft.com/office/drawing/2014/main" id="{A878B950-C036-0E36-2BFF-301717DB16F6}"/>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6" name="Freeform 184">
                <a:extLst>
                  <a:ext uri="{FF2B5EF4-FFF2-40B4-BE49-F238E27FC236}">
                    <a16:creationId xmlns:a16="http://schemas.microsoft.com/office/drawing/2014/main" id="{403CC569-A59C-F870-D587-57F92BB44BF0}"/>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7" name="Freeform 185">
                <a:extLst>
                  <a:ext uri="{FF2B5EF4-FFF2-40B4-BE49-F238E27FC236}">
                    <a16:creationId xmlns:a16="http://schemas.microsoft.com/office/drawing/2014/main" id="{D2C82329-4739-8E36-B25F-AE9E95C5EEB1}"/>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8" name="Freeform 186">
                <a:extLst>
                  <a:ext uri="{FF2B5EF4-FFF2-40B4-BE49-F238E27FC236}">
                    <a16:creationId xmlns:a16="http://schemas.microsoft.com/office/drawing/2014/main" id="{0F6F23BA-049E-6798-9C13-D6B14CDED5A6}"/>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grpSp>
        <p:grpSp>
          <p:nvGrpSpPr>
            <p:cNvPr id="608" name="Group 607">
              <a:extLst>
                <a:ext uri="{FF2B5EF4-FFF2-40B4-BE49-F238E27FC236}">
                  <a16:creationId xmlns:a16="http://schemas.microsoft.com/office/drawing/2014/main" id="{6F953747-8899-6D0B-99F6-45F68BCD85B9}"/>
                </a:ext>
              </a:extLst>
            </p:cNvPr>
            <p:cNvGrpSpPr>
              <a:grpSpLocks noChangeAspect="1"/>
            </p:cNvGrpSpPr>
            <p:nvPr/>
          </p:nvGrpSpPr>
          <p:grpSpPr>
            <a:xfrm>
              <a:off x="4340288" y="2079158"/>
              <a:ext cx="681905" cy="640080"/>
              <a:chOff x="9131304" y="3548423"/>
              <a:chExt cx="2303463" cy="2162175"/>
            </a:xfrm>
            <a:solidFill>
              <a:srgbClr val="8C8C8C">
                <a:lumMod val="75000"/>
              </a:srgbClr>
            </a:solidFill>
          </p:grpSpPr>
          <p:sp>
            <p:nvSpPr>
              <p:cNvPr id="611" name="Freeform 183">
                <a:extLst>
                  <a:ext uri="{FF2B5EF4-FFF2-40B4-BE49-F238E27FC236}">
                    <a16:creationId xmlns:a16="http://schemas.microsoft.com/office/drawing/2014/main" id="{664F2B83-7FF0-BCEA-B30E-7F4709BFC700}"/>
                  </a:ext>
                </a:extLst>
              </p:cNvPr>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2" name="Freeform 184">
                <a:extLst>
                  <a:ext uri="{FF2B5EF4-FFF2-40B4-BE49-F238E27FC236}">
                    <a16:creationId xmlns:a16="http://schemas.microsoft.com/office/drawing/2014/main" id="{80BCD1CA-6A5A-5BBD-CBF3-70E322061A5F}"/>
                  </a:ext>
                </a:extLst>
              </p:cNvPr>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3" name="Freeform 185">
                <a:extLst>
                  <a:ext uri="{FF2B5EF4-FFF2-40B4-BE49-F238E27FC236}">
                    <a16:creationId xmlns:a16="http://schemas.microsoft.com/office/drawing/2014/main" id="{4CC8EF8B-BEA6-0DB6-42AB-FA9AE9D3AAAC}"/>
                  </a:ext>
                </a:extLst>
              </p:cNvPr>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4" name="Freeform 186">
                <a:extLst>
                  <a:ext uri="{FF2B5EF4-FFF2-40B4-BE49-F238E27FC236}">
                    <a16:creationId xmlns:a16="http://schemas.microsoft.com/office/drawing/2014/main" id="{B27DC131-1114-FE91-7438-A2BE817E143C}"/>
                  </a:ext>
                </a:extLst>
              </p:cNvPr>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grpSp>
        <p:sp>
          <p:nvSpPr>
            <p:cNvPr id="609" name="Arc 608">
              <a:extLst>
                <a:ext uri="{FF2B5EF4-FFF2-40B4-BE49-F238E27FC236}">
                  <a16:creationId xmlns:a16="http://schemas.microsoft.com/office/drawing/2014/main" id="{AA24C0FD-A2EE-8F3A-9EC8-9689791A3F69}"/>
                </a:ext>
              </a:extLst>
            </p:cNvPr>
            <p:cNvSpPr>
              <a:spLocks noChangeAspect="1"/>
            </p:cNvSpPr>
            <p:nvPr/>
          </p:nvSpPr>
          <p:spPr>
            <a:xfrm flipH="1" flipV="1">
              <a:off x="4045668" y="1874940"/>
              <a:ext cx="876318" cy="576352"/>
            </a:xfrm>
            <a:prstGeom prst="arc">
              <a:avLst>
                <a:gd name="adj1" fmla="val 11577148"/>
                <a:gd name="adj2" fmla="val 19257702"/>
              </a:avLst>
            </a:prstGeom>
            <a:noFill/>
            <a:ln w="9525" cap="flat" cmpd="sng" algn="ctr">
              <a:solidFill>
                <a:srgbClr val="8C8C8C">
                  <a:lumMod val="75000"/>
                </a:srgbClr>
              </a:solidFill>
              <a:prstDash val="solid"/>
              <a:miter lim="800000"/>
            </a:ln>
            <a:effectLst/>
          </p:spPr>
          <p:txBody>
            <a:bodyPr rtlCol="0" anchor="ctr"/>
            <a:lstStyle/>
            <a:p>
              <a:pPr algn="ct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10" name="Arc 609">
              <a:extLst>
                <a:ext uri="{FF2B5EF4-FFF2-40B4-BE49-F238E27FC236}">
                  <a16:creationId xmlns:a16="http://schemas.microsoft.com/office/drawing/2014/main" id="{97D8E7E0-F15A-FE5C-C2F7-B71A32237DD3}"/>
                </a:ext>
              </a:extLst>
            </p:cNvPr>
            <p:cNvSpPr>
              <a:spLocks noChangeAspect="1"/>
            </p:cNvSpPr>
            <p:nvPr/>
          </p:nvSpPr>
          <p:spPr>
            <a:xfrm flipH="1" flipV="1">
              <a:off x="3765288" y="1879029"/>
              <a:ext cx="718539" cy="576352"/>
            </a:xfrm>
            <a:prstGeom prst="arc">
              <a:avLst>
                <a:gd name="adj1" fmla="val 11577148"/>
                <a:gd name="adj2" fmla="val 19058909"/>
              </a:avLst>
            </a:prstGeom>
            <a:noFill/>
            <a:ln w="9525" cap="flat" cmpd="sng" algn="ctr">
              <a:solidFill>
                <a:srgbClr val="8C8C8C">
                  <a:lumMod val="75000"/>
                </a:srgbClr>
              </a:solidFill>
              <a:prstDash val="solid"/>
              <a:miter lim="800000"/>
            </a:ln>
            <a:effectLst/>
          </p:spPr>
          <p:txBody>
            <a:bodyPr rtlCol="0" anchor="ctr"/>
            <a:lstStyle/>
            <a:p>
              <a:pPr algn="ctr" defTabSz="806869">
                <a:defRPr/>
              </a:pPr>
              <a:endParaRPr lang="en-US" kern="0">
                <a:solidFill>
                  <a:srgbClr val="5C5C5C"/>
                </a:solidFill>
                <a:latin typeface="Arial" panose="020B0604020202020204" pitchFamily="34" charset="0"/>
                <a:cs typeface="Arial" panose="020B0604020202020204" pitchFamily="34" charset="0"/>
              </a:endParaRPr>
            </a:p>
          </p:txBody>
        </p:sp>
      </p:grpSp>
      <p:grpSp>
        <p:nvGrpSpPr>
          <p:cNvPr id="623" name="Group 622">
            <a:extLst>
              <a:ext uri="{FF2B5EF4-FFF2-40B4-BE49-F238E27FC236}">
                <a16:creationId xmlns:a16="http://schemas.microsoft.com/office/drawing/2014/main" id="{9E645448-CD44-4F7F-9DB3-CA8F93573FE6}"/>
              </a:ext>
            </a:extLst>
          </p:cNvPr>
          <p:cNvGrpSpPr/>
          <p:nvPr/>
        </p:nvGrpSpPr>
        <p:grpSpPr>
          <a:xfrm>
            <a:off x="1234778" y="2286658"/>
            <a:ext cx="1195658" cy="340191"/>
            <a:chOff x="1185546" y="2245760"/>
            <a:chExt cx="1818430" cy="477165"/>
          </a:xfrm>
        </p:grpSpPr>
        <p:grpSp>
          <p:nvGrpSpPr>
            <p:cNvPr id="624" name="Group 623">
              <a:extLst>
                <a:ext uri="{FF2B5EF4-FFF2-40B4-BE49-F238E27FC236}">
                  <a16:creationId xmlns:a16="http://schemas.microsoft.com/office/drawing/2014/main" id="{2FCFAA5E-630F-BD78-5663-6EE666B720A2}"/>
                </a:ext>
              </a:extLst>
            </p:cNvPr>
            <p:cNvGrpSpPr>
              <a:grpSpLocks noChangeAspect="1"/>
            </p:cNvGrpSpPr>
            <p:nvPr/>
          </p:nvGrpSpPr>
          <p:grpSpPr>
            <a:xfrm>
              <a:off x="2200288" y="2382154"/>
              <a:ext cx="456909" cy="337084"/>
              <a:chOff x="1880434" y="2382352"/>
              <a:chExt cx="793247" cy="585216"/>
            </a:xfrm>
            <a:solidFill>
              <a:srgbClr val="8C8C8C">
                <a:lumMod val="75000"/>
              </a:srgbClr>
            </a:solidFill>
          </p:grpSpPr>
          <p:sp>
            <p:nvSpPr>
              <p:cNvPr id="646" name="object 12">
                <a:extLst>
                  <a:ext uri="{FF2B5EF4-FFF2-40B4-BE49-F238E27FC236}">
                    <a16:creationId xmlns:a16="http://schemas.microsoft.com/office/drawing/2014/main" id="{3B4FB073-2FF3-9DC6-7F94-162511EF30BF}"/>
                  </a:ext>
                </a:extLst>
              </p:cNvPr>
              <p:cNvSpPr/>
              <p:nvPr/>
            </p:nvSpPr>
            <p:spPr>
              <a:xfrm>
                <a:off x="2141094" y="2659462"/>
                <a:ext cx="532587" cy="307050"/>
              </a:xfrm>
              <a:custGeom>
                <a:avLst/>
                <a:gdLst/>
                <a:ahLst/>
                <a:cxnLst/>
                <a:rect l="l" t="t" r="r" b="b"/>
                <a:pathLst>
                  <a:path w="181610" h="135255">
                    <a:moveTo>
                      <a:pt x="177343" y="0"/>
                    </a:moveTo>
                    <a:lnTo>
                      <a:pt x="140" y="165"/>
                    </a:lnTo>
                    <a:lnTo>
                      <a:pt x="0" y="8108"/>
                    </a:lnTo>
                    <a:lnTo>
                      <a:pt x="6728" y="71785"/>
                    </a:lnTo>
                    <a:lnTo>
                      <a:pt x="8020" y="83661"/>
                    </a:lnTo>
                    <a:lnTo>
                      <a:pt x="9351" y="96189"/>
                    </a:lnTo>
                    <a:lnTo>
                      <a:pt x="10659" y="109897"/>
                    </a:lnTo>
                    <a:lnTo>
                      <a:pt x="12204" y="122336"/>
                    </a:lnTo>
                    <a:lnTo>
                      <a:pt x="12040" y="134975"/>
                    </a:lnTo>
                    <a:lnTo>
                      <a:pt x="177635" y="135127"/>
                    </a:lnTo>
                    <a:lnTo>
                      <a:pt x="179858" y="133870"/>
                    </a:lnTo>
                    <a:lnTo>
                      <a:pt x="181267" y="131102"/>
                    </a:lnTo>
                    <a:lnTo>
                      <a:pt x="181267" y="78752"/>
                    </a:lnTo>
                    <a:lnTo>
                      <a:pt x="14885" y="78739"/>
                    </a:lnTo>
                    <a:lnTo>
                      <a:pt x="12787" y="76555"/>
                    </a:lnTo>
                    <a:lnTo>
                      <a:pt x="12824" y="24803"/>
                    </a:lnTo>
                    <a:lnTo>
                      <a:pt x="14935" y="22631"/>
                    </a:lnTo>
                    <a:lnTo>
                      <a:pt x="181267" y="22631"/>
                    </a:lnTo>
                    <a:lnTo>
                      <a:pt x="181267" y="3632"/>
                    </a:lnTo>
                    <a:lnTo>
                      <a:pt x="179489" y="1320"/>
                    </a:lnTo>
                    <a:lnTo>
                      <a:pt x="177343" y="0"/>
                    </a:lnTo>
                    <a:close/>
                  </a:path>
                  <a:path w="181610" h="135255">
                    <a:moveTo>
                      <a:pt x="181267" y="22631"/>
                    </a:moveTo>
                    <a:lnTo>
                      <a:pt x="66650" y="22631"/>
                    </a:lnTo>
                    <a:lnTo>
                      <a:pt x="68656" y="24637"/>
                    </a:lnTo>
                    <a:lnTo>
                      <a:pt x="68771" y="76873"/>
                    </a:lnTo>
                    <a:lnTo>
                      <a:pt x="66942" y="78739"/>
                    </a:lnTo>
                    <a:lnTo>
                      <a:pt x="14897" y="78752"/>
                    </a:lnTo>
                    <a:lnTo>
                      <a:pt x="93498" y="78752"/>
                    </a:lnTo>
                    <a:lnTo>
                      <a:pt x="91478" y="76555"/>
                    </a:lnTo>
                    <a:lnTo>
                      <a:pt x="91491" y="24637"/>
                    </a:lnTo>
                    <a:lnTo>
                      <a:pt x="93434" y="22669"/>
                    </a:lnTo>
                    <a:lnTo>
                      <a:pt x="181267" y="22656"/>
                    </a:lnTo>
                    <a:close/>
                  </a:path>
                  <a:path w="181610" h="135255">
                    <a:moveTo>
                      <a:pt x="181267" y="22656"/>
                    </a:moveTo>
                    <a:lnTo>
                      <a:pt x="145199" y="22656"/>
                    </a:lnTo>
                    <a:lnTo>
                      <a:pt x="147405" y="24803"/>
                    </a:lnTo>
                    <a:lnTo>
                      <a:pt x="147487" y="76555"/>
                    </a:lnTo>
                    <a:lnTo>
                      <a:pt x="145352" y="78752"/>
                    </a:lnTo>
                    <a:lnTo>
                      <a:pt x="181267" y="78752"/>
                    </a:lnTo>
                    <a:lnTo>
                      <a:pt x="181267" y="22656"/>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47" name="object 13">
                <a:extLst>
                  <a:ext uri="{FF2B5EF4-FFF2-40B4-BE49-F238E27FC236}">
                    <a16:creationId xmlns:a16="http://schemas.microsoft.com/office/drawing/2014/main" id="{B703F7A1-E4EE-16D3-91BE-68921DEEDB9F}"/>
                  </a:ext>
                </a:extLst>
              </p:cNvPr>
              <p:cNvSpPr/>
              <p:nvPr/>
            </p:nvSpPr>
            <p:spPr>
              <a:xfrm>
                <a:off x="1880434" y="2455817"/>
                <a:ext cx="268156" cy="511751"/>
              </a:xfrm>
              <a:custGeom>
                <a:avLst/>
                <a:gdLst/>
                <a:ahLst/>
                <a:cxnLst/>
                <a:rect l="l" t="t" r="r" b="b"/>
                <a:pathLst>
                  <a:path w="91440" h="225425">
                    <a:moveTo>
                      <a:pt x="65747" y="0"/>
                    </a:moveTo>
                    <a:lnTo>
                      <a:pt x="25095" y="0"/>
                    </a:lnTo>
                    <a:lnTo>
                      <a:pt x="23304" y="1523"/>
                    </a:lnTo>
                    <a:lnTo>
                      <a:pt x="22378" y="9688"/>
                    </a:lnTo>
                    <a:lnTo>
                      <a:pt x="21264" y="20167"/>
                    </a:lnTo>
                    <a:lnTo>
                      <a:pt x="14171" y="88694"/>
                    </a:lnTo>
                    <a:lnTo>
                      <a:pt x="7244" y="153518"/>
                    </a:lnTo>
                    <a:lnTo>
                      <a:pt x="0" y="222427"/>
                    </a:lnTo>
                    <a:lnTo>
                      <a:pt x="2120" y="224815"/>
                    </a:lnTo>
                    <a:lnTo>
                      <a:pt x="45326" y="224828"/>
                    </a:lnTo>
                    <a:lnTo>
                      <a:pt x="88125" y="224815"/>
                    </a:lnTo>
                    <a:lnTo>
                      <a:pt x="90830" y="222084"/>
                    </a:lnTo>
                    <a:lnTo>
                      <a:pt x="82838" y="147188"/>
                    </a:lnTo>
                    <a:lnTo>
                      <a:pt x="77552" y="96175"/>
                    </a:lnTo>
                    <a:lnTo>
                      <a:pt x="73681" y="60067"/>
                    </a:lnTo>
                    <a:lnTo>
                      <a:pt x="69313" y="18804"/>
                    </a:lnTo>
                    <a:lnTo>
                      <a:pt x="67449" y="1435"/>
                    </a:lnTo>
                    <a:lnTo>
                      <a:pt x="65747"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48" name="object 14">
                <a:extLst>
                  <a:ext uri="{FF2B5EF4-FFF2-40B4-BE49-F238E27FC236}">
                    <a16:creationId xmlns:a16="http://schemas.microsoft.com/office/drawing/2014/main" id="{217A0F9C-3886-4187-2CD1-30CCD9A531EC}"/>
                  </a:ext>
                </a:extLst>
              </p:cNvPr>
              <p:cNvSpPr/>
              <p:nvPr/>
            </p:nvSpPr>
            <p:spPr>
              <a:xfrm>
                <a:off x="2094405" y="2382352"/>
                <a:ext cx="465549" cy="102350"/>
              </a:xfrm>
              <a:custGeom>
                <a:avLst/>
                <a:gdLst/>
                <a:ahLst/>
                <a:cxnLst/>
                <a:rect l="l" t="t" r="r" b="b"/>
                <a:pathLst>
                  <a:path w="158750" h="45084">
                    <a:moveTo>
                      <a:pt x="154156" y="25436"/>
                    </a:moveTo>
                    <a:lnTo>
                      <a:pt x="10080" y="25436"/>
                    </a:lnTo>
                    <a:lnTo>
                      <a:pt x="22075" y="25825"/>
                    </a:lnTo>
                    <a:lnTo>
                      <a:pt x="35143" y="28848"/>
                    </a:lnTo>
                    <a:lnTo>
                      <a:pt x="71637" y="41109"/>
                    </a:lnTo>
                    <a:lnTo>
                      <a:pt x="83796" y="43810"/>
                    </a:lnTo>
                    <a:lnTo>
                      <a:pt x="95976" y="44904"/>
                    </a:lnTo>
                    <a:lnTo>
                      <a:pt x="108200" y="44250"/>
                    </a:lnTo>
                    <a:lnTo>
                      <a:pt x="120490" y="41712"/>
                    </a:lnTo>
                    <a:lnTo>
                      <a:pt x="132869" y="37149"/>
                    </a:lnTo>
                    <a:lnTo>
                      <a:pt x="144103" y="31261"/>
                    </a:lnTo>
                    <a:lnTo>
                      <a:pt x="154156" y="25436"/>
                    </a:lnTo>
                    <a:close/>
                  </a:path>
                  <a:path w="158750" h="45084">
                    <a:moveTo>
                      <a:pt x="52031" y="0"/>
                    </a:moveTo>
                    <a:lnTo>
                      <a:pt x="14908" y="9205"/>
                    </a:lnTo>
                    <a:lnTo>
                      <a:pt x="0" y="19100"/>
                    </a:lnTo>
                    <a:lnTo>
                      <a:pt x="1536" y="24206"/>
                    </a:lnTo>
                    <a:lnTo>
                      <a:pt x="3619" y="25628"/>
                    </a:lnTo>
                    <a:lnTo>
                      <a:pt x="7848" y="25615"/>
                    </a:lnTo>
                    <a:lnTo>
                      <a:pt x="10080" y="25436"/>
                    </a:lnTo>
                    <a:lnTo>
                      <a:pt x="154156" y="25436"/>
                    </a:lnTo>
                    <a:lnTo>
                      <a:pt x="157759" y="23368"/>
                    </a:lnTo>
                    <a:lnTo>
                      <a:pt x="158508" y="20383"/>
                    </a:lnTo>
                    <a:lnTo>
                      <a:pt x="157629" y="18287"/>
                    </a:lnTo>
                    <a:lnTo>
                      <a:pt x="127095" y="18287"/>
                    </a:lnTo>
                    <a:lnTo>
                      <a:pt x="114025" y="16263"/>
                    </a:lnTo>
                    <a:lnTo>
                      <a:pt x="104713" y="13521"/>
                    </a:lnTo>
                    <a:lnTo>
                      <a:pt x="77089" y="4445"/>
                    </a:lnTo>
                    <a:lnTo>
                      <a:pt x="64758" y="1476"/>
                    </a:lnTo>
                    <a:lnTo>
                      <a:pt x="52031" y="0"/>
                    </a:lnTo>
                    <a:close/>
                  </a:path>
                  <a:path w="158750" h="45084">
                    <a:moveTo>
                      <a:pt x="153644" y="13957"/>
                    </a:moveTo>
                    <a:lnTo>
                      <a:pt x="149771" y="14808"/>
                    </a:lnTo>
                    <a:lnTo>
                      <a:pt x="148958" y="15125"/>
                    </a:lnTo>
                    <a:lnTo>
                      <a:pt x="139295" y="17482"/>
                    </a:lnTo>
                    <a:lnTo>
                      <a:pt x="127095" y="18287"/>
                    </a:lnTo>
                    <a:lnTo>
                      <a:pt x="157629" y="18287"/>
                    </a:lnTo>
                    <a:lnTo>
                      <a:pt x="156349" y="15240"/>
                    </a:lnTo>
                    <a:lnTo>
                      <a:pt x="153644" y="13957"/>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49" name="object 16">
                <a:extLst>
                  <a:ext uri="{FF2B5EF4-FFF2-40B4-BE49-F238E27FC236}">
                    <a16:creationId xmlns:a16="http://schemas.microsoft.com/office/drawing/2014/main" id="{B5BB89E2-40E3-0621-6150-2D41102DB075}"/>
                  </a:ext>
                </a:extLst>
              </p:cNvPr>
              <p:cNvSpPr/>
              <p:nvPr/>
            </p:nvSpPr>
            <p:spPr>
              <a:xfrm>
                <a:off x="2211426" y="2736450"/>
                <a:ext cx="98696" cy="76402"/>
              </a:xfrm>
              <a:custGeom>
                <a:avLst/>
                <a:gdLst/>
                <a:ahLst/>
                <a:cxnLst/>
                <a:rect l="l" t="t" r="r" b="b"/>
                <a:pathLst>
                  <a:path w="33655" h="33655">
                    <a:moveTo>
                      <a:pt x="0" y="16802"/>
                    </a:moveTo>
                    <a:lnTo>
                      <a:pt x="33566" y="16802"/>
                    </a:lnTo>
                  </a:path>
                </a:pathLst>
              </a:custGeom>
              <a:grpFill/>
              <a:ln w="34874">
                <a:solidFill>
                  <a:srgbClr val="8C8C8C">
                    <a:lumMod val="75000"/>
                  </a:srgbClr>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50" name="object 16">
                <a:extLst>
                  <a:ext uri="{FF2B5EF4-FFF2-40B4-BE49-F238E27FC236}">
                    <a16:creationId xmlns:a16="http://schemas.microsoft.com/office/drawing/2014/main" id="{BEE51D84-5CA2-40C3-ACE9-1F2878C07780}"/>
                  </a:ext>
                </a:extLst>
              </p:cNvPr>
              <p:cNvSpPr/>
              <p:nvPr/>
            </p:nvSpPr>
            <p:spPr>
              <a:xfrm>
                <a:off x="2438134" y="2736450"/>
                <a:ext cx="98696" cy="76402"/>
              </a:xfrm>
              <a:custGeom>
                <a:avLst/>
                <a:gdLst/>
                <a:ahLst/>
                <a:cxnLst/>
                <a:rect l="l" t="t" r="r" b="b"/>
                <a:pathLst>
                  <a:path w="33655" h="33655">
                    <a:moveTo>
                      <a:pt x="0" y="16802"/>
                    </a:moveTo>
                    <a:lnTo>
                      <a:pt x="33566" y="16802"/>
                    </a:lnTo>
                  </a:path>
                </a:pathLst>
              </a:custGeom>
              <a:grpFill/>
              <a:ln w="34874">
                <a:solidFill>
                  <a:srgbClr val="8C8C8C">
                    <a:lumMod val="75000"/>
                  </a:srgbClr>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625" name="Group 624">
              <a:extLst>
                <a:ext uri="{FF2B5EF4-FFF2-40B4-BE49-F238E27FC236}">
                  <a16:creationId xmlns:a16="http://schemas.microsoft.com/office/drawing/2014/main" id="{05AB3063-B387-17E9-1354-36EAB55A60B1}"/>
                </a:ext>
              </a:extLst>
            </p:cNvPr>
            <p:cNvGrpSpPr>
              <a:grpSpLocks noChangeAspect="1"/>
            </p:cNvGrpSpPr>
            <p:nvPr/>
          </p:nvGrpSpPr>
          <p:grpSpPr>
            <a:xfrm>
              <a:off x="1185546" y="2405172"/>
              <a:ext cx="480251" cy="314066"/>
              <a:chOff x="1148676" y="2548966"/>
              <a:chExt cx="417610" cy="273101"/>
            </a:xfrm>
          </p:grpSpPr>
          <p:sp>
            <p:nvSpPr>
              <p:cNvPr id="643" name="Freeform 27">
                <a:extLst>
                  <a:ext uri="{FF2B5EF4-FFF2-40B4-BE49-F238E27FC236}">
                    <a16:creationId xmlns:a16="http://schemas.microsoft.com/office/drawing/2014/main" id="{66A6A483-37B0-2F8A-F40E-D0BEF3FDEF25}"/>
                  </a:ext>
                </a:extLst>
              </p:cNvPr>
              <p:cNvSpPr>
                <a:spLocks/>
              </p:cNvSpPr>
              <p:nvPr/>
            </p:nvSpPr>
            <p:spPr bwMode="auto">
              <a:xfrm>
                <a:off x="1148676" y="2548966"/>
                <a:ext cx="89889" cy="273101"/>
              </a:xfrm>
              <a:custGeom>
                <a:avLst/>
                <a:gdLst>
                  <a:gd name="T0" fmla="*/ 144 w 144"/>
                  <a:gd name="T1" fmla="*/ 525 h 525"/>
                  <a:gd name="T2" fmla="*/ 0 w 144"/>
                  <a:gd name="T3" fmla="*/ 525 h 525"/>
                  <a:gd name="T4" fmla="*/ 0 w 144"/>
                  <a:gd name="T5" fmla="*/ 0 h 525"/>
                  <a:gd name="T6" fmla="*/ 78 w 144"/>
                  <a:gd name="T7" fmla="*/ 0 h 525"/>
                  <a:gd name="T8" fmla="*/ 144 w 144"/>
                  <a:gd name="T9" fmla="*/ 525 h 525"/>
                </a:gdLst>
                <a:ahLst/>
                <a:cxnLst>
                  <a:cxn ang="0">
                    <a:pos x="T0" y="T1"/>
                  </a:cxn>
                  <a:cxn ang="0">
                    <a:pos x="T2" y="T3"/>
                  </a:cxn>
                  <a:cxn ang="0">
                    <a:pos x="T4" y="T5"/>
                  </a:cxn>
                  <a:cxn ang="0">
                    <a:pos x="T6" y="T7"/>
                  </a:cxn>
                  <a:cxn ang="0">
                    <a:pos x="T8" y="T9"/>
                  </a:cxn>
                </a:cxnLst>
                <a:rect l="0" t="0" r="r" b="b"/>
                <a:pathLst>
                  <a:path w="144" h="525">
                    <a:moveTo>
                      <a:pt x="144" y="525"/>
                    </a:moveTo>
                    <a:lnTo>
                      <a:pt x="0" y="525"/>
                    </a:lnTo>
                    <a:lnTo>
                      <a:pt x="0" y="0"/>
                    </a:lnTo>
                    <a:lnTo>
                      <a:pt x="78" y="0"/>
                    </a:lnTo>
                    <a:lnTo>
                      <a:pt x="144" y="525"/>
                    </a:ln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44" name="Freeform 28">
                <a:extLst>
                  <a:ext uri="{FF2B5EF4-FFF2-40B4-BE49-F238E27FC236}">
                    <a16:creationId xmlns:a16="http://schemas.microsoft.com/office/drawing/2014/main" id="{8EEB7043-8F8E-1ACA-5E9D-E75C3D14AEBA}"/>
                  </a:ext>
                </a:extLst>
              </p:cNvPr>
              <p:cNvSpPr>
                <a:spLocks/>
              </p:cNvSpPr>
              <p:nvPr/>
            </p:nvSpPr>
            <p:spPr bwMode="auto">
              <a:xfrm>
                <a:off x="1216093" y="2548966"/>
                <a:ext cx="319606" cy="84791"/>
              </a:xfrm>
              <a:custGeom>
                <a:avLst/>
                <a:gdLst>
                  <a:gd name="T0" fmla="*/ 69 w 85"/>
                  <a:gd name="T1" fmla="*/ 0 h 27"/>
                  <a:gd name="T2" fmla="*/ 69 w 85"/>
                  <a:gd name="T3" fmla="*/ 4 h 27"/>
                  <a:gd name="T4" fmla="*/ 0 w 85"/>
                  <a:gd name="T5" fmla="*/ 4 h 27"/>
                  <a:gd name="T6" fmla="*/ 2 w 85"/>
                  <a:gd name="T7" fmla="*/ 27 h 27"/>
                  <a:gd name="T8" fmla="*/ 7 w 85"/>
                  <a:gd name="T9" fmla="*/ 27 h 27"/>
                  <a:gd name="T10" fmla="*/ 7 w 85"/>
                  <a:gd name="T11" fmla="*/ 16 h 27"/>
                  <a:gd name="T12" fmla="*/ 7 w 85"/>
                  <a:gd name="T13" fmla="*/ 12 h 27"/>
                  <a:gd name="T14" fmla="*/ 11 w 85"/>
                  <a:gd name="T15" fmla="*/ 12 h 27"/>
                  <a:gd name="T16" fmla="*/ 22 w 85"/>
                  <a:gd name="T17" fmla="*/ 12 h 27"/>
                  <a:gd name="T18" fmla="*/ 22 w 85"/>
                  <a:gd name="T19" fmla="*/ 16 h 27"/>
                  <a:gd name="T20" fmla="*/ 11 w 85"/>
                  <a:gd name="T21" fmla="*/ 16 h 27"/>
                  <a:gd name="T22" fmla="*/ 11 w 85"/>
                  <a:gd name="T23" fmla="*/ 27 h 27"/>
                  <a:gd name="T24" fmla="*/ 16 w 85"/>
                  <a:gd name="T25" fmla="*/ 27 h 27"/>
                  <a:gd name="T26" fmla="*/ 14 w 85"/>
                  <a:gd name="T27" fmla="*/ 19 h 27"/>
                  <a:gd name="T28" fmla="*/ 22 w 85"/>
                  <a:gd name="T29" fmla="*/ 19 h 27"/>
                  <a:gd name="T30" fmla="*/ 27 w 85"/>
                  <a:gd name="T31" fmla="*/ 27 h 27"/>
                  <a:gd name="T32" fmla="*/ 30 w 85"/>
                  <a:gd name="T33" fmla="*/ 27 h 27"/>
                  <a:gd name="T34" fmla="*/ 30 w 85"/>
                  <a:gd name="T35" fmla="*/ 16 h 27"/>
                  <a:gd name="T36" fmla="*/ 30 w 85"/>
                  <a:gd name="T37" fmla="*/ 12 h 27"/>
                  <a:gd name="T38" fmla="*/ 34 w 85"/>
                  <a:gd name="T39" fmla="*/ 12 h 27"/>
                  <a:gd name="T40" fmla="*/ 45 w 85"/>
                  <a:gd name="T41" fmla="*/ 12 h 27"/>
                  <a:gd name="T42" fmla="*/ 45 w 85"/>
                  <a:gd name="T43" fmla="*/ 16 h 27"/>
                  <a:gd name="T44" fmla="*/ 34 w 85"/>
                  <a:gd name="T45" fmla="*/ 16 h 27"/>
                  <a:gd name="T46" fmla="*/ 34 w 85"/>
                  <a:gd name="T47" fmla="*/ 27 h 27"/>
                  <a:gd name="T48" fmla="*/ 39 w 85"/>
                  <a:gd name="T49" fmla="*/ 27 h 27"/>
                  <a:gd name="T50" fmla="*/ 37 w 85"/>
                  <a:gd name="T51" fmla="*/ 19 h 27"/>
                  <a:gd name="T52" fmla="*/ 45 w 85"/>
                  <a:gd name="T53" fmla="*/ 19 h 27"/>
                  <a:gd name="T54" fmla="*/ 50 w 85"/>
                  <a:gd name="T55" fmla="*/ 27 h 27"/>
                  <a:gd name="T56" fmla="*/ 53 w 85"/>
                  <a:gd name="T57" fmla="*/ 27 h 27"/>
                  <a:gd name="T58" fmla="*/ 53 w 85"/>
                  <a:gd name="T59" fmla="*/ 16 h 27"/>
                  <a:gd name="T60" fmla="*/ 53 w 85"/>
                  <a:gd name="T61" fmla="*/ 12 h 27"/>
                  <a:gd name="T62" fmla="*/ 57 w 85"/>
                  <a:gd name="T63" fmla="*/ 12 h 27"/>
                  <a:gd name="T64" fmla="*/ 67 w 85"/>
                  <a:gd name="T65" fmla="*/ 12 h 27"/>
                  <a:gd name="T66" fmla="*/ 67 w 85"/>
                  <a:gd name="T67" fmla="*/ 16 h 27"/>
                  <a:gd name="T68" fmla="*/ 57 w 85"/>
                  <a:gd name="T69" fmla="*/ 16 h 27"/>
                  <a:gd name="T70" fmla="*/ 57 w 85"/>
                  <a:gd name="T71" fmla="*/ 27 h 27"/>
                  <a:gd name="T72" fmla="*/ 62 w 85"/>
                  <a:gd name="T73" fmla="*/ 27 h 27"/>
                  <a:gd name="T74" fmla="*/ 59 w 85"/>
                  <a:gd name="T75" fmla="*/ 19 h 27"/>
                  <a:gd name="T76" fmla="*/ 67 w 85"/>
                  <a:gd name="T77" fmla="*/ 19 h 27"/>
                  <a:gd name="T78" fmla="*/ 72 w 85"/>
                  <a:gd name="T79" fmla="*/ 27 h 27"/>
                  <a:gd name="T80" fmla="*/ 85 w 85"/>
                  <a:gd name="T81" fmla="*/ 27 h 27"/>
                  <a:gd name="T82" fmla="*/ 82 w 85"/>
                  <a:gd name="T83" fmla="*/ 0 h 27"/>
                  <a:gd name="T84" fmla="*/ 69 w 85"/>
                  <a:gd name="T85"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5" h="27">
                    <a:moveTo>
                      <a:pt x="69" y="0"/>
                    </a:moveTo>
                    <a:cubicBezTo>
                      <a:pt x="69" y="4"/>
                      <a:pt x="69" y="4"/>
                      <a:pt x="69" y="4"/>
                    </a:cubicBezTo>
                    <a:cubicBezTo>
                      <a:pt x="0" y="4"/>
                      <a:pt x="0" y="4"/>
                      <a:pt x="0" y="4"/>
                    </a:cubicBezTo>
                    <a:cubicBezTo>
                      <a:pt x="2" y="27"/>
                      <a:pt x="2" y="27"/>
                      <a:pt x="2" y="27"/>
                    </a:cubicBezTo>
                    <a:cubicBezTo>
                      <a:pt x="7" y="27"/>
                      <a:pt x="7" y="27"/>
                      <a:pt x="7" y="27"/>
                    </a:cubicBezTo>
                    <a:cubicBezTo>
                      <a:pt x="7" y="16"/>
                      <a:pt x="7" y="16"/>
                      <a:pt x="7" y="16"/>
                    </a:cubicBezTo>
                    <a:cubicBezTo>
                      <a:pt x="7" y="12"/>
                      <a:pt x="7" y="12"/>
                      <a:pt x="7" y="12"/>
                    </a:cubicBezTo>
                    <a:cubicBezTo>
                      <a:pt x="11" y="12"/>
                      <a:pt x="11" y="12"/>
                      <a:pt x="11" y="12"/>
                    </a:cubicBezTo>
                    <a:cubicBezTo>
                      <a:pt x="22" y="12"/>
                      <a:pt x="22" y="12"/>
                      <a:pt x="22" y="12"/>
                    </a:cubicBezTo>
                    <a:cubicBezTo>
                      <a:pt x="22" y="16"/>
                      <a:pt x="22" y="16"/>
                      <a:pt x="22" y="16"/>
                    </a:cubicBezTo>
                    <a:cubicBezTo>
                      <a:pt x="11" y="16"/>
                      <a:pt x="11" y="16"/>
                      <a:pt x="11" y="16"/>
                    </a:cubicBezTo>
                    <a:cubicBezTo>
                      <a:pt x="11" y="27"/>
                      <a:pt x="11" y="27"/>
                      <a:pt x="11" y="27"/>
                    </a:cubicBezTo>
                    <a:cubicBezTo>
                      <a:pt x="16" y="27"/>
                      <a:pt x="16" y="27"/>
                      <a:pt x="16" y="27"/>
                    </a:cubicBezTo>
                    <a:cubicBezTo>
                      <a:pt x="15" y="21"/>
                      <a:pt x="14" y="19"/>
                      <a:pt x="14" y="19"/>
                    </a:cubicBezTo>
                    <a:cubicBezTo>
                      <a:pt x="22" y="19"/>
                      <a:pt x="22" y="19"/>
                      <a:pt x="22" y="19"/>
                    </a:cubicBezTo>
                    <a:cubicBezTo>
                      <a:pt x="22" y="19"/>
                      <a:pt x="24" y="21"/>
                      <a:pt x="27" y="27"/>
                    </a:cubicBezTo>
                    <a:cubicBezTo>
                      <a:pt x="30" y="27"/>
                      <a:pt x="30" y="27"/>
                      <a:pt x="30" y="27"/>
                    </a:cubicBezTo>
                    <a:cubicBezTo>
                      <a:pt x="30" y="16"/>
                      <a:pt x="30" y="16"/>
                      <a:pt x="30" y="16"/>
                    </a:cubicBezTo>
                    <a:cubicBezTo>
                      <a:pt x="30" y="12"/>
                      <a:pt x="30" y="12"/>
                      <a:pt x="30" y="12"/>
                    </a:cubicBezTo>
                    <a:cubicBezTo>
                      <a:pt x="34" y="12"/>
                      <a:pt x="34" y="12"/>
                      <a:pt x="34" y="12"/>
                    </a:cubicBezTo>
                    <a:cubicBezTo>
                      <a:pt x="45" y="12"/>
                      <a:pt x="45" y="12"/>
                      <a:pt x="45" y="12"/>
                    </a:cubicBezTo>
                    <a:cubicBezTo>
                      <a:pt x="45" y="16"/>
                      <a:pt x="45" y="16"/>
                      <a:pt x="45" y="16"/>
                    </a:cubicBezTo>
                    <a:cubicBezTo>
                      <a:pt x="34" y="16"/>
                      <a:pt x="34" y="16"/>
                      <a:pt x="34" y="16"/>
                    </a:cubicBezTo>
                    <a:cubicBezTo>
                      <a:pt x="34" y="27"/>
                      <a:pt x="34" y="27"/>
                      <a:pt x="34" y="27"/>
                    </a:cubicBezTo>
                    <a:cubicBezTo>
                      <a:pt x="39" y="27"/>
                      <a:pt x="39" y="27"/>
                      <a:pt x="39" y="27"/>
                    </a:cubicBezTo>
                    <a:cubicBezTo>
                      <a:pt x="38" y="21"/>
                      <a:pt x="37" y="19"/>
                      <a:pt x="37" y="19"/>
                    </a:cubicBezTo>
                    <a:cubicBezTo>
                      <a:pt x="45" y="19"/>
                      <a:pt x="45" y="19"/>
                      <a:pt x="45" y="19"/>
                    </a:cubicBezTo>
                    <a:cubicBezTo>
                      <a:pt x="45" y="19"/>
                      <a:pt x="47" y="21"/>
                      <a:pt x="50" y="27"/>
                    </a:cubicBezTo>
                    <a:cubicBezTo>
                      <a:pt x="53" y="27"/>
                      <a:pt x="53" y="27"/>
                      <a:pt x="53" y="27"/>
                    </a:cubicBezTo>
                    <a:cubicBezTo>
                      <a:pt x="53" y="16"/>
                      <a:pt x="53" y="16"/>
                      <a:pt x="53" y="16"/>
                    </a:cubicBezTo>
                    <a:cubicBezTo>
                      <a:pt x="53" y="12"/>
                      <a:pt x="53" y="12"/>
                      <a:pt x="53" y="12"/>
                    </a:cubicBezTo>
                    <a:cubicBezTo>
                      <a:pt x="57" y="12"/>
                      <a:pt x="57" y="12"/>
                      <a:pt x="57" y="12"/>
                    </a:cubicBezTo>
                    <a:cubicBezTo>
                      <a:pt x="67" y="12"/>
                      <a:pt x="67" y="12"/>
                      <a:pt x="67" y="12"/>
                    </a:cubicBezTo>
                    <a:cubicBezTo>
                      <a:pt x="67" y="16"/>
                      <a:pt x="67" y="16"/>
                      <a:pt x="67" y="16"/>
                    </a:cubicBezTo>
                    <a:cubicBezTo>
                      <a:pt x="57" y="16"/>
                      <a:pt x="57" y="16"/>
                      <a:pt x="57" y="16"/>
                    </a:cubicBezTo>
                    <a:cubicBezTo>
                      <a:pt x="57" y="27"/>
                      <a:pt x="57" y="27"/>
                      <a:pt x="57" y="27"/>
                    </a:cubicBezTo>
                    <a:cubicBezTo>
                      <a:pt x="62" y="27"/>
                      <a:pt x="62" y="27"/>
                      <a:pt x="62" y="27"/>
                    </a:cubicBezTo>
                    <a:cubicBezTo>
                      <a:pt x="60" y="21"/>
                      <a:pt x="59" y="19"/>
                      <a:pt x="59" y="19"/>
                    </a:cubicBezTo>
                    <a:cubicBezTo>
                      <a:pt x="67" y="19"/>
                      <a:pt x="67" y="19"/>
                      <a:pt x="67" y="19"/>
                    </a:cubicBezTo>
                    <a:cubicBezTo>
                      <a:pt x="67" y="19"/>
                      <a:pt x="69" y="21"/>
                      <a:pt x="72" y="27"/>
                    </a:cubicBezTo>
                    <a:cubicBezTo>
                      <a:pt x="85" y="27"/>
                      <a:pt x="85" y="27"/>
                      <a:pt x="85" y="27"/>
                    </a:cubicBezTo>
                    <a:cubicBezTo>
                      <a:pt x="82" y="0"/>
                      <a:pt x="82" y="0"/>
                      <a:pt x="82" y="0"/>
                    </a:cubicBezTo>
                    <a:lnTo>
                      <a:pt x="69" y="0"/>
                    </a:ln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45" name="Freeform 29">
                <a:extLst>
                  <a:ext uri="{FF2B5EF4-FFF2-40B4-BE49-F238E27FC236}">
                    <a16:creationId xmlns:a16="http://schemas.microsoft.com/office/drawing/2014/main" id="{689DC12B-5396-2F60-887C-F32EF0997867}"/>
                  </a:ext>
                </a:extLst>
              </p:cNvPr>
              <p:cNvSpPr>
                <a:spLocks/>
              </p:cNvSpPr>
              <p:nvPr/>
            </p:nvSpPr>
            <p:spPr bwMode="auto">
              <a:xfrm>
                <a:off x="1223584" y="2633757"/>
                <a:ext cx="342702" cy="188310"/>
              </a:xfrm>
              <a:custGeom>
                <a:avLst/>
                <a:gdLst>
                  <a:gd name="T0" fmla="*/ 84 w 91"/>
                  <a:gd name="T1" fmla="*/ 56 h 60"/>
                  <a:gd name="T2" fmla="*/ 65 w 91"/>
                  <a:gd name="T3" fmla="*/ 56 h 60"/>
                  <a:gd name="T4" fmla="*/ 60 w 91"/>
                  <a:gd name="T5" fmla="*/ 0 h 60"/>
                  <a:gd name="T6" fmla="*/ 55 w 91"/>
                  <a:gd name="T7" fmla="*/ 0 h 60"/>
                  <a:gd name="T8" fmla="*/ 51 w 91"/>
                  <a:gd name="T9" fmla="*/ 0 h 60"/>
                  <a:gd name="T10" fmla="*/ 48 w 91"/>
                  <a:gd name="T11" fmla="*/ 0 h 60"/>
                  <a:gd name="T12" fmla="*/ 61 w 91"/>
                  <a:gd name="T13" fmla="*/ 56 h 60"/>
                  <a:gd name="T14" fmla="*/ 43 w 91"/>
                  <a:gd name="T15" fmla="*/ 56 h 60"/>
                  <a:gd name="T16" fmla="*/ 37 w 91"/>
                  <a:gd name="T17" fmla="*/ 0 h 60"/>
                  <a:gd name="T18" fmla="*/ 32 w 91"/>
                  <a:gd name="T19" fmla="*/ 0 h 60"/>
                  <a:gd name="T20" fmla="*/ 28 w 91"/>
                  <a:gd name="T21" fmla="*/ 0 h 60"/>
                  <a:gd name="T22" fmla="*/ 25 w 91"/>
                  <a:gd name="T23" fmla="*/ 0 h 60"/>
                  <a:gd name="T24" fmla="*/ 39 w 91"/>
                  <a:gd name="T25" fmla="*/ 56 h 60"/>
                  <a:gd name="T26" fmla="*/ 20 w 91"/>
                  <a:gd name="T27" fmla="*/ 56 h 60"/>
                  <a:gd name="T28" fmla="*/ 14 w 91"/>
                  <a:gd name="T29" fmla="*/ 0 h 60"/>
                  <a:gd name="T30" fmla="*/ 9 w 91"/>
                  <a:gd name="T31" fmla="*/ 0 h 60"/>
                  <a:gd name="T32" fmla="*/ 5 w 91"/>
                  <a:gd name="T33" fmla="*/ 0 h 60"/>
                  <a:gd name="T34" fmla="*/ 0 w 91"/>
                  <a:gd name="T35" fmla="*/ 0 h 60"/>
                  <a:gd name="T36" fmla="*/ 8 w 91"/>
                  <a:gd name="T37" fmla="*/ 60 h 60"/>
                  <a:gd name="T38" fmla="*/ 67 w 91"/>
                  <a:gd name="T39" fmla="*/ 60 h 60"/>
                  <a:gd name="T40" fmla="*/ 71 w 91"/>
                  <a:gd name="T41" fmla="*/ 60 h 60"/>
                  <a:gd name="T42" fmla="*/ 91 w 91"/>
                  <a:gd name="T43" fmla="*/ 60 h 60"/>
                  <a:gd name="T44" fmla="*/ 83 w 91"/>
                  <a:gd name="T45" fmla="*/ 0 h 60"/>
                  <a:gd name="T46" fmla="*/ 70 w 91"/>
                  <a:gd name="T47" fmla="*/ 0 h 60"/>
                  <a:gd name="T48" fmla="*/ 84 w 91"/>
                  <a:gd name="T49"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60">
                    <a:moveTo>
                      <a:pt x="84" y="56"/>
                    </a:moveTo>
                    <a:cubicBezTo>
                      <a:pt x="65" y="56"/>
                      <a:pt x="65" y="56"/>
                      <a:pt x="65" y="56"/>
                    </a:cubicBezTo>
                    <a:cubicBezTo>
                      <a:pt x="65" y="27"/>
                      <a:pt x="62" y="9"/>
                      <a:pt x="60" y="0"/>
                    </a:cubicBezTo>
                    <a:cubicBezTo>
                      <a:pt x="55" y="0"/>
                      <a:pt x="55" y="0"/>
                      <a:pt x="55" y="0"/>
                    </a:cubicBezTo>
                    <a:cubicBezTo>
                      <a:pt x="51" y="0"/>
                      <a:pt x="51" y="0"/>
                      <a:pt x="51" y="0"/>
                    </a:cubicBezTo>
                    <a:cubicBezTo>
                      <a:pt x="48" y="0"/>
                      <a:pt x="48" y="0"/>
                      <a:pt x="48" y="0"/>
                    </a:cubicBezTo>
                    <a:cubicBezTo>
                      <a:pt x="53" y="10"/>
                      <a:pt x="61" y="30"/>
                      <a:pt x="61" y="56"/>
                    </a:cubicBezTo>
                    <a:cubicBezTo>
                      <a:pt x="43" y="56"/>
                      <a:pt x="43" y="56"/>
                      <a:pt x="43" y="56"/>
                    </a:cubicBezTo>
                    <a:cubicBezTo>
                      <a:pt x="43" y="27"/>
                      <a:pt x="39" y="9"/>
                      <a:pt x="37" y="0"/>
                    </a:cubicBezTo>
                    <a:cubicBezTo>
                      <a:pt x="32" y="0"/>
                      <a:pt x="32" y="0"/>
                      <a:pt x="32" y="0"/>
                    </a:cubicBezTo>
                    <a:cubicBezTo>
                      <a:pt x="28" y="0"/>
                      <a:pt x="28" y="0"/>
                      <a:pt x="28" y="0"/>
                    </a:cubicBezTo>
                    <a:cubicBezTo>
                      <a:pt x="25" y="0"/>
                      <a:pt x="25" y="0"/>
                      <a:pt x="25" y="0"/>
                    </a:cubicBezTo>
                    <a:cubicBezTo>
                      <a:pt x="30" y="10"/>
                      <a:pt x="39" y="30"/>
                      <a:pt x="39" y="56"/>
                    </a:cubicBezTo>
                    <a:cubicBezTo>
                      <a:pt x="20" y="56"/>
                      <a:pt x="20" y="56"/>
                      <a:pt x="20" y="56"/>
                    </a:cubicBezTo>
                    <a:cubicBezTo>
                      <a:pt x="20" y="27"/>
                      <a:pt x="17" y="9"/>
                      <a:pt x="14" y="0"/>
                    </a:cubicBezTo>
                    <a:cubicBezTo>
                      <a:pt x="9" y="0"/>
                      <a:pt x="9" y="0"/>
                      <a:pt x="9" y="0"/>
                    </a:cubicBezTo>
                    <a:cubicBezTo>
                      <a:pt x="5" y="0"/>
                      <a:pt x="5" y="0"/>
                      <a:pt x="5" y="0"/>
                    </a:cubicBezTo>
                    <a:cubicBezTo>
                      <a:pt x="0" y="0"/>
                      <a:pt x="0" y="0"/>
                      <a:pt x="0" y="0"/>
                    </a:cubicBezTo>
                    <a:cubicBezTo>
                      <a:pt x="8" y="60"/>
                      <a:pt x="8" y="60"/>
                      <a:pt x="8" y="60"/>
                    </a:cubicBezTo>
                    <a:cubicBezTo>
                      <a:pt x="67" y="60"/>
                      <a:pt x="67" y="60"/>
                      <a:pt x="67" y="60"/>
                    </a:cubicBezTo>
                    <a:cubicBezTo>
                      <a:pt x="71" y="60"/>
                      <a:pt x="71" y="60"/>
                      <a:pt x="71" y="60"/>
                    </a:cubicBezTo>
                    <a:cubicBezTo>
                      <a:pt x="91" y="60"/>
                      <a:pt x="91" y="60"/>
                      <a:pt x="91" y="60"/>
                    </a:cubicBezTo>
                    <a:cubicBezTo>
                      <a:pt x="83" y="0"/>
                      <a:pt x="83" y="0"/>
                      <a:pt x="83" y="0"/>
                    </a:cubicBezTo>
                    <a:cubicBezTo>
                      <a:pt x="70" y="0"/>
                      <a:pt x="70" y="0"/>
                      <a:pt x="70" y="0"/>
                    </a:cubicBezTo>
                    <a:cubicBezTo>
                      <a:pt x="76" y="10"/>
                      <a:pt x="84" y="30"/>
                      <a:pt x="84" y="56"/>
                    </a:cubicBez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grpSp>
        <p:grpSp>
          <p:nvGrpSpPr>
            <p:cNvPr id="626" name="Group 625">
              <a:extLst>
                <a:ext uri="{FF2B5EF4-FFF2-40B4-BE49-F238E27FC236}">
                  <a16:creationId xmlns:a16="http://schemas.microsoft.com/office/drawing/2014/main" id="{AE5222DF-6001-4EAC-D5CE-5DE44E3EEC18}"/>
                </a:ext>
              </a:extLst>
            </p:cNvPr>
            <p:cNvGrpSpPr>
              <a:grpSpLocks noChangeAspect="1"/>
            </p:cNvGrpSpPr>
            <p:nvPr/>
          </p:nvGrpSpPr>
          <p:grpSpPr>
            <a:xfrm>
              <a:off x="1716756" y="2245760"/>
              <a:ext cx="455076" cy="473478"/>
              <a:chOff x="610539" y="3494734"/>
              <a:chExt cx="888821" cy="924761"/>
            </a:xfrm>
            <a:solidFill>
              <a:srgbClr val="8C8C8C">
                <a:lumMod val="75000"/>
              </a:srgbClr>
            </a:solidFill>
          </p:grpSpPr>
          <p:grpSp>
            <p:nvGrpSpPr>
              <p:cNvPr id="637" name="Group 636">
                <a:extLst>
                  <a:ext uri="{FF2B5EF4-FFF2-40B4-BE49-F238E27FC236}">
                    <a16:creationId xmlns:a16="http://schemas.microsoft.com/office/drawing/2014/main" id="{662AA1DA-1745-0EBD-9726-9970C985375B}"/>
                  </a:ext>
                </a:extLst>
              </p:cNvPr>
              <p:cNvGrpSpPr/>
              <p:nvPr/>
            </p:nvGrpSpPr>
            <p:grpSpPr>
              <a:xfrm>
                <a:off x="902885" y="3494734"/>
                <a:ext cx="596475" cy="924761"/>
                <a:chOff x="9962062" y="2023153"/>
                <a:chExt cx="339328" cy="526086"/>
              </a:xfrm>
              <a:grpFill/>
            </p:grpSpPr>
            <p:sp>
              <p:nvSpPr>
                <p:cNvPr id="641" name="object 127">
                  <a:extLst>
                    <a:ext uri="{FF2B5EF4-FFF2-40B4-BE49-F238E27FC236}">
                      <a16:creationId xmlns:a16="http://schemas.microsoft.com/office/drawing/2014/main" id="{8D618CBF-7382-733C-2DA3-8F2754A862EE}"/>
                    </a:ext>
                  </a:extLst>
                </p:cNvPr>
                <p:cNvSpPr/>
                <p:nvPr/>
              </p:nvSpPr>
              <p:spPr>
                <a:xfrm>
                  <a:off x="9962062" y="2023153"/>
                  <a:ext cx="339328" cy="315516"/>
                </a:xfrm>
                <a:custGeom>
                  <a:avLst/>
                  <a:gdLst/>
                  <a:ahLst/>
                  <a:cxnLst/>
                  <a:rect l="l" t="t" r="r" b="b"/>
                  <a:pathLst>
                    <a:path w="217169" h="201929">
                      <a:moveTo>
                        <a:pt x="50926" y="126568"/>
                      </a:moveTo>
                      <a:lnTo>
                        <a:pt x="49999" y="126898"/>
                      </a:lnTo>
                      <a:lnTo>
                        <a:pt x="33319" y="147053"/>
                      </a:lnTo>
                      <a:lnTo>
                        <a:pt x="0" y="187134"/>
                      </a:lnTo>
                      <a:lnTo>
                        <a:pt x="8635" y="201333"/>
                      </a:lnTo>
                      <a:lnTo>
                        <a:pt x="9829" y="200621"/>
                      </a:lnTo>
                      <a:lnTo>
                        <a:pt x="88582" y="147053"/>
                      </a:lnTo>
                      <a:lnTo>
                        <a:pt x="89877" y="147015"/>
                      </a:lnTo>
                      <a:lnTo>
                        <a:pt x="118959" y="147015"/>
                      </a:lnTo>
                      <a:lnTo>
                        <a:pt x="123024" y="144894"/>
                      </a:lnTo>
                      <a:lnTo>
                        <a:pt x="123977" y="144106"/>
                      </a:lnTo>
                      <a:lnTo>
                        <a:pt x="124790" y="142468"/>
                      </a:lnTo>
                      <a:lnTo>
                        <a:pt x="158476" y="142468"/>
                      </a:lnTo>
                      <a:lnTo>
                        <a:pt x="150022" y="137591"/>
                      </a:lnTo>
                      <a:lnTo>
                        <a:pt x="74040" y="137591"/>
                      </a:lnTo>
                      <a:lnTo>
                        <a:pt x="64922" y="132994"/>
                      </a:lnTo>
                      <a:lnTo>
                        <a:pt x="58762" y="130416"/>
                      </a:lnTo>
                      <a:lnTo>
                        <a:pt x="50926" y="126568"/>
                      </a:lnTo>
                      <a:close/>
                    </a:path>
                    <a:path w="217169" h="201929">
                      <a:moveTo>
                        <a:pt x="163099" y="145135"/>
                      </a:moveTo>
                      <a:lnTo>
                        <a:pt x="131241" y="145135"/>
                      </a:lnTo>
                      <a:lnTo>
                        <a:pt x="131013" y="155409"/>
                      </a:lnTo>
                      <a:lnTo>
                        <a:pt x="131394" y="162090"/>
                      </a:lnTo>
                      <a:lnTo>
                        <a:pt x="131381" y="170827"/>
                      </a:lnTo>
                      <a:lnTo>
                        <a:pt x="132168" y="171538"/>
                      </a:lnTo>
                      <a:lnTo>
                        <a:pt x="141439" y="173672"/>
                      </a:lnTo>
                      <a:lnTo>
                        <a:pt x="148729" y="175564"/>
                      </a:lnTo>
                      <a:lnTo>
                        <a:pt x="206705" y="189928"/>
                      </a:lnTo>
                      <a:lnTo>
                        <a:pt x="208368" y="189534"/>
                      </a:lnTo>
                      <a:lnTo>
                        <a:pt x="211696" y="184835"/>
                      </a:lnTo>
                      <a:lnTo>
                        <a:pt x="214287" y="180644"/>
                      </a:lnTo>
                      <a:lnTo>
                        <a:pt x="217068" y="176364"/>
                      </a:lnTo>
                      <a:lnTo>
                        <a:pt x="216115" y="175780"/>
                      </a:lnTo>
                      <a:lnTo>
                        <a:pt x="215315" y="175259"/>
                      </a:lnTo>
                      <a:lnTo>
                        <a:pt x="163099" y="145135"/>
                      </a:lnTo>
                      <a:close/>
                    </a:path>
                    <a:path w="217169" h="201929">
                      <a:moveTo>
                        <a:pt x="118959" y="147015"/>
                      </a:moveTo>
                      <a:lnTo>
                        <a:pt x="89877" y="147015"/>
                      </a:lnTo>
                      <a:lnTo>
                        <a:pt x="100076" y="151042"/>
                      </a:lnTo>
                      <a:lnTo>
                        <a:pt x="112111" y="150587"/>
                      </a:lnTo>
                      <a:lnTo>
                        <a:pt x="118959" y="147015"/>
                      </a:lnTo>
                      <a:close/>
                    </a:path>
                    <a:path w="217169" h="201929">
                      <a:moveTo>
                        <a:pt x="158476" y="142468"/>
                      </a:moveTo>
                      <a:lnTo>
                        <a:pt x="124790" y="142468"/>
                      </a:lnTo>
                      <a:lnTo>
                        <a:pt x="128155" y="145237"/>
                      </a:lnTo>
                      <a:lnTo>
                        <a:pt x="131241" y="145135"/>
                      </a:lnTo>
                      <a:lnTo>
                        <a:pt x="163099" y="145135"/>
                      </a:lnTo>
                      <a:lnTo>
                        <a:pt x="158476" y="142468"/>
                      </a:lnTo>
                      <a:close/>
                    </a:path>
                    <a:path w="217169" h="201929">
                      <a:moveTo>
                        <a:pt x="94627" y="0"/>
                      </a:moveTo>
                      <a:lnTo>
                        <a:pt x="94640" y="96583"/>
                      </a:lnTo>
                      <a:lnTo>
                        <a:pt x="94322" y="97574"/>
                      </a:lnTo>
                      <a:lnTo>
                        <a:pt x="82778" y="106445"/>
                      </a:lnTo>
                      <a:lnTo>
                        <a:pt x="77754" y="117297"/>
                      </a:lnTo>
                      <a:lnTo>
                        <a:pt x="77684" y="123443"/>
                      </a:lnTo>
                      <a:lnTo>
                        <a:pt x="77788" y="130416"/>
                      </a:lnTo>
                      <a:lnTo>
                        <a:pt x="78016" y="131419"/>
                      </a:lnTo>
                      <a:lnTo>
                        <a:pt x="78028" y="133324"/>
                      </a:lnTo>
                      <a:lnTo>
                        <a:pt x="75514" y="135051"/>
                      </a:lnTo>
                      <a:lnTo>
                        <a:pt x="74040" y="137591"/>
                      </a:lnTo>
                      <a:lnTo>
                        <a:pt x="150022" y="137591"/>
                      </a:lnTo>
                      <a:lnTo>
                        <a:pt x="145091" y="134746"/>
                      </a:lnTo>
                      <a:lnTo>
                        <a:pt x="111023" y="134746"/>
                      </a:lnTo>
                      <a:lnTo>
                        <a:pt x="98844" y="134531"/>
                      </a:lnTo>
                      <a:lnTo>
                        <a:pt x="93878" y="129527"/>
                      </a:lnTo>
                      <a:lnTo>
                        <a:pt x="93891" y="117297"/>
                      </a:lnTo>
                      <a:lnTo>
                        <a:pt x="98996" y="112229"/>
                      </a:lnTo>
                      <a:lnTo>
                        <a:pt x="131106" y="112229"/>
                      </a:lnTo>
                      <a:lnTo>
                        <a:pt x="124523" y="102158"/>
                      </a:lnTo>
                      <a:lnTo>
                        <a:pt x="118897" y="98272"/>
                      </a:lnTo>
                      <a:lnTo>
                        <a:pt x="111861" y="96227"/>
                      </a:lnTo>
                      <a:lnTo>
                        <a:pt x="111975" y="94373"/>
                      </a:lnTo>
                      <a:lnTo>
                        <a:pt x="111366" y="90589"/>
                      </a:lnTo>
                      <a:lnTo>
                        <a:pt x="112547" y="88823"/>
                      </a:lnTo>
                      <a:lnTo>
                        <a:pt x="120535" y="84454"/>
                      </a:lnTo>
                      <a:lnTo>
                        <a:pt x="125615" y="81064"/>
                      </a:lnTo>
                      <a:lnTo>
                        <a:pt x="132867" y="76987"/>
                      </a:lnTo>
                      <a:lnTo>
                        <a:pt x="133083" y="75933"/>
                      </a:lnTo>
                      <a:lnTo>
                        <a:pt x="130873" y="68986"/>
                      </a:lnTo>
                      <a:lnTo>
                        <a:pt x="129539" y="63944"/>
                      </a:lnTo>
                      <a:lnTo>
                        <a:pt x="111747" y="2362"/>
                      </a:lnTo>
                      <a:lnTo>
                        <a:pt x="100063" y="266"/>
                      </a:lnTo>
                      <a:lnTo>
                        <a:pt x="94627" y="0"/>
                      </a:lnTo>
                      <a:close/>
                    </a:path>
                    <a:path w="217169" h="201929">
                      <a:moveTo>
                        <a:pt x="131106" y="112229"/>
                      </a:moveTo>
                      <a:lnTo>
                        <a:pt x="98996" y="112229"/>
                      </a:lnTo>
                      <a:lnTo>
                        <a:pt x="111264" y="112420"/>
                      </a:lnTo>
                      <a:lnTo>
                        <a:pt x="116065" y="117297"/>
                      </a:lnTo>
                      <a:lnTo>
                        <a:pt x="116090" y="129666"/>
                      </a:lnTo>
                      <a:lnTo>
                        <a:pt x="111023" y="134746"/>
                      </a:lnTo>
                      <a:lnTo>
                        <a:pt x="145091" y="134746"/>
                      </a:lnTo>
                      <a:lnTo>
                        <a:pt x="133578" y="128104"/>
                      </a:lnTo>
                      <a:lnTo>
                        <a:pt x="132664" y="127139"/>
                      </a:lnTo>
                      <a:lnTo>
                        <a:pt x="133349" y="118783"/>
                      </a:lnTo>
                      <a:lnTo>
                        <a:pt x="131762" y="113233"/>
                      </a:lnTo>
                      <a:lnTo>
                        <a:pt x="131106" y="112229"/>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42" name="object 128">
                  <a:extLst>
                    <a:ext uri="{FF2B5EF4-FFF2-40B4-BE49-F238E27FC236}">
                      <a16:creationId xmlns:a16="http://schemas.microsoft.com/office/drawing/2014/main" id="{424D9743-D874-0ECF-E096-DBB4AF389C96}"/>
                    </a:ext>
                  </a:extLst>
                </p:cNvPr>
                <p:cNvSpPr/>
                <p:nvPr/>
              </p:nvSpPr>
              <p:spPr>
                <a:xfrm>
                  <a:off x="10090585" y="2270434"/>
                  <a:ext cx="70445" cy="278805"/>
                </a:xfrm>
                <a:custGeom>
                  <a:avLst/>
                  <a:gdLst/>
                  <a:ahLst/>
                  <a:cxnLst/>
                  <a:rect l="l" t="t" r="r" b="b"/>
                  <a:pathLst>
                    <a:path w="45085" h="178435">
                      <a:moveTo>
                        <a:pt x="13690" y="0"/>
                      </a:moveTo>
                      <a:lnTo>
                        <a:pt x="12941" y="825"/>
                      </a:lnTo>
                      <a:lnTo>
                        <a:pt x="12246" y="16155"/>
                      </a:lnTo>
                      <a:lnTo>
                        <a:pt x="11008" y="41525"/>
                      </a:lnTo>
                      <a:lnTo>
                        <a:pt x="9660" y="96743"/>
                      </a:lnTo>
                      <a:lnTo>
                        <a:pt x="9180" y="148497"/>
                      </a:lnTo>
                      <a:lnTo>
                        <a:pt x="0" y="150863"/>
                      </a:lnTo>
                      <a:lnTo>
                        <a:pt x="0" y="178384"/>
                      </a:lnTo>
                      <a:lnTo>
                        <a:pt x="44602" y="178384"/>
                      </a:lnTo>
                      <a:lnTo>
                        <a:pt x="44602" y="150863"/>
                      </a:lnTo>
                      <a:lnTo>
                        <a:pt x="40322" y="150863"/>
                      </a:lnTo>
                      <a:lnTo>
                        <a:pt x="38658" y="145662"/>
                      </a:lnTo>
                      <a:lnTo>
                        <a:pt x="37519" y="132485"/>
                      </a:lnTo>
                      <a:lnTo>
                        <a:pt x="36797" y="114966"/>
                      </a:lnTo>
                      <a:lnTo>
                        <a:pt x="36388" y="96743"/>
                      </a:lnTo>
                      <a:lnTo>
                        <a:pt x="36075" y="72725"/>
                      </a:lnTo>
                      <a:lnTo>
                        <a:pt x="34203" y="34510"/>
                      </a:lnTo>
                      <a:lnTo>
                        <a:pt x="33197" y="14414"/>
                      </a:lnTo>
                      <a:lnTo>
                        <a:pt x="32753" y="7480"/>
                      </a:lnTo>
                      <a:lnTo>
                        <a:pt x="32341" y="292"/>
                      </a:lnTo>
                      <a:lnTo>
                        <a:pt x="21602" y="292"/>
                      </a:lnTo>
                      <a:lnTo>
                        <a:pt x="13690" y="0"/>
                      </a:lnTo>
                      <a:close/>
                    </a:path>
                    <a:path w="45085" h="178435">
                      <a:moveTo>
                        <a:pt x="32334" y="165"/>
                      </a:moveTo>
                      <a:lnTo>
                        <a:pt x="21602" y="292"/>
                      </a:lnTo>
                      <a:lnTo>
                        <a:pt x="32341" y="292"/>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638" name="Group 637">
                <a:extLst>
                  <a:ext uri="{FF2B5EF4-FFF2-40B4-BE49-F238E27FC236}">
                    <a16:creationId xmlns:a16="http://schemas.microsoft.com/office/drawing/2014/main" id="{7C79086D-CD32-2034-2CA0-01ADD907C4A0}"/>
                  </a:ext>
                </a:extLst>
              </p:cNvPr>
              <p:cNvGrpSpPr/>
              <p:nvPr/>
            </p:nvGrpSpPr>
            <p:grpSpPr>
              <a:xfrm>
                <a:off x="610539" y="3834672"/>
                <a:ext cx="376720" cy="584823"/>
                <a:chOff x="10249790" y="2217153"/>
                <a:chExt cx="214312" cy="332699"/>
              </a:xfrm>
              <a:grpFill/>
            </p:grpSpPr>
            <p:sp>
              <p:nvSpPr>
                <p:cNvPr id="639" name="object 129">
                  <a:extLst>
                    <a:ext uri="{FF2B5EF4-FFF2-40B4-BE49-F238E27FC236}">
                      <a16:creationId xmlns:a16="http://schemas.microsoft.com/office/drawing/2014/main" id="{DCC813EE-4866-4DA1-710E-5CE0CF4FBD4D}"/>
                    </a:ext>
                  </a:extLst>
                </p:cNvPr>
                <p:cNvSpPr/>
                <p:nvPr/>
              </p:nvSpPr>
              <p:spPr>
                <a:xfrm>
                  <a:off x="10249790" y="2217153"/>
                  <a:ext cx="214312" cy="199430"/>
                </a:xfrm>
                <a:custGeom>
                  <a:avLst/>
                  <a:gdLst/>
                  <a:ahLst/>
                  <a:cxnLst/>
                  <a:rect l="l" t="t" r="r" b="b"/>
                  <a:pathLst>
                    <a:path w="137160" h="127635">
                      <a:moveTo>
                        <a:pt x="32143" y="79882"/>
                      </a:moveTo>
                      <a:lnTo>
                        <a:pt x="31559" y="80086"/>
                      </a:lnTo>
                      <a:lnTo>
                        <a:pt x="21034" y="92811"/>
                      </a:lnTo>
                      <a:lnTo>
                        <a:pt x="0" y="118122"/>
                      </a:lnTo>
                      <a:lnTo>
                        <a:pt x="5448" y="127076"/>
                      </a:lnTo>
                      <a:lnTo>
                        <a:pt x="6197" y="126631"/>
                      </a:lnTo>
                      <a:lnTo>
                        <a:pt x="55905" y="92811"/>
                      </a:lnTo>
                      <a:lnTo>
                        <a:pt x="56730" y="92786"/>
                      </a:lnTo>
                      <a:lnTo>
                        <a:pt x="76065" y="92786"/>
                      </a:lnTo>
                      <a:lnTo>
                        <a:pt x="78244" y="90957"/>
                      </a:lnTo>
                      <a:lnTo>
                        <a:pt x="78765" y="89928"/>
                      </a:lnTo>
                      <a:lnTo>
                        <a:pt x="100042" y="89928"/>
                      </a:lnTo>
                      <a:lnTo>
                        <a:pt x="94693" y="86842"/>
                      </a:lnTo>
                      <a:lnTo>
                        <a:pt x="46736" y="86842"/>
                      </a:lnTo>
                      <a:lnTo>
                        <a:pt x="40982" y="83934"/>
                      </a:lnTo>
                      <a:lnTo>
                        <a:pt x="37084" y="82321"/>
                      </a:lnTo>
                      <a:lnTo>
                        <a:pt x="32143" y="79882"/>
                      </a:lnTo>
                      <a:close/>
                    </a:path>
                    <a:path w="137160" h="127635">
                      <a:moveTo>
                        <a:pt x="102948" y="91605"/>
                      </a:moveTo>
                      <a:lnTo>
                        <a:pt x="82842" y="91605"/>
                      </a:lnTo>
                      <a:lnTo>
                        <a:pt x="82702" y="98082"/>
                      </a:lnTo>
                      <a:lnTo>
                        <a:pt x="82931" y="102311"/>
                      </a:lnTo>
                      <a:lnTo>
                        <a:pt x="83042" y="107923"/>
                      </a:lnTo>
                      <a:lnTo>
                        <a:pt x="83426" y="108267"/>
                      </a:lnTo>
                      <a:lnTo>
                        <a:pt x="89281" y="109613"/>
                      </a:lnTo>
                      <a:lnTo>
                        <a:pt x="93878" y="110807"/>
                      </a:lnTo>
                      <a:lnTo>
                        <a:pt x="130467" y="119887"/>
                      </a:lnTo>
                      <a:lnTo>
                        <a:pt x="131521" y="119633"/>
                      </a:lnTo>
                      <a:lnTo>
                        <a:pt x="133629" y="116662"/>
                      </a:lnTo>
                      <a:lnTo>
                        <a:pt x="135255" y="114020"/>
                      </a:lnTo>
                      <a:lnTo>
                        <a:pt x="137007" y="111315"/>
                      </a:lnTo>
                      <a:lnTo>
                        <a:pt x="135902" y="110616"/>
                      </a:lnTo>
                      <a:lnTo>
                        <a:pt x="102948" y="91605"/>
                      </a:lnTo>
                      <a:close/>
                    </a:path>
                    <a:path w="137160" h="127635">
                      <a:moveTo>
                        <a:pt x="76065" y="92786"/>
                      </a:moveTo>
                      <a:lnTo>
                        <a:pt x="56730" y="92786"/>
                      </a:lnTo>
                      <a:lnTo>
                        <a:pt x="64389" y="96977"/>
                      </a:lnTo>
                      <a:lnTo>
                        <a:pt x="72085" y="96126"/>
                      </a:lnTo>
                      <a:lnTo>
                        <a:pt x="76065" y="92786"/>
                      </a:lnTo>
                      <a:close/>
                    </a:path>
                    <a:path w="137160" h="127635">
                      <a:moveTo>
                        <a:pt x="100042" y="89928"/>
                      </a:moveTo>
                      <a:lnTo>
                        <a:pt x="78765" y="89928"/>
                      </a:lnTo>
                      <a:lnTo>
                        <a:pt x="80899" y="91668"/>
                      </a:lnTo>
                      <a:lnTo>
                        <a:pt x="82842" y="91605"/>
                      </a:lnTo>
                      <a:lnTo>
                        <a:pt x="102948" y="91605"/>
                      </a:lnTo>
                      <a:lnTo>
                        <a:pt x="100042" y="89928"/>
                      </a:lnTo>
                      <a:close/>
                    </a:path>
                    <a:path w="137160" h="127635">
                      <a:moveTo>
                        <a:pt x="59728" y="0"/>
                      </a:moveTo>
                      <a:lnTo>
                        <a:pt x="59740" y="60959"/>
                      </a:lnTo>
                      <a:lnTo>
                        <a:pt x="59537" y="61582"/>
                      </a:lnTo>
                      <a:lnTo>
                        <a:pt x="50914" y="65874"/>
                      </a:lnTo>
                      <a:lnTo>
                        <a:pt x="47180" y="74066"/>
                      </a:lnTo>
                      <a:lnTo>
                        <a:pt x="49250" y="82943"/>
                      </a:lnTo>
                      <a:lnTo>
                        <a:pt x="49250" y="84150"/>
                      </a:lnTo>
                      <a:lnTo>
                        <a:pt x="47663" y="85242"/>
                      </a:lnTo>
                      <a:lnTo>
                        <a:pt x="46736" y="86842"/>
                      </a:lnTo>
                      <a:lnTo>
                        <a:pt x="94693" y="86842"/>
                      </a:lnTo>
                      <a:lnTo>
                        <a:pt x="91589" y="85051"/>
                      </a:lnTo>
                      <a:lnTo>
                        <a:pt x="70078" y="85051"/>
                      </a:lnTo>
                      <a:lnTo>
                        <a:pt x="62382" y="84912"/>
                      </a:lnTo>
                      <a:lnTo>
                        <a:pt x="59358" y="81851"/>
                      </a:lnTo>
                      <a:lnTo>
                        <a:pt x="59271" y="74028"/>
                      </a:lnTo>
                      <a:lnTo>
                        <a:pt x="62484" y="70840"/>
                      </a:lnTo>
                      <a:lnTo>
                        <a:pt x="82760" y="70840"/>
                      </a:lnTo>
                      <a:lnTo>
                        <a:pt x="78587" y="64477"/>
                      </a:lnTo>
                      <a:lnTo>
                        <a:pt x="75057" y="62026"/>
                      </a:lnTo>
                      <a:lnTo>
                        <a:pt x="70599" y="60744"/>
                      </a:lnTo>
                      <a:lnTo>
                        <a:pt x="70586" y="59042"/>
                      </a:lnTo>
                      <a:lnTo>
                        <a:pt x="70294" y="57175"/>
                      </a:lnTo>
                      <a:lnTo>
                        <a:pt x="71043" y="56070"/>
                      </a:lnTo>
                      <a:lnTo>
                        <a:pt x="76085" y="53301"/>
                      </a:lnTo>
                      <a:lnTo>
                        <a:pt x="79286" y="51155"/>
                      </a:lnTo>
                      <a:lnTo>
                        <a:pt x="83870" y="48590"/>
                      </a:lnTo>
                      <a:lnTo>
                        <a:pt x="83997" y="47929"/>
                      </a:lnTo>
                      <a:lnTo>
                        <a:pt x="82600" y="43535"/>
                      </a:lnTo>
                      <a:lnTo>
                        <a:pt x="81762" y="40360"/>
                      </a:lnTo>
                      <a:lnTo>
                        <a:pt x="70523" y="1498"/>
                      </a:lnTo>
                      <a:lnTo>
                        <a:pt x="63157" y="165"/>
                      </a:lnTo>
                      <a:lnTo>
                        <a:pt x="59728" y="0"/>
                      </a:lnTo>
                      <a:close/>
                    </a:path>
                    <a:path w="137160" h="127635">
                      <a:moveTo>
                        <a:pt x="82760" y="70840"/>
                      </a:moveTo>
                      <a:lnTo>
                        <a:pt x="62484" y="70840"/>
                      </a:lnTo>
                      <a:lnTo>
                        <a:pt x="70231" y="70954"/>
                      </a:lnTo>
                      <a:lnTo>
                        <a:pt x="73253" y="74028"/>
                      </a:lnTo>
                      <a:lnTo>
                        <a:pt x="73279" y="81851"/>
                      </a:lnTo>
                      <a:lnTo>
                        <a:pt x="70078" y="85051"/>
                      </a:lnTo>
                      <a:lnTo>
                        <a:pt x="91589" y="85051"/>
                      </a:lnTo>
                      <a:lnTo>
                        <a:pt x="84302" y="80848"/>
                      </a:lnTo>
                      <a:lnTo>
                        <a:pt x="83731" y="80238"/>
                      </a:lnTo>
                      <a:lnTo>
                        <a:pt x="84162" y="74980"/>
                      </a:lnTo>
                      <a:lnTo>
                        <a:pt x="83172" y="71462"/>
                      </a:lnTo>
                      <a:lnTo>
                        <a:pt x="82760" y="7084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40" name="object 130">
                  <a:extLst>
                    <a:ext uri="{FF2B5EF4-FFF2-40B4-BE49-F238E27FC236}">
                      <a16:creationId xmlns:a16="http://schemas.microsoft.com/office/drawing/2014/main" id="{4293683F-73C9-E6A0-4D0E-B8E34971774A}"/>
                    </a:ext>
                  </a:extLst>
                </p:cNvPr>
                <p:cNvSpPr/>
                <p:nvPr/>
              </p:nvSpPr>
              <p:spPr>
                <a:xfrm>
                  <a:off x="10330927" y="2373243"/>
                  <a:ext cx="44648" cy="176609"/>
                </a:xfrm>
                <a:custGeom>
                  <a:avLst/>
                  <a:gdLst/>
                  <a:ahLst/>
                  <a:cxnLst/>
                  <a:rect l="l" t="t" r="r" b="b"/>
                  <a:pathLst>
                    <a:path w="28575" h="113029">
                      <a:moveTo>
                        <a:pt x="8623" y="0"/>
                      </a:moveTo>
                      <a:lnTo>
                        <a:pt x="8153" y="508"/>
                      </a:lnTo>
                      <a:lnTo>
                        <a:pt x="7490" y="15025"/>
                      </a:lnTo>
                      <a:lnTo>
                        <a:pt x="6228" y="40239"/>
                      </a:lnTo>
                      <a:lnTo>
                        <a:pt x="5778" y="93846"/>
                      </a:lnTo>
                      <a:lnTo>
                        <a:pt x="0" y="95211"/>
                      </a:lnTo>
                      <a:lnTo>
                        <a:pt x="0" y="112585"/>
                      </a:lnTo>
                      <a:lnTo>
                        <a:pt x="28143" y="112585"/>
                      </a:lnTo>
                      <a:lnTo>
                        <a:pt x="28143" y="95211"/>
                      </a:lnTo>
                      <a:lnTo>
                        <a:pt x="25450" y="95211"/>
                      </a:lnTo>
                      <a:lnTo>
                        <a:pt x="23936" y="87531"/>
                      </a:lnTo>
                      <a:lnTo>
                        <a:pt x="23159" y="70577"/>
                      </a:lnTo>
                      <a:lnTo>
                        <a:pt x="22849" y="53482"/>
                      </a:lnTo>
                      <a:lnTo>
                        <a:pt x="22283" y="37878"/>
                      </a:lnTo>
                      <a:lnTo>
                        <a:pt x="21756" y="25567"/>
                      </a:lnTo>
                      <a:lnTo>
                        <a:pt x="20942" y="9080"/>
                      </a:lnTo>
                      <a:lnTo>
                        <a:pt x="20400" y="177"/>
                      </a:lnTo>
                      <a:lnTo>
                        <a:pt x="13627" y="177"/>
                      </a:lnTo>
                      <a:lnTo>
                        <a:pt x="8623" y="0"/>
                      </a:lnTo>
                      <a:close/>
                    </a:path>
                    <a:path w="28575" h="113029">
                      <a:moveTo>
                        <a:pt x="20396" y="101"/>
                      </a:moveTo>
                      <a:lnTo>
                        <a:pt x="13627" y="177"/>
                      </a:lnTo>
                      <a:lnTo>
                        <a:pt x="20400" y="177"/>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grpSp>
          <p:nvGrpSpPr>
            <p:cNvPr id="627" name="Group 626">
              <a:extLst>
                <a:ext uri="{FF2B5EF4-FFF2-40B4-BE49-F238E27FC236}">
                  <a16:creationId xmlns:a16="http://schemas.microsoft.com/office/drawing/2014/main" id="{0316F609-A43A-49EF-F278-F78EF748A611}"/>
                </a:ext>
              </a:extLst>
            </p:cNvPr>
            <p:cNvGrpSpPr/>
            <p:nvPr/>
          </p:nvGrpSpPr>
          <p:grpSpPr>
            <a:xfrm>
              <a:off x="2720210" y="2412440"/>
              <a:ext cx="283766" cy="310485"/>
              <a:chOff x="2131557" y="3941199"/>
              <a:chExt cx="443385" cy="485133"/>
            </a:xfrm>
            <a:solidFill>
              <a:srgbClr val="8C8C8C">
                <a:lumMod val="75000"/>
              </a:srgbClr>
            </a:solidFill>
          </p:grpSpPr>
          <p:sp>
            <p:nvSpPr>
              <p:cNvPr id="628" name="object 134">
                <a:extLst>
                  <a:ext uri="{FF2B5EF4-FFF2-40B4-BE49-F238E27FC236}">
                    <a16:creationId xmlns:a16="http://schemas.microsoft.com/office/drawing/2014/main" id="{568E435E-F8E3-170F-8DDB-5860335DE6FA}"/>
                  </a:ext>
                </a:extLst>
              </p:cNvPr>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29" name="object 135">
                <a:extLst>
                  <a:ext uri="{FF2B5EF4-FFF2-40B4-BE49-F238E27FC236}">
                    <a16:creationId xmlns:a16="http://schemas.microsoft.com/office/drawing/2014/main" id="{063D3235-0B4D-AEC0-287E-EF555032457B}"/>
                  </a:ext>
                </a:extLst>
              </p:cNvPr>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0" name="object 136">
                <a:extLst>
                  <a:ext uri="{FF2B5EF4-FFF2-40B4-BE49-F238E27FC236}">
                    <a16:creationId xmlns:a16="http://schemas.microsoft.com/office/drawing/2014/main" id="{6CC8592A-12E7-4939-2871-FE183446843F}"/>
                  </a:ext>
                </a:extLst>
              </p:cNvPr>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1" name="object 137">
                <a:extLst>
                  <a:ext uri="{FF2B5EF4-FFF2-40B4-BE49-F238E27FC236}">
                    <a16:creationId xmlns:a16="http://schemas.microsoft.com/office/drawing/2014/main" id="{319E9915-2F20-E19A-C52C-5D665938311E}"/>
                  </a:ext>
                </a:extLst>
              </p:cNvPr>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2" name="object 138">
                <a:extLst>
                  <a:ext uri="{FF2B5EF4-FFF2-40B4-BE49-F238E27FC236}">
                    <a16:creationId xmlns:a16="http://schemas.microsoft.com/office/drawing/2014/main" id="{BAA591B2-CD38-8605-951E-FE55B856C5FF}"/>
                  </a:ext>
                </a:extLst>
              </p:cNvPr>
              <p:cNvSpPr/>
              <p:nvPr/>
            </p:nvSpPr>
            <p:spPr>
              <a:xfrm>
                <a:off x="2418881" y="4238544"/>
                <a:ext cx="79063" cy="52710"/>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3" name="object 139">
                <a:extLst>
                  <a:ext uri="{FF2B5EF4-FFF2-40B4-BE49-F238E27FC236}">
                    <a16:creationId xmlns:a16="http://schemas.microsoft.com/office/drawing/2014/main" id="{54798111-2F68-BFC1-2A61-C325203F933C}"/>
                  </a:ext>
                </a:extLst>
              </p:cNvPr>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4" name="object 140">
                <a:extLst>
                  <a:ext uri="{FF2B5EF4-FFF2-40B4-BE49-F238E27FC236}">
                    <a16:creationId xmlns:a16="http://schemas.microsoft.com/office/drawing/2014/main" id="{36E3D713-F0D8-F7A0-18BC-56B091F32851}"/>
                  </a:ext>
                </a:extLst>
              </p:cNvPr>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5" name="object 142">
                <a:extLst>
                  <a:ext uri="{FF2B5EF4-FFF2-40B4-BE49-F238E27FC236}">
                    <a16:creationId xmlns:a16="http://schemas.microsoft.com/office/drawing/2014/main" id="{211A7E6A-DAAD-36E4-08F9-4A2F8E7A6874}"/>
                  </a:ext>
                </a:extLst>
              </p:cNvPr>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36" name="object 137">
                <a:extLst>
                  <a:ext uri="{FF2B5EF4-FFF2-40B4-BE49-F238E27FC236}">
                    <a16:creationId xmlns:a16="http://schemas.microsoft.com/office/drawing/2014/main" id="{5B7F5F1E-5530-11A2-F870-D82E876E689E}"/>
                  </a:ext>
                </a:extLst>
              </p:cNvPr>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grpSp>
        <p:nvGrpSpPr>
          <p:cNvPr id="653" name="Group 652">
            <a:extLst>
              <a:ext uri="{FF2B5EF4-FFF2-40B4-BE49-F238E27FC236}">
                <a16:creationId xmlns:a16="http://schemas.microsoft.com/office/drawing/2014/main" id="{4026CF28-E81D-C38A-6858-18B0A5C67A66}"/>
              </a:ext>
            </a:extLst>
          </p:cNvPr>
          <p:cNvGrpSpPr/>
          <p:nvPr/>
        </p:nvGrpSpPr>
        <p:grpSpPr>
          <a:xfrm>
            <a:off x="7699385" y="2508707"/>
            <a:ext cx="257401" cy="146013"/>
            <a:chOff x="6585383" y="2702434"/>
            <a:chExt cx="291721" cy="165481"/>
          </a:xfrm>
        </p:grpSpPr>
        <p:sp>
          <p:nvSpPr>
            <p:cNvPr id="654" name="Freeform 50">
              <a:extLst>
                <a:ext uri="{FF2B5EF4-FFF2-40B4-BE49-F238E27FC236}">
                  <a16:creationId xmlns:a16="http://schemas.microsoft.com/office/drawing/2014/main" id="{52D768F0-CB54-A229-B266-2C1A98F1FFD1}"/>
                </a:ext>
              </a:extLst>
            </p:cNvPr>
            <p:cNvSpPr>
              <a:spLocks noEditPoints="1"/>
            </p:cNvSpPr>
            <p:nvPr/>
          </p:nvSpPr>
          <p:spPr bwMode="auto">
            <a:xfrm>
              <a:off x="6791864" y="2778343"/>
              <a:ext cx="61676" cy="89572"/>
            </a:xfrm>
            <a:custGeom>
              <a:avLst/>
              <a:gdLst>
                <a:gd name="T0" fmla="*/ 5 w 111"/>
                <a:gd name="T1" fmla="*/ 57 h 151"/>
                <a:gd name="T2" fmla="*/ 0 w 111"/>
                <a:gd name="T3" fmla="*/ 80 h 151"/>
                <a:gd name="T4" fmla="*/ 99 w 111"/>
                <a:gd name="T5" fmla="*/ 90 h 151"/>
                <a:gd name="T6" fmla="*/ 5 w 111"/>
                <a:gd name="T7" fmla="*/ 57 h 151"/>
                <a:gd name="T8" fmla="*/ 25 w 111"/>
                <a:gd name="T9" fmla="*/ 81 h 151"/>
                <a:gd name="T10" fmla="*/ 75 w 111"/>
                <a:gd name="T11" fmla="*/ 75 h 151"/>
                <a:gd name="T12" fmla="*/ 25 w 111"/>
                <a:gd name="T13" fmla="*/ 81 h 151"/>
              </a:gdLst>
              <a:ahLst/>
              <a:cxnLst>
                <a:cxn ang="0">
                  <a:pos x="T0" y="T1"/>
                </a:cxn>
                <a:cxn ang="0">
                  <a:pos x="T2" y="T3"/>
                </a:cxn>
                <a:cxn ang="0">
                  <a:pos x="T4" y="T5"/>
                </a:cxn>
                <a:cxn ang="0">
                  <a:pos x="T6" y="T7"/>
                </a:cxn>
                <a:cxn ang="0">
                  <a:pos x="T8" y="T9"/>
                </a:cxn>
                <a:cxn ang="0">
                  <a:pos x="T10" y="T11"/>
                </a:cxn>
                <a:cxn ang="0">
                  <a:pos x="T12" y="T13"/>
                </a:cxn>
              </a:cxnLst>
              <a:rect l="0" t="0" r="r" b="b"/>
              <a:pathLst>
                <a:path w="111" h="151">
                  <a:moveTo>
                    <a:pt x="5" y="57"/>
                  </a:moveTo>
                  <a:cubicBezTo>
                    <a:pt x="2" y="64"/>
                    <a:pt x="0" y="71"/>
                    <a:pt x="0" y="80"/>
                  </a:cubicBezTo>
                  <a:cubicBezTo>
                    <a:pt x="2" y="145"/>
                    <a:pt x="88" y="151"/>
                    <a:pt x="99" y="90"/>
                  </a:cubicBezTo>
                  <a:cubicBezTo>
                    <a:pt x="111" y="30"/>
                    <a:pt x="31" y="0"/>
                    <a:pt x="5" y="57"/>
                  </a:cubicBezTo>
                  <a:close/>
                  <a:moveTo>
                    <a:pt x="25" y="81"/>
                  </a:moveTo>
                  <a:cubicBezTo>
                    <a:pt x="25" y="48"/>
                    <a:pt x="69" y="45"/>
                    <a:pt x="75" y="75"/>
                  </a:cubicBezTo>
                  <a:cubicBezTo>
                    <a:pt x="82" y="113"/>
                    <a:pt x="25" y="120"/>
                    <a:pt x="25" y="81"/>
                  </a:cubicBez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55" name="Freeform 51">
              <a:extLst>
                <a:ext uri="{FF2B5EF4-FFF2-40B4-BE49-F238E27FC236}">
                  <a16:creationId xmlns:a16="http://schemas.microsoft.com/office/drawing/2014/main" id="{C540F844-5DCC-BFDC-86AD-4578518EF1BC}"/>
                </a:ext>
              </a:extLst>
            </p:cNvPr>
            <p:cNvSpPr>
              <a:spLocks noEditPoints="1"/>
            </p:cNvSpPr>
            <p:nvPr/>
          </p:nvSpPr>
          <p:spPr bwMode="auto">
            <a:xfrm>
              <a:off x="6609317" y="2777584"/>
              <a:ext cx="60258" cy="89193"/>
            </a:xfrm>
            <a:custGeom>
              <a:avLst/>
              <a:gdLst>
                <a:gd name="T0" fmla="*/ 5 w 109"/>
                <a:gd name="T1" fmla="*/ 56 h 150"/>
                <a:gd name="T2" fmla="*/ 0 w 109"/>
                <a:gd name="T3" fmla="*/ 79 h 150"/>
                <a:gd name="T4" fmla="*/ 100 w 109"/>
                <a:gd name="T5" fmla="*/ 87 h 150"/>
                <a:gd name="T6" fmla="*/ 5 w 109"/>
                <a:gd name="T7" fmla="*/ 56 h 150"/>
                <a:gd name="T8" fmla="*/ 25 w 109"/>
                <a:gd name="T9" fmla="*/ 80 h 150"/>
                <a:gd name="T10" fmla="*/ 76 w 109"/>
                <a:gd name="T11" fmla="*/ 76 h 150"/>
                <a:gd name="T12" fmla="*/ 25 w 109"/>
                <a:gd name="T13" fmla="*/ 80 h 150"/>
              </a:gdLst>
              <a:ahLst/>
              <a:cxnLst>
                <a:cxn ang="0">
                  <a:pos x="T0" y="T1"/>
                </a:cxn>
                <a:cxn ang="0">
                  <a:pos x="T2" y="T3"/>
                </a:cxn>
                <a:cxn ang="0">
                  <a:pos x="T4" y="T5"/>
                </a:cxn>
                <a:cxn ang="0">
                  <a:pos x="T6" y="T7"/>
                </a:cxn>
                <a:cxn ang="0">
                  <a:pos x="T8" y="T9"/>
                </a:cxn>
                <a:cxn ang="0">
                  <a:pos x="T10" y="T11"/>
                </a:cxn>
                <a:cxn ang="0">
                  <a:pos x="T12" y="T13"/>
                </a:cxn>
              </a:cxnLst>
              <a:rect l="0" t="0" r="r" b="b"/>
              <a:pathLst>
                <a:path w="109" h="150">
                  <a:moveTo>
                    <a:pt x="5" y="56"/>
                  </a:moveTo>
                  <a:cubicBezTo>
                    <a:pt x="2" y="63"/>
                    <a:pt x="1" y="71"/>
                    <a:pt x="0" y="79"/>
                  </a:cubicBezTo>
                  <a:cubicBezTo>
                    <a:pt x="2" y="146"/>
                    <a:pt x="91" y="150"/>
                    <a:pt x="100" y="87"/>
                  </a:cubicBezTo>
                  <a:cubicBezTo>
                    <a:pt x="109" y="28"/>
                    <a:pt x="31" y="0"/>
                    <a:pt x="5" y="56"/>
                  </a:cubicBezTo>
                  <a:close/>
                  <a:moveTo>
                    <a:pt x="25" y="80"/>
                  </a:moveTo>
                  <a:cubicBezTo>
                    <a:pt x="26" y="46"/>
                    <a:pt x="71" y="44"/>
                    <a:pt x="76" y="76"/>
                  </a:cubicBezTo>
                  <a:cubicBezTo>
                    <a:pt x="81" y="113"/>
                    <a:pt x="26" y="119"/>
                    <a:pt x="25" y="80"/>
                  </a:cubicBez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56" name="Freeform 52">
              <a:extLst>
                <a:ext uri="{FF2B5EF4-FFF2-40B4-BE49-F238E27FC236}">
                  <a16:creationId xmlns:a16="http://schemas.microsoft.com/office/drawing/2014/main" id="{0B477BED-DB06-586C-2AC2-7754222AF20C}"/>
                </a:ext>
              </a:extLst>
            </p:cNvPr>
            <p:cNvSpPr>
              <a:spLocks noEditPoints="1"/>
            </p:cNvSpPr>
            <p:nvPr/>
          </p:nvSpPr>
          <p:spPr bwMode="auto">
            <a:xfrm>
              <a:off x="6585383" y="2702434"/>
              <a:ext cx="291721" cy="125250"/>
            </a:xfrm>
            <a:custGeom>
              <a:avLst/>
              <a:gdLst>
                <a:gd name="T0" fmla="*/ 526 w 526"/>
                <a:gd name="T1" fmla="*/ 89 h 211"/>
                <a:gd name="T2" fmla="*/ 468 w 526"/>
                <a:gd name="T3" fmla="*/ 79 h 211"/>
                <a:gd name="T4" fmla="*/ 390 w 526"/>
                <a:gd name="T5" fmla="*/ 2 h 211"/>
                <a:gd name="T6" fmla="*/ 383 w 526"/>
                <a:gd name="T7" fmla="*/ 0 h 211"/>
                <a:gd name="T8" fmla="*/ 216 w 526"/>
                <a:gd name="T9" fmla="*/ 0 h 211"/>
                <a:gd name="T10" fmla="*/ 133 w 526"/>
                <a:gd name="T11" fmla="*/ 77 h 211"/>
                <a:gd name="T12" fmla="*/ 3 w 526"/>
                <a:gd name="T13" fmla="*/ 101 h 211"/>
                <a:gd name="T14" fmla="*/ 1 w 526"/>
                <a:gd name="T15" fmla="*/ 107 h 211"/>
                <a:gd name="T16" fmla="*/ 2 w 526"/>
                <a:gd name="T17" fmla="*/ 204 h 211"/>
                <a:gd name="T18" fmla="*/ 33 w 526"/>
                <a:gd name="T19" fmla="*/ 208 h 211"/>
                <a:gd name="T20" fmla="*/ 53 w 526"/>
                <a:gd name="T21" fmla="*/ 157 h 211"/>
                <a:gd name="T22" fmla="*/ 152 w 526"/>
                <a:gd name="T23" fmla="*/ 207 h 211"/>
                <a:gd name="T24" fmla="*/ 361 w 526"/>
                <a:gd name="T25" fmla="*/ 207 h 211"/>
                <a:gd name="T26" fmla="*/ 380 w 526"/>
                <a:gd name="T27" fmla="*/ 159 h 211"/>
                <a:gd name="T28" fmla="*/ 481 w 526"/>
                <a:gd name="T29" fmla="*/ 207 h 211"/>
                <a:gd name="T30" fmla="*/ 526 w 526"/>
                <a:gd name="T31" fmla="*/ 196 h 211"/>
                <a:gd name="T32" fmla="*/ 526 w 526"/>
                <a:gd name="T33" fmla="*/ 89 h 211"/>
                <a:gd name="T34" fmla="*/ 290 w 526"/>
                <a:gd name="T35" fmla="*/ 78 h 211"/>
                <a:gd name="T36" fmla="*/ 148 w 526"/>
                <a:gd name="T37" fmla="*/ 78 h 211"/>
                <a:gd name="T38" fmla="*/ 221 w 526"/>
                <a:gd name="T39" fmla="*/ 9 h 211"/>
                <a:gd name="T40" fmla="*/ 290 w 526"/>
                <a:gd name="T41" fmla="*/ 9 h 211"/>
                <a:gd name="T42" fmla="*/ 290 w 526"/>
                <a:gd name="T43" fmla="*/ 78 h 211"/>
                <a:gd name="T44" fmla="*/ 393 w 526"/>
                <a:gd name="T45" fmla="*/ 79 h 211"/>
                <a:gd name="T46" fmla="*/ 381 w 526"/>
                <a:gd name="T47" fmla="*/ 79 h 211"/>
                <a:gd name="T48" fmla="*/ 300 w 526"/>
                <a:gd name="T49" fmla="*/ 78 h 211"/>
                <a:gd name="T50" fmla="*/ 381 w 526"/>
                <a:gd name="T51" fmla="*/ 79 h 211"/>
                <a:gd name="T52" fmla="*/ 300 w 526"/>
                <a:gd name="T53" fmla="*/ 78 h 211"/>
                <a:gd name="T54" fmla="*/ 300 w 526"/>
                <a:gd name="T55" fmla="*/ 9 h 211"/>
                <a:gd name="T56" fmla="*/ 375 w 526"/>
                <a:gd name="T57" fmla="*/ 10 h 211"/>
                <a:gd name="T58" fmla="*/ 382 w 526"/>
                <a:gd name="T59" fmla="*/ 16 h 211"/>
                <a:gd name="T60" fmla="*/ 411 w 526"/>
                <a:gd name="T61" fmla="*/ 79 h 211"/>
                <a:gd name="T62" fmla="*/ 393 w 526"/>
                <a:gd name="T63" fmla="*/ 7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6" h="211">
                  <a:moveTo>
                    <a:pt x="526" y="89"/>
                  </a:moveTo>
                  <a:cubicBezTo>
                    <a:pt x="524" y="74"/>
                    <a:pt x="481" y="88"/>
                    <a:pt x="468" y="79"/>
                  </a:cubicBezTo>
                  <a:cubicBezTo>
                    <a:pt x="460" y="74"/>
                    <a:pt x="398" y="5"/>
                    <a:pt x="390" y="2"/>
                  </a:cubicBezTo>
                  <a:cubicBezTo>
                    <a:pt x="383" y="0"/>
                    <a:pt x="383" y="0"/>
                    <a:pt x="383" y="0"/>
                  </a:cubicBezTo>
                  <a:cubicBezTo>
                    <a:pt x="216" y="0"/>
                    <a:pt x="216" y="0"/>
                    <a:pt x="216" y="0"/>
                  </a:cubicBezTo>
                  <a:cubicBezTo>
                    <a:pt x="133" y="77"/>
                    <a:pt x="133" y="77"/>
                    <a:pt x="133" y="77"/>
                  </a:cubicBezTo>
                  <a:cubicBezTo>
                    <a:pt x="128" y="79"/>
                    <a:pt x="7" y="97"/>
                    <a:pt x="3" y="101"/>
                  </a:cubicBezTo>
                  <a:cubicBezTo>
                    <a:pt x="1" y="107"/>
                    <a:pt x="1" y="107"/>
                    <a:pt x="1" y="107"/>
                  </a:cubicBezTo>
                  <a:cubicBezTo>
                    <a:pt x="1" y="117"/>
                    <a:pt x="0" y="200"/>
                    <a:pt x="2" y="204"/>
                  </a:cubicBezTo>
                  <a:cubicBezTo>
                    <a:pt x="6" y="210"/>
                    <a:pt x="22" y="208"/>
                    <a:pt x="33" y="208"/>
                  </a:cubicBezTo>
                  <a:cubicBezTo>
                    <a:pt x="33" y="187"/>
                    <a:pt x="37" y="172"/>
                    <a:pt x="53" y="157"/>
                  </a:cubicBezTo>
                  <a:cubicBezTo>
                    <a:pt x="90" y="123"/>
                    <a:pt x="154" y="146"/>
                    <a:pt x="152" y="207"/>
                  </a:cubicBezTo>
                  <a:cubicBezTo>
                    <a:pt x="361" y="207"/>
                    <a:pt x="361" y="207"/>
                    <a:pt x="361" y="207"/>
                  </a:cubicBezTo>
                  <a:cubicBezTo>
                    <a:pt x="363" y="189"/>
                    <a:pt x="366" y="174"/>
                    <a:pt x="380" y="159"/>
                  </a:cubicBezTo>
                  <a:cubicBezTo>
                    <a:pt x="410" y="127"/>
                    <a:pt x="481" y="145"/>
                    <a:pt x="481" y="207"/>
                  </a:cubicBezTo>
                  <a:cubicBezTo>
                    <a:pt x="510" y="207"/>
                    <a:pt x="526" y="211"/>
                    <a:pt x="526" y="196"/>
                  </a:cubicBezTo>
                  <a:lnTo>
                    <a:pt x="526" y="89"/>
                  </a:lnTo>
                  <a:close/>
                  <a:moveTo>
                    <a:pt x="290" y="78"/>
                  </a:moveTo>
                  <a:cubicBezTo>
                    <a:pt x="148" y="78"/>
                    <a:pt x="148" y="78"/>
                    <a:pt x="148" y="78"/>
                  </a:cubicBezTo>
                  <a:cubicBezTo>
                    <a:pt x="221" y="9"/>
                    <a:pt x="221" y="9"/>
                    <a:pt x="221" y="9"/>
                  </a:cubicBezTo>
                  <a:cubicBezTo>
                    <a:pt x="290" y="9"/>
                    <a:pt x="290" y="9"/>
                    <a:pt x="290" y="9"/>
                  </a:cubicBezTo>
                  <a:lnTo>
                    <a:pt x="290" y="78"/>
                  </a:lnTo>
                  <a:close/>
                  <a:moveTo>
                    <a:pt x="393" y="79"/>
                  </a:moveTo>
                  <a:cubicBezTo>
                    <a:pt x="389" y="79"/>
                    <a:pt x="385" y="79"/>
                    <a:pt x="381" y="79"/>
                  </a:cubicBezTo>
                  <a:cubicBezTo>
                    <a:pt x="348" y="79"/>
                    <a:pt x="302" y="79"/>
                    <a:pt x="300" y="78"/>
                  </a:cubicBezTo>
                  <a:cubicBezTo>
                    <a:pt x="302" y="79"/>
                    <a:pt x="348" y="79"/>
                    <a:pt x="381" y="79"/>
                  </a:cubicBezTo>
                  <a:cubicBezTo>
                    <a:pt x="348" y="79"/>
                    <a:pt x="302" y="79"/>
                    <a:pt x="300" y="78"/>
                  </a:cubicBezTo>
                  <a:cubicBezTo>
                    <a:pt x="300" y="9"/>
                    <a:pt x="300" y="9"/>
                    <a:pt x="300" y="9"/>
                  </a:cubicBezTo>
                  <a:cubicBezTo>
                    <a:pt x="311" y="9"/>
                    <a:pt x="370" y="8"/>
                    <a:pt x="375" y="10"/>
                  </a:cubicBezTo>
                  <a:cubicBezTo>
                    <a:pt x="382" y="16"/>
                    <a:pt x="382" y="16"/>
                    <a:pt x="382" y="16"/>
                  </a:cubicBezTo>
                  <a:cubicBezTo>
                    <a:pt x="411" y="79"/>
                    <a:pt x="411" y="79"/>
                    <a:pt x="411" y="79"/>
                  </a:cubicBezTo>
                  <a:cubicBezTo>
                    <a:pt x="411" y="79"/>
                    <a:pt x="404" y="79"/>
                    <a:pt x="393" y="79"/>
                  </a:cubicBez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57" name="Freeform 53">
              <a:extLst>
                <a:ext uri="{FF2B5EF4-FFF2-40B4-BE49-F238E27FC236}">
                  <a16:creationId xmlns:a16="http://schemas.microsoft.com/office/drawing/2014/main" id="{7ECE2AB2-EA8E-A52D-D21D-08A27DE42892}"/>
                </a:ext>
              </a:extLst>
            </p:cNvPr>
            <p:cNvSpPr>
              <a:spLocks/>
            </p:cNvSpPr>
            <p:nvPr/>
          </p:nvSpPr>
          <p:spPr bwMode="auto">
            <a:xfrm>
              <a:off x="6797181" y="2749118"/>
              <a:ext cx="6734" cy="0"/>
            </a:xfrm>
            <a:custGeom>
              <a:avLst/>
              <a:gdLst>
                <a:gd name="T0" fmla="*/ 0 w 12"/>
                <a:gd name="T1" fmla="*/ 12 w 12"/>
                <a:gd name="T2" fmla="*/ 0 w 12"/>
              </a:gdLst>
              <a:ahLst/>
              <a:cxnLst>
                <a:cxn ang="0">
                  <a:pos x="T0" y="0"/>
                </a:cxn>
                <a:cxn ang="0">
                  <a:pos x="T1" y="0"/>
                </a:cxn>
                <a:cxn ang="0">
                  <a:pos x="T2" y="0"/>
                </a:cxn>
              </a:cxnLst>
              <a:rect l="0" t="0" r="r" b="b"/>
              <a:pathLst>
                <a:path w="12">
                  <a:moveTo>
                    <a:pt x="0" y="0"/>
                  </a:moveTo>
                  <a:cubicBezTo>
                    <a:pt x="4" y="0"/>
                    <a:pt x="8" y="0"/>
                    <a:pt x="12" y="0"/>
                  </a:cubicBezTo>
                  <a:cubicBezTo>
                    <a:pt x="8" y="0"/>
                    <a:pt x="4" y="0"/>
                    <a:pt x="0" y="0"/>
                  </a:cubicBez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grpSp>
      <p:grpSp>
        <p:nvGrpSpPr>
          <p:cNvPr id="658" name="Group 657">
            <a:extLst>
              <a:ext uri="{FF2B5EF4-FFF2-40B4-BE49-F238E27FC236}">
                <a16:creationId xmlns:a16="http://schemas.microsoft.com/office/drawing/2014/main" id="{D61C1714-22C9-ADD5-0444-F41998E2542E}"/>
              </a:ext>
            </a:extLst>
          </p:cNvPr>
          <p:cNvGrpSpPr/>
          <p:nvPr/>
        </p:nvGrpSpPr>
        <p:grpSpPr>
          <a:xfrm>
            <a:off x="7425087" y="2383314"/>
            <a:ext cx="253144" cy="253834"/>
            <a:chOff x="6274512" y="2560324"/>
            <a:chExt cx="286896" cy="287678"/>
          </a:xfrm>
        </p:grpSpPr>
        <p:sp>
          <p:nvSpPr>
            <p:cNvPr id="659" name="Freeform 81">
              <a:extLst>
                <a:ext uri="{FF2B5EF4-FFF2-40B4-BE49-F238E27FC236}">
                  <a16:creationId xmlns:a16="http://schemas.microsoft.com/office/drawing/2014/main" id="{86821445-08BF-C367-9385-1CD8A5C10460}"/>
                </a:ext>
              </a:extLst>
            </p:cNvPr>
            <p:cNvSpPr>
              <a:spLocks/>
            </p:cNvSpPr>
            <p:nvPr/>
          </p:nvSpPr>
          <p:spPr bwMode="auto">
            <a:xfrm>
              <a:off x="6306249" y="2611940"/>
              <a:ext cx="224270" cy="236062"/>
            </a:xfrm>
            <a:custGeom>
              <a:avLst/>
              <a:gdLst>
                <a:gd name="T0" fmla="*/ 230 w 369"/>
                <a:gd name="T1" fmla="*/ 363 h 363"/>
                <a:gd name="T2" fmla="*/ 230 w 369"/>
                <a:gd name="T3" fmla="*/ 213 h 363"/>
                <a:gd name="T4" fmla="*/ 126 w 369"/>
                <a:gd name="T5" fmla="*/ 213 h 363"/>
                <a:gd name="T6" fmla="*/ 126 w 369"/>
                <a:gd name="T7" fmla="*/ 363 h 363"/>
                <a:gd name="T8" fmla="*/ 58 w 369"/>
                <a:gd name="T9" fmla="*/ 363 h 363"/>
                <a:gd name="T10" fmla="*/ 0 w 369"/>
                <a:gd name="T11" fmla="*/ 306 h 363"/>
                <a:gd name="T12" fmla="*/ 0 w 369"/>
                <a:gd name="T13" fmla="*/ 139 h 363"/>
                <a:gd name="T14" fmla="*/ 181 w 369"/>
                <a:gd name="T15" fmla="*/ 0 h 363"/>
                <a:gd name="T16" fmla="*/ 369 w 369"/>
                <a:gd name="T17" fmla="*/ 139 h 363"/>
                <a:gd name="T18" fmla="*/ 369 w 369"/>
                <a:gd name="T19" fmla="*/ 306 h 363"/>
                <a:gd name="T20" fmla="*/ 311 w 369"/>
                <a:gd name="T21" fmla="*/ 363 h 363"/>
                <a:gd name="T22" fmla="*/ 230 w 369"/>
                <a:gd name="T23" fmla="*/ 36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9" h="363">
                  <a:moveTo>
                    <a:pt x="230" y="363"/>
                  </a:moveTo>
                  <a:cubicBezTo>
                    <a:pt x="230" y="213"/>
                    <a:pt x="230" y="213"/>
                    <a:pt x="230" y="213"/>
                  </a:cubicBezTo>
                  <a:cubicBezTo>
                    <a:pt x="126" y="213"/>
                    <a:pt x="126" y="213"/>
                    <a:pt x="126" y="213"/>
                  </a:cubicBezTo>
                  <a:cubicBezTo>
                    <a:pt x="126" y="363"/>
                    <a:pt x="126" y="363"/>
                    <a:pt x="126" y="363"/>
                  </a:cubicBezTo>
                  <a:cubicBezTo>
                    <a:pt x="58" y="363"/>
                    <a:pt x="58" y="363"/>
                    <a:pt x="58" y="363"/>
                  </a:cubicBezTo>
                  <a:cubicBezTo>
                    <a:pt x="26" y="363"/>
                    <a:pt x="0" y="337"/>
                    <a:pt x="0" y="306"/>
                  </a:cubicBezTo>
                  <a:cubicBezTo>
                    <a:pt x="0" y="139"/>
                    <a:pt x="0" y="139"/>
                    <a:pt x="0" y="139"/>
                  </a:cubicBezTo>
                  <a:cubicBezTo>
                    <a:pt x="181" y="0"/>
                    <a:pt x="181" y="0"/>
                    <a:pt x="181" y="0"/>
                  </a:cubicBezTo>
                  <a:cubicBezTo>
                    <a:pt x="369" y="139"/>
                    <a:pt x="369" y="139"/>
                    <a:pt x="369" y="139"/>
                  </a:cubicBezTo>
                  <a:cubicBezTo>
                    <a:pt x="369" y="306"/>
                    <a:pt x="369" y="306"/>
                    <a:pt x="369" y="306"/>
                  </a:cubicBezTo>
                  <a:cubicBezTo>
                    <a:pt x="369" y="337"/>
                    <a:pt x="343" y="363"/>
                    <a:pt x="311" y="363"/>
                  </a:cubicBezTo>
                  <a:lnTo>
                    <a:pt x="230" y="363"/>
                  </a:ln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60" name="Rectangle 82">
              <a:extLst>
                <a:ext uri="{FF2B5EF4-FFF2-40B4-BE49-F238E27FC236}">
                  <a16:creationId xmlns:a16="http://schemas.microsoft.com/office/drawing/2014/main" id="{882B352F-6D55-DC2E-3B05-D46EA1C417ED}"/>
                </a:ext>
              </a:extLst>
            </p:cNvPr>
            <p:cNvSpPr>
              <a:spLocks noChangeArrowheads="1"/>
            </p:cNvSpPr>
            <p:nvPr/>
          </p:nvSpPr>
          <p:spPr bwMode="auto">
            <a:xfrm>
              <a:off x="6483549" y="2596571"/>
              <a:ext cx="19465" cy="37607"/>
            </a:xfrm>
            <a:prstGeom prst="rect">
              <a:avLst/>
            </a:pr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61" name="Freeform 83">
              <a:extLst>
                <a:ext uri="{FF2B5EF4-FFF2-40B4-BE49-F238E27FC236}">
                  <a16:creationId xmlns:a16="http://schemas.microsoft.com/office/drawing/2014/main" id="{5C486C69-A67C-6B14-EBFC-3D8F1376E90B}"/>
                </a:ext>
              </a:extLst>
            </p:cNvPr>
            <p:cNvSpPr>
              <a:spLocks/>
            </p:cNvSpPr>
            <p:nvPr/>
          </p:nvSpPr>
          <p:spPr bwMode="auto">
            <a:xfrm>
              <a:off x="6274512" y="2560324"/>
              <a:ext cx="153604" cy="135929"/>
            </a:xfrm>
            <a:custGeom>
              <a:avLst/>
              <a:gdLst>
                <a:gd name="T0" fmla="*/ 36 w 253"/>
                <a:gd name="T1" fmla="*/ 202 h 209"/>
                <a:gd name="T2" fmla="*/ 7 w 253"/>
                <a:gd name="T3" fmla="*/ 198 h 209"/>
                <a:gd name="T4" fmla="*/ 7 w 253"/>
                <a:gd name="T5" fmla="*/ 198 h 209"/>
                <a:gd name="T6" fmla="*/ 11 w 253"/>
                <a:gd name="T7" fmla="*/ 169 h 209"/>
                <a:gd name="T8" fmla="*/ 217 w 253"/>
                <a:gd name="T9" fmla="*/ 7 h 209"/>
                <a:gd name="T10" fmla="*/ 246 w 253"/>
                <a:gd name="T11" fmla="*/ 10 h 209"/>
                <a:gd name="T12" fmla="*/ 246 w 253"/>
                <a:gd name="T13" fmla="*/ 10 h 209"/>
                <a:gd name="T14" fmla="*/ 242 w 253"/>
                <a:gd name="T15" fmla="*/ 39 h 209"/>
                <a:gd name="T16" fmla="*/ 36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36" y="202"/>
                  </a:moveTo>
                  <a:cubicBezTo>
                    <a:pt x="27" y="209"/>
                    <a:pt x="14" y="207"/>
                    <a:pt x="7" y="198"/>
                  </a:cubicBezTo>
                  <a:cubicBezTo>
                    <a:pt x="7" y="198"/>
                    <a:pt x="7" y="198"/>
                    <a:pt x="7" y="198"/>
                  </a:cubicBezTo>
                  <a:cubicBezTo>
                    <a:pt x="0" y="190"/>
                    <a:pt x="2" y="176"/>
                    <a:pt x="11" y="169"/>
                  </a:cubicBezTo>
                  <a:cubicBezTo>
                    <a:pt x="217" y="7"/>
                    <a:pt x="217" y="7"/>
                    <a:pt x="217" y="7"/>
                  </a:cubicBezTo>
                  <a:cubicBezTo>
                    <a:pt x="226" y="0"/>
                    <a:pt x="239" y="1"/>
                    <a:pt x="246" y="10"/>
                  </a:cubicBezTo>
                  <a:cubicBezTo>
                    <a:pt x="246" y="10"/>
                    <a:pt x="246" y="10"/>
                    <a:pt x="246" y="10"/>
                  </a:cubicBezTo>
                  <a:cubicBezTo>
                    <a:pt x="253" y="19"/>
                    <a:pt x="251" y="32"/>
                    <a:pt x="242" y="39"/>
                  </a:cubicBezTo>
                  <a:lnTo>
                    <a:pt x="36" y="202"/>
                  </a:ln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62" name="Freeform 84">
              <a:extLst>
                <a:ext uri="{FF2B5EF4-FFF2-40B4-BE49-F238E27FC236}">
                  <a16:creationId xmlns:a16="http://schemas.microsoft.com/office/drawing/2014/main" id="{C83677D0-F25C-CE32-A8EC-E4A8A7A04F7B}"/>
                </a:ext>
              </a:extLst>
            </p:cNvPr>
            <p:cNvSpPr>
              <a:spLocks/>
            </p:cNvSpPr>
            <p:nvPr/>
          </p:nvSpPr>
          <p:spPr bwMode="auto">
            <a:xfrm>
              <a:off x="6407804" y="2560324"/>
              <a:ext cx="153604" cy="135929"/>
            </a:xfrm>
            <a:custGeom>
              <a:avLst/>
              <a:gdLst>
                <a:gd name="T0" fmla="*/ 217 w 253"/>
                <a:gd name="T1" fmla="*/ 202 h 209"/>
                <a:gd name="T2" fmla="*/ 246 w 253"/>
                <a:gd name="T3" fmla="*/ 198 h 209"/>
                <a:gd name="T4" fmla="*/ 246 w 253"/>
                <a:gd name="T5" fmla="*/ 198 h 209"/>
                <a:gd name="T6" fmla="*/ 242 w 253"/>
                <a:gd name="T7" fmla="*/ 169 h 209"/>
                <a:gd name="T8" fmla="*/ 36 w 253"/>
                <a:gd name="T9" fmla="*/ 7 h 209"/>
                <a:gd name="T10" fmla="*/ 7 w 253"/>
                <a:gd name="T11" fmla="*/ 10 h 209"/>
                <a:gd name="T12" fmla="*/ 7 w 253"/>
                <a:gd name="T13" fmla="*/ 10 h 209"/>
                <a:gd name="T14" fmla="*/ 10 w 253"/>
                <a:gd name="T15" fmla="*/ 39 h 209"/>
                <a:gd name="T16" fmla="*/ 217 w 253"/>
                <a:gd name="T17" fmla="*/ 202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09">
                  <a:moveTo>
                    <a:pt x="217" y="202"/>
                  </a:moveTo>
                  <a:cubicBezTo>
                    <a:pt x="226" y="209"/>
                    <a:pt x="239" y="207"/>
                    <a:pt x="246" y="198"/>
                  </a:cubicBezTo>
                  <a:cubicBezTo>
                    <a:pt x="246" y="198"/>
                    <a:pt x="246" y="198"/>
                    <a:pt x="246" y="198"/>
                  </a:cubicBezTo>
                  <a:cubicBezTo>
                    <a:pt x="253" y="190"/>
                    <a:pt x="251" y="176"/>
                    <a:pt x="242" y="169"/>
                  </a:cubicBezTo>
                  <a:cubicBezTo>
                    <a:pt x="36" y="7"/>
                    <a:pt x="36" y="7"/>
                    <a:pt x="36" y="7"/>
                  </a:cubicBezTo>
                  <a:cubicBezTo>
                    <a:pt x="27" y="0"/>
                    <a:pt x="14" y="1"/>
                    <a:pt x="7" y="10"/>
                  </a:cubicBezTo>
                  <a:cubicBezTo>
                    <a:pt x="7" y="10"/>
                    <a:pt x="7" y="10"/>
                    <a:pt x="7" y="10"/>
                  </a:cubicBezTo>
                  <a:cubicBezTo>
                    <a:pt x="0" y="19"/>
                    <a:pt x="1" y="32"/>
                    <a:pt x="10" y="39"/>
                  </a:cubicBezTo>
                  <a:lnTo>
                    <a:pt x="217" y="202"/>
                  </a:lnTo>
                  <a:close/>
                </a:path>
              </a:pathLst>
            </a:custGeom>
            <a:solidFill>
              <a:srgbClr val="8C8C8C">
                <a:lumMod val="75000"/>
              </a:srgbClr>
            </a:solidFill>
            <a:ln>
              <a:noFill/>
            </a:ln>
          </p:spPr>
          <p:txBody>
            <a:bodyPr vert="horz" wrap="square" lIns="80681" tIns="40341" rIns="80681" bIns="40341" numCol="1" anchor="t" anchorCtr="0" compatLnSpc="1">
              <a:prstTxWarp prst="textNoShape">
                <a:avLst/>
              </a:prstTxWarp>
            </a:bodyPr>
            <a:lstStyle/>
            <a:p>
              <a:pPr defTabSz="806869">
                <a:defRPr/>
              </a:pPr>
              <a:endParaRPr lang="en-US" kern="0">
                <a:solidFill>
                  <a:srgbClr val="5C5C5C"/>
                </a:solidFill>
                <a:latin typeface="Arial" panose="020B0604020202020204" pitchFamily="34" charset="0"/>
                <a:cs typeface="Arial" panose="020B0604020202020204" pitchFamily="34" charset="0"/>
              </a:endParaRPr>
            </a:p>
          </p:txBody>
        </p:sp>
        <p:sp>
          <p:nvSpPr>
            <p:cNvPr id="663" name="Rectangle 662">
              <a:extLst>
                <a:ext uri="{FF2B5EF4-FFF2-40B4-BE49-F238E27FC236}">
                  <a16:creationId xmlns:a16="http://schemas.microsoft.com/office/drawing/2014/main" id="{238A9E8B-0E20-B065-68AB-1ABF89097823}"/>
                </a:ext>
              </a:extLst>
            </p:cNvPr>
            <p:cNvSpPr/>
            <p:nvPr/>
          </p:nvSpPr>
          <p:spPr>
            <a:xfrm>
              <a:off x="6304057" y="2771682"/>
              <a:ext cx="49339" cy="76320"/>
            </a:xfrm>
            <a:prstGeom prst="rect">
              <a:avLst/>
            </a:prstGeom>
            <a:solidFill>
              <a:srgbClr val="8C8C8C">
                <a:lumMod val="75000"/>
              </a:srgbClr>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64" name="Rectangle 663">
              <a:extLst>
                <a:ext uri="{FF2B5EF4-FFF2-40B4-BE49-F238E27FC236}">
                  <a16:creationId xmlns:a16="http://schemas.microsoft.com/office/drawing/2014/main" id="{11998C74-3BF4-16DC-6CD0-7BE8650E1962}"/>
                </a:ext>
              </a:extLst>
            </p:cNvPr>
            <p:cNvSpPr/>
            <p:nvPr/>
          </p:nvSpPr>
          <p:spPr>
            <a:xfrm>
              <a:off x="6481178" y="2771682"/>
              <a:ext cx="49339" cy="76320"/>
            </a:xfrm>
            <a:prstGeom prst="rect">
              <a:avLst/>
            </a:prstGeom>
            <a:solidFill>
              <a:srgbClr val="8C8C8C">
                <a:lumMod val="75000"/>
              </a:srgbClr>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665" name="Group 664">
            <a:extLst>
              <a:ext uri="{FF2B5EF4-FFF2-40B4-BE49-F238E27FC236}">
                <a16:creationId xmlns:a16="http://schemas.microsoft.com/office/drawing/2014/main" id="{48CE800D-7293-ABE2-B230-B4226D85A43C}"/>
              </a:ext>
            </a:extLst>
          </p:cNvPr>
          <p:cNvGrpSpPr/>
          <p:nvPr/>
        </p:nvGrpSpPr>
        <p:grpSpPr>
          <a:xfrm>
            <a:off x="6605784" y="2274026"/>
            <a:ext cx="318657" cy="363114"/>
            <a:chOff x="5345967" y="2436463"/>
            <a:chExt cx="361145" cy="411529"/>
          </a:xfrm>
        </p:grpSpPr>
        <p:sp>
          <p:nvSpPr>
            <p:cNvPr id="666" name="object 47">
              <a:extLst>
                <a:ext uri="{FF2B5EF4-FFF2-40B4-BE49-F238E27FC236}">
                  <a16:creationId xmlns:a16="http://schemas.microsoft.com/office/drawing/2014/main" id="{25BA5E0C-1D3F-94F0-CFDD-BBB0E3A31BBD}"/>
                </a:ext>
              </a:extLst>
            </p:cNvPr>
            <p:cNvSpPr>
              <a:spLocks noChangeAspect="1"/>
            </p:cNvSpPr>
            <p:nvPr/>
          </p:nvSpPr>
          <p:spPr>
            <a:xfrm flipH="1">
              <a:off x="5345967" y="2471507"/>
              <a:ext cx="361137" cy="376485"/>
            </a:xfrm>
            <a:custGeom>
              <a:avLst/>
              <a:gdLst/>
              <a:ahLst/>
              <a:cxnLst/>
              <a:rect l="l" t="t" r="r" b="b"/>
              <a:pathLst>
                <a:path w="179705" h="189230">
                  <a:moveTo>
                    <a:pt x="89687" y="0"/>
                  </a:moveTo>
                  <a:lnTo>
                    <a:pt x="0" y="46774"/>
                  </a:lnTo>
                  <a:lnTo>
                    <a:pt x="0" y="189026"/>
                  </a:lnTo>
                  <a:lnTo>
                    <a:pt x="179374" y="189026"/>
                  </a:lnTo>
                  <a:lnTo>
                    <a:pt x="179374" y="46774"/>
                  </a:lnTo>
                  <a:lnTo>
                    <a:pt x="89687" y="0"/>
                  </a:lnTo>
                  <a:close/>
                </a:path>
              </a:pathLst>
            </a:custGeom>
            <a:solidFill>
              <a:srgbClr val="8C8C8C">
                <a:lumMod val="75000"/>
              </a:srgbClr>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667" name="Rectangle 666">
              <a:extLst>
                <a:ext uri="{FF2B5EF4-FFF2-40B4-BE49-F238E27FC236}">
                  <a16:creationId xmlns:a16="http://schemas.microsoft.com/office/drawing/2014/main" id="{BF350014-30C2-F235-ACF8-A1FE3F3F19C5}"/>
                </a:ext>
              </a:extLst>
            </p:cNvPr>
            <p:cNvSpPr>
              <a:spLocks noChangeAspect="1"/>
            </p:cNvSpPr>
            <p:nvPr/>
          </p:nvSpPr>
          <p:spPr>
            <a:xfrm flipH="1">
              <a:off x="5377479" y="2518511"/>
              <a:ext cx="294015" cy="29107"/>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68" name="object 48">
              <a:extLst>
                <a:ext uri="{FF2B5EF4-FFF2-40B4-BE49-F238E27FC236}">
                  <a16:creationId xmlns:a16="http://schemas.microsoft.com/office/drawing/2014/main" id="{1A3F186B-D339-54F1-9201-596F49A6411D}"/>
                </a:ext>
              </a:extLst>
            </p:cNvPr>
            <p:cNvSpPr>
              <a:spLocks noChangeAspect="1"/>
            </p:cNvSpPr>
            <p:nvPr/>
          </p:nvSpPr>
          <p:spPr>
            <a:xfrm flipH="1">
              <a:off x="5345975" y="2436463"/>
              <a:ext cx="361137" cy="114966"/>
            </a:xfrm>
            <a:custGeom>
              <a:avLst/>
              <a:gdLst/>
              <a:ahLst/>
              <a:cxnLst/>
              <a:rect l="l" t="t" r="r" b="b"/>
              <a:pathLst>
                <a:path w="179705" h="57785">
                  <a:moveTo>
                    <a:pt x="89687" y="0"/>
                  </a:moveTo>
                  <a:lnTo>
                    <a:pt x="0" y="46774"/>
                  </a:lnTo>
                  <a:lnTo>
                    <a:pt x="0" y="57492"/>
                  </a:lnTo>
                  <a:lnTo>
                    <a:pt x="89687" y="10718"/>
                  </a:lnTo>
                  <a:lnTo>
                    <a:pt x="110240" y="10718"/>
                  </a:lnTo>
                  <a:lnTo>
                    <a:pt x="89687" y="0"/>
                  </a:lnTo>
                  <a:close/>
                </a:path>
                <a:path w="179705" h="57785">
                  <a:moveTo>
                    <a:pt x="110240" y="10718"/>
                  </a:moveTo>
                  <a:lnTo>
                    <a:pt x="89687" y="10718"/>
                  </a:lnTo>
                  <a:lnTo>
                    <a:pt x="179374" y="57492"/>
                  </a:lnTo>
                  <a:lnTo>
                    <a:pt x="179374" y="46774"/>
                  </a:lnTo>
                  <a:lnTo>
                    <a:pt x="110240" y="10718"/>
                  </a:lnTo>
                  <a:close/>
                </a:path>
              </a:pathLst>
            </a:custGeom>
            <a:solidFill>
              <a:srgbClr val="8C8C8C">
                <a:lumMod val="75000"/>
              </a:srgbClr>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nvGrpSpPr>
            <p:cNvPr id="669" name="Group 668">
              <a:extLst>
                <a:ext uri="{FF2B5EF4-FFF2-40B4-BE49-F238E27FC236}">
                  <a16:creationId xmlns:a16="http://schemas.microsoft.com/office/drawing/2014/main" id="{9724B394-A035-F69D-71BE-A90B75B8F61C}"/>
                </a:ext>
              </a:extLst>
            </p:cNvPr>
            <p:cNvGrpSpPr/>
            <p:nvPr/>
          </p:nvGrpSpPr>
          <p:grpSpPr>
            <a:xfrm flipH="1">
              <a:off x="5377479" y="2574332"/>
              <a:ext cx="294015" cy="174648"/>
              <a:chOff x="11040795" y="1580306"/>
              <a:chExt cx="507849" cy="206099"/>
            </a:xfrm>
            <a:solidFill>
              <a:schemeClr val="bg1"/>
            </a:solidFill>
          </p:grpSpPr>
          <p:sp>
            <p:nvSpPr>
              <p:cNvPr id="675" name="Rectangle 674">
                <a:extLst>
                  <a:ext uri="{FF2B5EF4-FFF2-40B4-BE49-F238E27FC236}">
                    <a16:creationId xmlns:a16="http://schemas.microsoft.com/office/drawing/2014/main" id="{EFD0F580-5E5C-41F0-D838-FD5451B3172A}"/>
                  </a:ext>
                </a:extLst>
              </p:cNvPr>
              <p:cNvSpPr>
                <a:spLocks noChangeAspect="1"/>
              </p:cNvSpPr>
              <p:nvPr/>
            </p:nvSpPr>
            <p:spPr>
              <a:xfrm>
                <a:off x="11502924" y="1580306"/>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6" name="Rectangle 675">
                <a:extLst>
                  <a:ext uri="{FF2B5EF4-FFF2-40B4-BE49-F238E27FC236}">
                    <a16:creationId xmlns:a16="http://schemas.microsoft.com/office/drawing/2014/main" id="{7FA68BD3-516E-91E4-A095-C617B86EA301}"/>
                  </a:ext>
                </a:extLst>
              </p:cNvPr>
              <p:cNvSpPr>
                <a:spLocks noChangeAspect="1"/>
              </p:cNvSpPr>
              <p:nvPr/>
            </p:nvSpPr>
            <p:spPr>
              <a:xfrm>
                <a:off x="11387391" y="1580306"/>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7" name="Rectangle 676">
                <a:extLst>
                  <a:ext uri="{FF2B5EF4-FFF2-40B4-BE49-F238E27FC236}">
                    <a16:creationId xmlns:a16="http://schemas.microsoft.com/office/drawing/2014/main" id="{69D65E74-B8B5-F191-C474-C318B2BC1FD2}"/>
                  </a:ext>
                </a:extLst>
              </p:cNvPr>
              <p:cNvSpPr>
                <a:spLocks noChangeAspect="1"/>
              </p:cNvSpPr>
              <p:nvPr/>
            </p:nvSpPr>
            <p:spPr>
              <a:xfrm>
                <a:off x="11156327" y="1580306"/>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8" name="Rectangle 677">
                <a:extLst>
                  <a:ext uri="{FF2B5EF4-FFF2-40B4-BE49-F238E27FC236}">
                    <a16:creationId xmlns:a16="http://schemas.microsoft.com/office/drawing/2014/main" id="{4E83238D-D57E-6237-DDBD-91995AFB731C}"/>
                  </a:ext>
                </a:extLst>
              </p:cNvPr>
              <p:cNvSpPr>
                <a:spLocks noChangeAspect="1"/>
              </p:cNvSpPr>
              <p:nvPr/>
            </p:nvSpPr>
            <p:spPr>
              <a:xfrm>
                <a:off x="11040795" y="1580306"/>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9" name="Rectangle 678">
                <a:extLst>
                  <a:ext uri="{FF2B5EF4-FFF2-40B4-BE49-F238E27FC236}">
                    <a16:creationId xmlns:a16="http://schemas.microsoft.com/office/drawing/2014/main" id="{871BAE55-183B-A869-B01D-90F89B53FBA5}"/>
                  </a:ext>
                </a:extLst>
              </p:cNvPr>
              <p:cNvSpPr>
                <a:spLocks noChangeAspect="1"/>
              </p:cNvSpPr>
              <p:nvPr/>
            </p:nvSpPr>
            <p:spPr>
              <a:xfrm>
                <a:off x="11271859" y="1580306"/>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0" name="Rectangle 679">
                <a:extLst>
                  <a:ext uri="{FF2B5EF4-FFF2-40B4-BE49-F238E27FC236}">
                    <a16:creationId xmlns:a16="http://schemas.microsoft.com/office/drawing/2014/main" id="{889D8D67-AC7B-68EC-471B-D0D06C5FB872}"/>
                  </a:ext>
                </a:extLst>
              </p:cNvPr>
              <p:cNvSpPr>
                <a:spLocks noChangeAspect="1"/>
              </p:cNvSpPr>
              <p:nvPr/>
            </p:nvSpPr>
            <p:spPr>
              <a:xfrm>
                <a:off x="11502924" y="166049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1" name="Rectangle 680">
                <a:extLst>
                  <a:ext uri="{FF2B5EF4-FFF2-40B4-BE49-F238E27FC236}">
                    <a16:creationId xmlns:a16="http://schemas.microsoft.com/office/drawing/2014/main" id="{01FEC1EB-81AB-40BA-6DDB-81B14CE033C0}"/>
                  </a:ext>
                </a:extLst>
              </p:cNvPr>
              <p:cNvSpPr>
                <a:spLocks noChangeAspect="1"/>
              </p:cNvSpPr>
              <p:nvPr/>
            </p:nvSpPr>
            <p:spPr>
              <a:xfrm>
                <a:off x="11387391" y="166049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2" name="Rectangle 681">
                <a:extLst>
                  <a:ext uri="{FF2B5EF4-FFF2-40B4-BE49-F238E27FC236}">
                    <a16:creationId xmlns:a16="http://schemas.microsoft.com/office/drawing/2014/main" id="{09B23065-2CEC-F3FA-C357-B288C6094A6D}"/>
                  </a:ext>
                </a:extLst>
              </p:cNvPr>
              <p:cNvSpPr>
                <a:spLocks noChangeAspect="1"/>
              </p:cNvSpPr>
              <p:nvPr/>
            </p:nvSpPr>
            <p:spPr>
              <a:xfrm>
                <a:off x="11156327" y="166049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3" name="Rectangle 682">
                <a:extLst>
                  <a:ext uri="{FF2B5EF4-FFF2-40B4-BE49-F238E27FC236}">
                    <a16:creationId xmlns:a16="http://schemas.microsoft.com/office/drawing/2014/main" id="{1AFFD89A-D4C6-3409-7BB2-D610025C1470}"/>
                  </a:ext>
                </a:extLst>
              </p:cNvPr>
              <p:cNvSpPr>
                <a:spLocks noChangeAspect="1"/>
              </p:cNvSpPr>
              <p:nvPr/>
            </p:nvSpPr>
            <p:spPr>
              <a:xfrm>
                <a:off x="11040795" y="166049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4" name="Rectangle 683">
                <a:extLst>
                  <a:ext uri="{FF2B5EF4-FFF2-40B4-BE49-F238E27FC236}">
                    <a16:creationId xmlns:a16="http://schemas.microsoft.com/office/drawing/2014/main" id="{BF3AD3DB-5F92-1621-B674-0BA044C9C16A}"/>
                  </a:ext>
                </a:extLst>
              </p:cNvPr>
              <p:cNvSpPr>
                <a:spLocks noChangeAspect="1"/>
              </p:cNvSpPr>
              <p:nvPr/>
            </p:nvSpPr>
            <p:spPr>
              <a:xfrm>
                <a:off x="11271859" y="166049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5" name="Rectangle 684">
                <a:extLst>
                  <a:ext uri="{FF2B5EF4-FFF2-40B4-BE49-F238E27FC236}">
                    <a16:creationId xmlns:a16="http://schemas.microsoft.com/office/drawing/2014/main" id="{4D8DE931-A7D4-2627-945E-4F37E6577465}"/>
                  </a:ext>
                </a:extLst>
              </p:cNvPr>
              <p:cNvSpPr>
                <a:spLocks noChangeAspect="1"/>
              </p:cNvSpPr>
              <p:nvPr/>
            </p:nvSpPr>
            <p:spPr>
              <a:xfrm>
                <a:off x="11502924" y="174068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6" name="Rectangle 685">
                <a:extLst>
                  <a:ext uri="{FF2B5EF4-FFF2-40B4-BE49-F238E27FC236}">
                    <a16:creationId xmlns:a16="http://schemas.microsoft.com/office/drawing/2014/main" id="{2E35ABA2-A0FE-4C2D-2F84-4B1CE6EBD029}"/>
                  </a:ext>
                </a:extLst>
              </p:cNvPr>
              <p:cNvSpPr>
                <a:spLocks noChangeAspect="1"/>
              </p:cNvSpPr>
              <p:nvPr/>
            </p:nvSpPr>
            <p:spPr>
              <a:xfrm>
                <a:off x="11387391" y="174068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7" name="Rectangle 686">
                <a:extLst>
                  <a:ext uri="{FF2B5EF4-FFF2-40B4-BE49-F238E27FC236}">
                    <a16:creationId xmlns:a16="http://schemas.microsoft.com/office/drawing/2014/main" id="{80463E92-CDCA-7617-6C0C-0D30C5421CAA}"/>
                  </a:ext>
                </a:extLst>
              </p:cNvPr>
              <p:cNvSpPr>
                <a:spLocks noChangeAspect="1"/>
              </p:cNvSpPr>
              <p:nvPr/>
            </p:nvSpPr>
            <p:spPr>
              <a:xfrm>
                <a:off x="11156327" y="174068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8" name="Rectangle 687">
                <a:extLst>
                  <a:ext uri="{FF2B5EF4-FFF2-40B4-BE49-F238E27FC236}">
                    <a16:creationId xmlns:a16="http://schemas.microsoft.com/office/drawing/2014/main" id="{8DE69E3C-4D87-C517-838B-9EF8D249997F}"/>
                  </a:ext>
                </a:extLst>
              </p:cNvPr>
              <p:cNvSpPr>
                <a:spLocks noChangeAspect="1"/>
              </p:cNvSpPr>
              <p:nvPr/>
            </p:nvSpPr>
            <p:spPr>
              <a:xfrm>
                <a:off x="11040795" y="174068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89" name="Rectangle 688">
                <a:extLst>
                  <a:ext uri="{FF2B5EF4-FFF2-40B4-BE49-F238E27FC236}">
                    <a16:creationId xmlns:a16="http://schemas.microsoft.com/office/drawing/2014/main" id="{E9C66FE5-68E6-E4BF-772A-6153ABEE01E4}"/>
                  </a:ext>
                </a:extLst>
              </p:cNvPr>
              <p:cNvSpPr>
                <a:spLocks noChangeAspect="1"/>
              </p:cNvSpPr>
              <p:nvPr/>
            </p:nvSpPr>
            <p:spPr>
              <a:xfrm>
                <a:off x="11271859" y="174068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sp>
          <p:nvSpPr>
            <p:cNvPr id="670" name="Rectangle 669">
              <a:extLst>
                <a:ext uri="{FF2B5EF4-FFF2-40B4-BE49-F238E27FC236}">
                  <a16:creationId xmlns:a16="http://schemas.microsoft.com/office/drawing/2014/main" id="{9BC191B0-B186-C843-F113-96A1B3779251}"/>
                </a:ext>
              </a:extLst>
            </p:cNvPr>
            <p:cNvSpPr>
              <a:spLocks noChangeAspect="1"/>
            </p:cNvSpPr>
            <p:nvPr/>
          </p:nvSpPr>
          <p:spPr>
            <a:xfrm flipH="1">
              <a:off x="5377479"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1" name="Rectangle 670">
              <a:extLst>
                <a:ext uri="{FF2B5EF4-FFF2-40B4-BE49-F238E27FC236}">
                  <a16:creationId xmlns:a16="http://schemas.microsoft.com/office/drawing/2014/main" id="{A5C9BB4B-A32B-947F-45CC-F073F78C4F9E}"/>
                </a:ext>
              </a:extLst>
            </p:cNvPr>
            <p:cNvSpPr>
              <a:spLocks noChangeAspect="1"/>
            </p:cNvSpPr>
            <p:nvPr/>
          </p:nvSpPr>
          <p:spPr>
            <a:xfrm flipH="1">
              <a:off x="5444367"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2" name="Rectangle 671">
              <a:extLst>
                <a:ext uri="{FF2B5EF4-FFF2-40B4-BE49-F238E27FC236}">
                  <a16:creationId xmlns:a16="http://schemas.microsoft.com/office/drawing/2014/main" id="{123F8571-2EC6-C136-3A55-8186BFEE5079}"/>
                </a:ext>
              </a:extLst>
            </p:cNvPr>
            <p:cNvSpPr>
              <a:spLocks noChangeAspect="1"/>
            </p:cNvSpPr>
            <p:nvPr/>
          </p:nvSpPr>
          <p:spPr>
            <a:xfrm flipH="1">
              <a:off x="5578139" y="2778762"/>
              <a:ext cx="26469" cy="38743"/>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3" name="Rectangle 672">
              <a:extLst>
                <a:ext uri="{FF2B5EF4-FFF2-40B4-BE49-F238E27FC236}">
                  <a16:creationId xmlns:a16="http://schemas.microsoft.com/office/drawing/2014/main" id="{D2B65FC0-1068-7EF0-77A7-2600D3CA3AF7}"/>
                </a:ext>
              </a:extLst>
            </p:cNvPr>
            <p:cNvSpPr>
              <a:spLocks noChangeAspect="1"/>
            </p:cNvSpPr>
            <p:nvPr/>
          </p:nvSpPr>
          <p:spPr>
            <a:xfrm flipH="1">
              <a:off x="5645025" y="2778759"/>
              <a:ext cx="26469" cy="38743"/>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74" name="Rectangle 673">
              <a:extLst>
                <a:ext uri="{FF2B5EF4-FFF2-40B4-BE49-F238E27FC236}">
                  <a16:creationId xmlns:a16="http://schemas.microsoft.com/office/drawing/2014/main" id="{76FEC293-5DD6-3F1A-FDEE-FD222FBF67D5}"/>
                </a:ext>
              </a:extLst>
            </p:cNvPr>
            <p:cNvSpPr>
              <a:spLocks noChangeAspect="1"/>
            </p:cNvSpPr>
            <p:nvPr/>
          </p:nvSpPr>
          <p:spPr>
            <a:xfrm flipH="1">
              <a:off x="5495085" y="2778765"/>
              <a:ext cx="58803" cy="68271"/>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690" name="Group 689">
            <a:extLst>
              <a:ext uri="{FF2B5EF4-FFF2-40B4-BE49-F238E27FC236}">
                <a16:creationId xmlns:a16="http://schemas.microsoft.com/office/drawing/2014/main" id="{67D8AB00-9682-AA51-0A2A-BD2DE2BBDA01}"/>
              </a:ext>
            </a:extLst>
          </p:cNvPr>
          <p:cNvGrpSpPr/>
          <p:nvPr/>
        </p:nvGrpSpPr>
        <p:grpSpPr>
          <a:xfrm>
            <a:off x="6945325" y="2410100"/>
            <a:ext cx="376159" cy="227051"/>
            <a:chOff x="5730781" y="2590678"/>
            <a:chExt cx="426313" cy="257325"/>
          </a:xfrm>
        </p:grpSpPr>
        <p:sp>
          <p:nvSpPr>
            <p:cNvPr id="691" name="object 46">
              <a:extLst>
                <a:ext uri="{FF2B5EF4-FFF2-40B4-BE49-F238E27FC236}">
                  <a16:creationId xmlns:a16="http://schemas.microsoft.com/office/drawing/2014/main" id="{CAE8FE51-1E21-E0FE-1472-70450E3182C2}"/>
                </a:ext>
              </a:extLst>
            </p:cNvPr>
            <p:cNvSpPr>
              <a:spLocks noChangeAspect="1"/>
            </p:cNvSpPr>
            <p:nvPr/>
          </p:nvSpPr>
          <p:spPr>
            <a:xfrm flipH="1">
              <a:off x="5731409" y="2664414"/>
              <a:ext cx="425685" cy="183577"/>
            </a:xfrm>
            <a:custGeom>
              <a:avLst/>
              <a:gdLst/>
              <a:ahLst/>
              <a:cxnLst/>
              <a:rect l="l" t="t" r="r" b="b"/>
              <a:pathLst>
                <a:path w="120650" h="104139">
                  <a:moveTo>
                    <a:pt x="0" y="104025"/>
                  </a:moveTo>
                  <a:lnTo>
                    <a:pt x="120459" y="104025"/>
                  </a:lnTo>
                  <a:lnTo>
                    <a:pt x="120459" y="0"/>
                  </a:lnTo>
                  <a:lnTo>
                    <a:pt x="0" y="0"/>
                  </a:lnTo>
                  <a:lnTo>
                    <a:pt x="0" y="104025"/>
                  </a:lnTo>
                  <a:close/>
                </a:path>
              </a:pathLst>
            </a:custGeom>
            <a:solidFill>
              <a:srgbClr val="8C8C8C">
                <a:lumMod val="75000"/>
              </a:srgbClr>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nvGrpSpPr>
            <p:cNvPr id="692" name="Group 691">
              <a:extLst>
                <a:ext uri="{FF2B5EF4-FFF2-40B4-BE49-F238E27FC236}">
                  <a16:creationId xmlns:a16="http://schemas.microsoft.com/office/drawing/2014/main" id="{1BA60AA6-E8F8-D7C6-7C64-F00A1CB48C03}"/>
                </a:ext>
              </a:extLst>
            </p:cNvPr>
            <p:cNvGrpSpPr>
              <a:grpSpLocks noChangeAspect="1"/>
            </p:cNvGrpSpPr>
            <p:nvPr/>
          </p:nvGrpSpPr>
          <p:grpSpPr>
            <a:xfrm flipH="1">
              <a:off x="5730781" y="2590678"/>
              <a:ext cx="208886" cy="62766"/>
              <a:chOff x="9839670" y="852034"/>
              <a:chExt cx="162412" cy="49293"/>
            </a:xfrm>
            <a:solidFill>
              <a:srgbClr val="8C8C8C">
                <a:lumMod val="75000"/>
              </a:srgbClr>
            </a:solidFill>
          </p:grpSpPr>
          <p:sp>
            <p:nvSpPr>
              <p:cNvPr id="752" name="object 58">
                <a:extLst>
                  <a:ext uri="{FF2B5EF4-FFF2-40B4-BE49-F238E27FC236}">
                    <a16:creationId xmlns:a16="http://schemas.microsoft.com/office/drawing/2014/main" id="{7DCA5621-048C-74DA-C2A4-94E47E69418D}"/>
                  </a:ext>
                </a:extLst>
              </p:cNvPr>
              <p:cNvSpPr/>
              <p:nvPr/>
            </p:nvSpPr>
            <p:spPr>
              <a:xfrm>
                <a:off x="9859619"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3" name="object 60">
                <a:extLst>
                  <a:ext uri="{FF2B5EF4-FFF2-40B4-BE49-F238E27FC236}">
                    <a16:creationId xmlns:a16="http://schemas.microsoft.com/office/drawing/2014/main" id="{70875FFF-72AE-7C1C-A49F-D5D6ED917F6E}"/>
                  </a:ext>
                </a:extLst>
              </p:cNvPr>
              <p:cNvSpPr/>
              <p:nvPr/>
            </p:nvSpPr>
            <p:spPr>
              <a:xfrm>
                <a:off x="9896481"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4" name="object 61">
                <a:extLst>
                  <a:ext uri="{FF2B5EF4-FFF2-40B4-BE49-F238E27FC236}">
                    <a16:creationId xmlns:a16="http://schemas.microsoft.com/office/drawing/2014/main" id="{1977E8A6-160E-C4A9-C3C1-A5A641784C40}"/>
                  </a:ext>
                </a:extLst>
              </p:cNvPr>
              <p:cNvSpPr/>
              <p:nvPr/>
            </p:nvSpPr>
            <p:spPr>
              <a:xfrm>
                <a:off x="9878158" y="852034"/>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5" name="object 62">
                <a:extLst>
                  <a:ext uri="{FF2B5EF4-FFF2-40B4-BE49-F238E27FC236}">
                    <a16:creationId xmlns:a16="http://schemas.microsoft.com/office/drawing/2014/main" id="{C105D1A4-DDB3-599E-5B8F-EA08C41E243B}"/>
                  </a:ext>
                </a:extLst>
              </p:cNvPr>
              <p:cNvSpPr/>
              <p:nvPr/>
            </p:nvSpPr>
            <p:spPr>
              <a:xfrm>
                <a:off x="9988191" y="852034"/>
                <a:ext cx="13891" cy="8930"/>
              </a:xfrm>
              <a:custGeom>
                <a:avLst/>
                <a:gdLst/>
                <a:ahLst/>
                <a:cxnLst/>
                <a:rect l="l" t="t" r="r" b="b"/>
                <a:pathLst>
                  <a:path w="8890" h="5714">
                    <a:moveTo>
                      <a:pt x="8394" y="0"/>
                    </a:moveTo>
                    <a:lnTo>
                      <a:pt x="2793" y="0"/>
                    </a:lnTo>
                    <a:lnTo>
                      <a:pt x="0" y="5664"/>
                    </a:lnTo>
                    <a:lnTo>
                      <a:pt x="8394" y="5664"/>
                    </a:lnTo>
                    <a:lnTo>
                      <a:pt x="8394"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6" name="object 63">
                <a:extLst>
                  <a:ext uri="{FF2B5EF4-FFF2-40B4-BE49-F238E27FC236}">
                    <a16:creationId xmlns:a16="http://schemas.microsoft.com/office/drawing/2014/main" id="{19C49C9B-38EC-5FDB-B9B9-0F8A70BB4ABE}"/>
                  </a:ext>
                </a:extLst>
              </p:cNvPr>
              <p:cNvSpPr/>
              <p:nvPr/>
            </p:nvSpPr>
            <p:spPr>
              <a:xfrm>
                <a:off x="9969850"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7" name="object 64">
                <a:extLst>
                  <a:ext uri="{FF2B5EF4-FFF2-40B4-BE49-F238E27FC236}">
                    <a16:creationId xmlns:a16="http://schemas.microsoft.com/office/drawing/2014/main" id="{AD548161-0F93-A240-AFC3-62B63A66A0A1}"/>
                  </a:ext>
                </a:extLst>
              </p:cNvPr>
              <p:cNvSpPr/>
              <p:nvPr/>
            </p:nvSpPr>
            <p:spPr>
              <a:xfrm>
                <a:off x="9951508" y="852034"/>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8" name="object 65">
                <a:extLst>
                  <a:ext uri="{FF2B5EF4-FFF2-40B4-BE49-F238E27FC236}">
                    <a16:creationId xmlns:a16="http://schemas.microsoft.com/office/drawing/2014/main" id="{CF90C049-22FD-F412-8D8C-A77193CB3B9E}"/>
                  </a:ext>
                </a:extLst>
              </p:cNvPr>
              <p:cNvSpPr/>
              <p:nvPr/>
            </p:nvSpPr>
            <p:spPr>
              <a:xfrm>
                <a:off x="9933185" y="852034"/>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9" name="object 66">
                <a:extLst>
                  <a:ext uri="{FF2B5EF4-FFF2-40B4-BE49-F238E27FC236}">
                    <a16:creationId xmlns:a16="http://schemas.microsoft.com/office/drawing/2014/main" id="{62C710A8-DF56-4EC7-C927-47972D9CE9DC}"/>
                  </a:ext>
                </a:extLst>
              </p:cNvPr>
              <p:cNvSpPr/>
              <p:nvPr/>
            </p:nvSpPr>
            <p:spPr>
              <a:xfrm>
                <a:off x="9914824" y="852034"/>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0" name="object 68">
                <a:extLst>
                  <a:ext uri="{FF2B5EF4-FFF2-40B4-BE49-F238E27FC236}">
                    <a16:creationId xmlns:a16="http://schemas.microsoft.com/office/drawing/2014/main" id="{4E7B079C-7BF5-4FCB-A50D-A80642E2A8EB}"/>
                  </a:ext>
                </a:extLst>
              </p:cNvPr>
              <p:cNvSpPr/>
              <p:nvPr/>
            </p:nvSpPr>
            <p:spPr>
              <a:xfrm>
                <a:off x="9928183"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1" name="object 69">
                <a:extLst>
                  <a:ext uri="{FF2B5EF4-FFF2-40B4-BE49-F238E27FC236}">
                    <a16:creationId xmlns:a16="http://schemas.microsoft.com/office/drawing/2014/main" id="{72850F2C-BDDA-8A1A-7AF0-1D2C0AF8567C}"/>
                  </a:ext>
                </a:extLst>
              </p:cNvPr>
              <p:cNvSpPr/>
              <p:nvPr/>
            </p:nvSpPr>
            <p:spPr>
              <a:xfrm>
                <a:off x="9909842"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2" name="object 70">
                <a:extLst>
                  <a:ext uri="{FF2B5EF4-FFF2-40B4-BE49-F238E27FC236}">
                    <a16:creationId xmlns:a16="http://schemas.microsoft.com/office/drawing/2014/main" id="{692447DA-2F9A-B41E-0ECE-45917E7923D0}"/>
                  </a:ext>
                </a:extLst>
              </p:cNvPr>
              <p:cNvSpPr/>
              <p:nvPr/>
            </p:nvSpPr>
            <p:spPr>
              <a:xfrm>
                <a:off x="9891481"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3" name="object 71">
                <a:extLst>
                  <a:ext uri="{FF2B5EF4-FFF2-40B4-BE49-F238E27FC236}">
                    <a16:creationId xmlns:a16="http://schemas.microsoft.com/office/drawing/2014/main" id="{52B493CB-258B-8A4C-0135-A398E98CF811}"/>
                  </a:ext>
                </a:extLst>
              </p:cNvPr>
              <p:cNvSpPr/>
              <p:nvPr/>
            </p:nvSpPr>
            <p:spPr>
              <a:xfrm>
                <a:off x="9873156" y="862161"/>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4" name="object 72">
                <a:extLst>
                  <a:ext uri="{FF2B5EF4-FFF2-40B4-BE49-F238E27FC236}">
                    <a16:creationId xmlns:a16="http://schemas.microsoft.com/office/drawing/2014/main" id="{E1EE66A4-F67A-6F4F-0B09-07617F07F7FB}"/>
                  </a:ext>
                </a:extLst>
              </p:cNvPr>
              <p:cNvSpPr/>
              <p:nvPr/>
            </p:nvSpPr>
            <p:spPr>
              <a:xfrm>
                <a:off x="9854619" y="862161"/>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5" name="object 73">
                <a:extLst>
                  <a:ext uri="{FF2B5EF4-FFF2-40B4-BE49-F238E27FC236}">
                    <a16:creationId xmlns:a16="http://schemas.microsoft.com/office/drawing/2014/main" id="{F0A4DC06-5E34-7ACB-FF9F-BC986FE24EF6}"/>
                  </a:ext>
                </a:extLst>
              </p:cNvPr>
              <p:cNvSpPr/>
              <p:nvPr/>
            </p:nvSpPr>
            <p:spPr>
              <a:xfrm>
                <a:off x="9946508" y="862161"/>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6" name="object 74">
                <a:extLst>
                  <a:ext uri="{FF2B5EF4-FFF2-40B4-BE49-F238E27FC236}">
                    <a16:creationId xmlns:a16="http://schemas.microsoft.com/office/drawing/2014/main" id="{700828D0-43B5-74F6-59F7-3DA628E2E2D9}"/>
                  </a:ext>
                </a:extLst>
              </p:cNvPr>
              <p:cNvSpPr/>
              <p:nvPr/>
            </p:nvSpPr>
            <p:spPr>
              <a:xfrm>
                <a:off x="9983191" y="862161"/>
                <a:ext cx="18852" cy="8930"/>
              </a:xfrm>
              <a:custGeom>
                <a:avLst/>
                <a:gdLst/>
                <a:ahLst/>
                <a:cxnLst/>
                <a:rect l="l" t="t" r="r" b="b"/>
                <a:pathLst>
                  <a:path w="12065" h="5714">
                    <a:moveTo>
                      <a:pt x="11595" y="0"/>
                    </a:moveTo>
                    <a:lnTo>
                      <a:pt x="2793" y="0"/>
                    </a:lnTo>
                    <a:lnTo>
                      <a:pt x="0" y="5651"/>
                    </a:lnTo>
                    <a:lnTo>
                      <a:pt x="10172" y="5651"/>
                    </a:lnTo>
                    <a:lnTo>
                      <a:pt x="11595" y="2794"/>
                    </a:lnTo>
                    <a:lnTo>
                      <a:pt x="1159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7" name="object 75">
                <a:extLst>
                  <a:ext uri="{FF2B5EF4-FFF2-40B4-BE49-F238E27FC236}">
                    <a16:creationId xmlns:a16="http://schemas.microsoft.com/office/drawing/2014/main" id="{00A73C1D-37EC-11F9-A372-1E3388A3547C}"/>
                  </a:ext>
                </a:extLst>
              </p:cNvPr>
              <p:cNvSpPr/>
              <p:nvPr/>
            </p:nvSpPr>
            <p:spPr>
              <a:xfrm>
                <a:off x="9964849" y="862161"/>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8" name="object 76">
                <a:extLst>
                  <a:ext uri="{FF2B5EF4-FFF2-40B4-BE49-F238E27FC236}">
                    <a16:creationId xmlns:a16="http://schemas.microsoft.com/office/drawing/2014/main" id="{E84365C6-7A20-E7BD-26B5-3D2D1A1EE118}"/>
                  </a:ext>
                </a:extLst>
              </p:cNvPr>
              <p:cNvSpPr/>
              <p:nvPr/>
            </p:nvSpPr>
            <p:spPr>
              <a:xfrm>
                <a:off x="9849672"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69" name="object 78">
                <a:extLst>
                  <a:ext uri="{FF2B5EF4-FFF2-40B4-BE49-F238E27FC236}">
                    <a16:creationId xmlns:a16="http://schemas.microsoft.com/office/drawing/2014/main" id="{1FFD4011-36DE-F8F4-A52F-986993FDF5EB}"/>
                  </a:ext>
                </a:extLst>
              </p:cNvPr>
              <p:cNvSpPr/>
              <p:nvPr/>
            </p:nvSpPr>
            <p:spPr>
              <a:xfrm>
                <a:off x="9868211" y="872162"/>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0" name="object 79">
                <a:extLst>
                  <a:ext uri="{FF2B5EF4-FFF2-40B4-BE49-F238E27FC236}">
                    <a16:creationId xmlns:a16="http://schemas.microsoft.com/office/drawing/2014/main" id="{124A2ABC-03B0-9AD0-8C11-BF1E565EDFF0}"/>
                  </a:ext>
                </a:extLst>
              </p:cNvPr>
              <p:cNvSpPr/>
              <p:nvPr/>
            </p:nvSpPr>
            <p:spPr>
              <a:xfrm>
                <a:off x="9886553"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1" name="object 80">
                <a:extLst>
                  <a:ext uri="{FF2B5EF4-FFF2-40B4-BE49-F238E27FC236}">
                    <a16:creationId xmlns:a16="http://schemas.microsoft.com/office/drawing/2014/main" id="{4663EFC8-6CA7-8937-0DDA-B9DCCAEC500A}"/>
                  </a:ext>
                </a:extLst>
              </p:cNvPr>
              <p:cNvSpPr/>
              <p:nvPr/>
            </p:nvSpPr>
            <p:spPr>
              <a:xfrm>
                <a:off x="9904895"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2" name="object 81">
                <a:extLst>
                  <a:ext uri="{FF2B5EF4-FFF2-40B4-BE49-F238E27FC236}">
                    <a16:creationId xmlns:a16="http://schemas.microsoft.com/office/drawing/2014/main" id="{9383E216-B01F-E19A-D8C4-822E41E0FCA3}"/>
                  </a:ext>
                </a:extLst>
              </p:cNvPr>
              <p:cNvSpPr/>
              <p:nvPr/>
            </p:nvSpPr>
            <p:spPr>
              <a:xfrm>
                <a:off x="9941560" y="872162"/>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3" name="object 82">
                <a:extLst>
                  <a:ext uri="{FF2B5EF4-FFF2-40B4-BE49-F238E27FC236}">
                    <a16:creationId xmlns:a16="http://schemas.microsoft.com/office/drawing/2014/main" id="{ED9936F0-7368-FD70-FF9D-3EB51190E8EC}"/>
                  </a:ext>
                </a:extLst>
              </p:cNvPr>
              <p:cNvSpPr/>
              <p:nvPr/>
            </p:nvSpPr>
            <p:spPr>
              <a:xfrm>
                <a:off x="9923219" y="872162"/>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4" name="object 83">
                <a:extLst>
                  <a:ext uri="{FF2B5EF4-FFF2-40B4-BE49-F238E27FC236}">
                    <a16:creationId xmlns:a16="http://schemas.microsoft.com/office/drawing/2014/main" id="{C60935D4-7F6E-FCAC-80C4-4BFB14716613}"/>
                  </a:ext>
                </a:extLst>
              </p:cNvPr>
              <p:cNvSpPr/>
              <p:nvPr/>
            </p:nvSpPr>
            <p:spPr>
              <a:xfrm>
                <a:off x="9959881"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5" name="object 84">
                <a:extLst>
                  <a:ext uri="{FF2B5EF4-FFF2-40B4-BE49-F238E27FC236}">
                    <a16:creationId xmlns:a16="http://schemas.microsoft.com/office/drawing/2014/main" id="{6B9A88B5-9216-0A5A-C010-635260C9A6ED}"/>
                  </a:ext>
                </a:extLst>
              </p:cNvPr>
              <p:cNvSpPr/>
              <p:nvPr/>
            </p:nvSpPr>
            <p:spPr>
              <a:xfrm>
                <a:off x="9978224" y="872162"/>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6" name="object 85">
                <a:extLst>
                  <a:ext uri="{FF2B5EF4-FFF2-40B4-BE49-F238E27FC236}">
                    <a16:creationId xmlns:a16="http://schemas.microsoft.com/office/drawing/2014/main" id="{D7F24361-E78D-A245-E408-FBE4592F0F9D}"/>
                  </a:ext>
                </a:extLst>
              </p:cNvPr>
              <p:cNvSpPr/>
              <p:nvPr/>
            </p:nvSpPr>
            <p:spPr>
              <a:xfrm>
                <a:off x="9996567" y="872162"/>
                <a:ext cx="4961" cy="8930"/>
              </a:xfrm>
              <a:custGeom>
                <a:avLst/>
                <a:gdLst/>
                <a:ahLst/>
                <a:cxnLst/>
                <a:rect l="l" t="t" r="r" b="b"/>
                <a:pathLst>
                  <a:path w="3175" h="5714">
                    <a:moveTo>
                      <a:pt x="3039" y="0"/>
                    </a:moveTo>
                    <a:lnTo>
                      <a:pt x="2793" y="0"/>
                    </a:lnTo>
                    <a:lnTo>
                      <a:pt x="0" y="5664"/>
                    </a:lnTo>
                    <a:lnTo>
                      <a:pt x="3039" y="5664"/>
                    </a:lnTo>
                    <a:lnTo>
                      <a:pt x="303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7" name="object 86">
                <a:extLst>
                  <a:ext uri="{FF2B5EF4-FFF2-40B4-BE49-F238E27FC236}">
                    <a16:creationId xmlns:a16="http://schemas.microsoft.com/office/drawing/2014/main" id="{2B051251-24C3-28FB-2938-185C135A9074}"/>
                  </a:ext>
                </a:extLst>
              </p:cNvPr>
              <p:cNvSpPr/>
              <p:nvPr/>
            </p:nvSpPr>
            <p:spPr>
              <a:xfrm>
                <a:off x="9844670"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8" name="object 88">
                <a:extLst>
                  <a:ext uri="{FF2B5EF4-FFF2-40B4-BE49-F238E27FC236}">
                    <a16:creationId xmlns:a16="http://schemas.microsoft.com/office/drawing/2014/main" id="{5BB92338-74A5-B8B5-8F17-CEC15A39BCF0}"/>
                  </a:ext>
                </a:extLst>
              </p:cNvPr>
              <p:cNvSpPr/>
              <p:nvPr/>
            </p:nvSpPr>
            <p:spPr>
              <a:xfrm>
                <a:off x="9863230" y="882270"/>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79" name="object 89">
                <a:extLst>
                  <a:ext uri="{FF2B5EF4-FFF2-40B4-BE49-F238E27FC236}">
                    <a16:creationId xmlns:a16="http://schemas.microsoft.com/office/drawing/2014/main" id="{F9C09CD2-4334-6289-5252-3BDAF6F45FFB}"/>
                  </a:ext>
                </a:extLst>
              </p:cNvPr>
              <p:cNvSpPr/>
              <p:nvPr/>
            </p:nvSpPr>
            <p:spPr>
              <a:xfrm>
                <a:off x="9899894"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0" name="object 90">
                <a:extLst>
                  <a:ext uri="{FF2B5EF4-FFF2-40B4-BE49-F238E27FC236}">
                    <a16:creationId xmlns:a16="http://schemas.microsoft.com/office/drawing/2014/main" id="{CC9489DF-6EE1-5442-E4BB-E287B350710E}"/>
                  </a:ext>
                </a:extLst>
              </p:cNvPr>
              <p:cNvSpPr/>
              <p:nvPr/>
            </p:nvSpPr>
            <p:spPr>
              <a:xfrm>
                <a:off x="9881553" y="882270"/>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1" name="object 91">
                <a:extLst>
                  <a:ext uri="{FF2B5EF4-FFF2-40B4-BE49-F238E27FC236}">
                    <a16:creationId xmlns:a16="http://schemas.microsoft.com/office/drawing/2014/main" id="{0B608E45-A313-8E34-E30A-89937902A06E}"/>
                  </a:ext>
                </a:extLst>
              </p:cNvPr>
              <p:cNvSpPr/>
              <p:nvPr/>
            </p:nvSpPr>
            <p:spPr>
              <a:xfrm>
                <a:off x="9954881"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2" name="object 92">
                <a:extLst>
                  <a:ext uri="{FF2B5EF4-FFF2-40B4-BE49-F238E27FC236}">
                    <a16:creationId xmlns:a16="http://schemas.microsoft.com/office/drawing/2014/main" id="{85AA2F00-25C4-8C4D-E483-C013AA5FF172}"/>
                  </a:ext>
                </a:extLst>
              </p:cNvPr>
              <p:cNvSpPr/>
              <p:nvPr/>
            </p:nvSpPr>
            <p:spPr>
              <a:xfrm>
                <a:off x="9936539"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3" name="object 93">
                <a:extLst>
                  <a:ext uri="{FF2B5EF4-FFF2-40B4-BE49-F238E27FC236}">
                    <a16:creationId xmlns:a16="http://schemas.microsoft.com/office/drawing/2014/main" id="{226A36A7-8053-4E55-416C-BD746851F216}"/>
                  </a:ext>
                </a:extLst>
              </p:cNvPr>
              <p:cNvSpPr/>
              <p:nvPr/>
            </p:nvSpPr>
            <p:spPr>
              <a:xfrm>
                <a:off x="9918217" y="882270"/>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4" name="object 94">
                <a:extLst>
                  <a:ext uri="{FF2B5EF4-FFF2-40B4-BE49-F238E27FC236}">
                    <a16:creationId xmlns:a16="http://schemas.microsoft.com/office/drawing/2014/main" id="{BDDE1D69-EC29-3B5A-0E05-F335D6D95AF5}"/>
                  </a:ext>
                </a:extLst>
              </p:cNvPr>
              <p:cNvSpPr/>
              <p:nvPr/>
            </p:nvSpPr>
            <p:spPr>
              <a:xfrm>
                <a:off x="9991564" y="882270"/>
                <a:ext cx="9922" cy="8930"/>
              </a:xfrm>
              <a:custGeom>
                <a:avLst/>
                <a:gdLst/>
                <a:ahLst/>
                <a:cxnLst/>
                <a:rect l="l" t="t" r="r" b="b"/>
                <a:pathLst>
                  <a:path w="6350" h="5714">
                    <a:moveTo>
                      <a:pt x="6235" y="0"/>
                    </a:moveTo>
                    <a:lnTo>
                      <a:pt x="2806" y="0"/>
                    </a:lnTo>
                    <a:lnTo>
                      <a:pt x="0" y="5664"/>
                    </a:lnTo>
                    <a:lnTo>
                      <a:pt x="6235" y="5664"/>
                    </a:lnTo>
                    <a:lnTo>
                      <a:pt x="623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5" name="object 95">
                <a:extLst>
                  <a:ext uri="{FF2B5EF4-FFF2-40B4-BE49-F238E27FC236}">
                    <a16:creationId xmlns:a16="http://schemas.microsoft.com/office/drawing/2014/main" id="{77CBF656-8D93-43D8-FE41-257B5F64BB9E}"/>
                  </a:ext>
                </a:extLst>
              </p:cNvPr>
              <p:cNvSpPr/>
              <p:nvPr/>
            </p:nvSpPr>
            <p:spPr>
              <a:xfrm>
                <a:off x="9973224" y="882270"/>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6" name="object 97">
                <a:extLst>
                  <a:ext uri="{FF2B5EF4-FFF2-40B4-BE49-F238E27FC236}">
                    <a16:creationId xmlns:a16="http://schemas.microsoft.com/office/drawing/2014/main" id="{1AEF69D2-8976-11D8-8A56-2697FD87C302}"/>
                  </a:ext>
                </a:extLst>
              </p:cNvPr>
              <p:cNvSpPr/>
              <p:nvPr/>
            </p:nvSpPr>
            <p:spPr>
              <a:xfrm>
                <a:off x="9839670"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7" name="object 98">
                <a:extLst>
                  <a:ext uri="{FF2B5EF4-FFF2-40B4-BE49-F238E27FC236}">
                    <a16:creationId xmlns:a16="http://schemas.microsoft.com/office/drawing/2014/main" id="{44F5AA23-4CA2-1564-D1A4-1B35701516CC}"/>
                  </a:ext>
                </a:extLst>
              </p:cNvPr>
              <p:cNvSpPr/>
              <p:nvPr/>
            </p:nvSpPr>
            <p:spPr>
              <a:xfrm>
                <a:off x="9894875" y="892397"/>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8" name="object 99">
                <a:extLst>
                  <a:ext uri="{FF2B5EF4-FFF2-40B4-BE49-F238E27FC236}">
                    <a16:creationId xmlns:a16="http://schemas.microsoft.com/office/drawing/2014/main" id="{E44F8F4D-AEC3-F10B-D6B1-8C95E81ED88D}"/>
                  </a:ext>
                </a:extLst>
              </p:cNvPr>
              <p:cNvSpPr/>
              <p:nvPr/>
            </p:nvSpPr>
            <p:spPr>
              <a:xfrm>
                <a:off x="9858211" y="892397"/>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89" name="object 100">
                <a:extLst>
                  <a:ext uri="{FF2B5EF4-FFF2-40B4-BE49-F238E27FC236}">
                    <a16:creationId xmlns:a16="http://schemas.microsoft.com/office/drawing/2014/main" id="{3A2A5B48-CBC1-3CDD-A010-D4516E21C2BF}"/>
                  </a:ext>
                </a:extLst>
              </p:cNvPr>
              <p:cNvSpPr/>
              <p:nvPr/>
            </p:nvSpPr>
            <p:spPr>
              <a:xfrm>
                <a:off x="9876552" y="892397"/>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90" name="object 101">
                <a:extLst>
                  <a:ext uri="{FF2B5EF4-FFF2-40B4-BE49-F238E27FC236}">
                    <a16:creationId xmlns:a16="http://schemas.microsoft.com/office/drawing/2014/main" id="{BEAE9E83-9907-45C1-A987-158C8EE38247}"/>
                  </a:ext>
                </a:extLst>
              </p:cNvPr>
              <p:cNvSpPr/>
              <p:nvPr/>
            </p:nvSpPr>
            <p:spPr>
              <a:xfrm>
                <a:off x="9949881"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91" name="object 102">
                <a:extLst>
                  <a:ext uri="{FF2B5EF4-FFF2-40B4-BE49-F238E27FC236}">
                    <a16:creationId xmlns:a16="http://schemas.microsoft.com/office/drawing/2014/main" id="{24AB1889-BA07-4655-BFB8-E2A77E1CF811}"/>
                  </a:ext>
                </a:extLst>
              </p:cNvPr>
              <p:cNvSpPr/>
              <p:nvPr/>
            </p:nvSpPr>
            <p:spPr>
              <a:xfrm>
                <a:off x="9931539"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92" name="object 103">
                <a:extLst>
                  <a:ext uri="{FF2B5EF4-FFF2-40B4-BE49-F238E27FC236}">
                    <a16:creationId xmlns:a16="http://schemas.microsoft.com/office/drawing/2014/main" id="{A332B445-C0B9-FCC5-4056-A3CE2DBA41BB}"/>
                  </a:ext>
                </a:extLst>
              </p:cNvPr>
              <p:cNvSpPr/>
              <p:nvPr/>
            </p:nvSpPr>
            <p:spPr>
              <a:xfrm>
                <a:off x="9913197" y="892397"/>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93" name="object 104">
                <a:extLst>
                  <a:ext uri="{FF2B5EF4-FFF2-40B4-BE49-F238E27FC236}">
                    <a16:creationId xmlns:a16="http://schemas.microsoft.com/office/drawing/2014/main" id="{99847ABE-C66A-EFCD-2181-335A848B3DB7}"/>
                  </a:ext>
                </a:extLst>
              </p:cNvPr>
              <p:cNvSpPr/>
              <p:nvPr/>
            </p:nvSpPr>
            <p:spPr>
              <a:xfrm>
                <a:off x="9986566" y="892397"/>
                <a:ext cx="14883" cy="8930"/>
              </a:xfrm>
              <a:custGeom>
                <a:avLst/>
                <a:gdLst/>
                <a:ahLst/>
                <a:cxnLst/>
                <a:rect l="l" t="t" r="r" b="b"/>
                <a:pathLst>
                  <a:path w="9525" h="5714">
                    <a:moveTo>
                      <a:pt x="9436" y="0"/>
                    </a:moveTo>
                    <a:lnTo>
                      <a:pt x="2793" y="0"/>
                    </a:lnTo>
                    <a:lnTo>
                      <a:pt x="0" y="5664"/>
                    </a:lnTo>
                    <a:lnTo>
                      <a:pt x="9436" y="5664"/>
                    </a:lnTo>
                    <a:lnTo>
                      <a:pt x="9436"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94" name="object 105">
                <a:extLst>
                  <a:ext uri="{FF2B5EF4-FFF2-40B4-BE49-F238E27FC236}">
                    <a16:creationId xmlns:a16="http://schemas.microsoft.com/office/drawing/2014/main" id="{2B5FC9BF-5AAB-815B-D573-83B908745B15}"/>
                  </a:ext>
                </a:extLst>
              </p:cNvPr>
              <p:cNvSpPr/>
              <p:nvPr/>
            </p:nvSpPr>
            <p:spPr>
              <a:xfrm>
                <a:off x="9968222" y="892397"/>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693" name="Group 692">
              <a:extLst>
                <a:ext uri="{FF2B5EF4-FFF2-40B4-BE49-F238E27FC236}">
                  <a16:creationId xmlns:a16="http://schemas.microsoft.com/office/drawing/2014/main" id="{D45675F4-195D-B4AF-6489-B9B4F4BD1B33}"/>
                </a:ext>
              </a:extLst>
            </p:cNvPr>
            <p:cNvGrpSpPr>
              <a:grpSpLocks noChangeAspect="1"/>
            </p:cNvGrpSpPr>
            <p:nvPr/>
          </p:nvGrpSpPr>
          <p:grpSpPr>
            <a:xfrm flipH="1">
              <a:off x="5925531" y="2590679"/>
              <a:ext cx="217820" cy="62766"/>
              <a:chOff x="9616665" y="835833"/>
              <a:chExt cx="169358" cy="49293"/>
            </a:xfrm>
            <a:solidFill>
              <a:srgbClr val="8C8C8C">
                <a:lumMod val="75000"/>
              </a:srgbClr>
            </a:solidFill>
          </p:grpSpPr>
          <p:sp>
            <p:nvSpPr>
              <p:cNvPr id="712" name="object 58">
                <a:extLst>
                  <a:ext uri="{FF2B5EF4-FFF2-40B4-BE49-F238E27FC236}">
                    <a16:creationId xmlns:a16="http://schemas.microsoft.com/office/drawing/2014/main" id="{377FA788-6D65-D0EB-8F07-4461F4C10EFC}"/>
                  </a:ext>
                </a:extLst>
              </p:cNvPr>
              <p:cNvSpPr/>
              <p:nvPr/>
            </p:nvSpPr>
            <p:spPr>
              <a:xfrm>
                <a:off x="9654956"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3" name="object 59">
                <a:extLst>
                  <a:ext uri="{FF2B5EF4-FFF2-40B4-BE49-F238E27FC236}">
                    <a16:creationId xmlns:a16="http://schemas.microsoft.com/office/drawing/2014/main" id="{7E6E659F-DC5D-B19D-3B7E-AD95B33E3633}"/>
                  </a:ext>
                </a:extLst>
              </p:cNvPr>
              <p:cNvSpPr/>
              <p:nvPr/>
            </p:nvSpPr>
            <p:spPr>
              <a:xfrm>
                <a:off x="9636615"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4" name="object 60">
                <a:extLst>
                  <a:ext uri="{FF2B5EF4-FFF2-40B4-BE49-F238E27FC236}">
                    <a16:creationId xmlns:a16="http://schemas.microsoft.com/office/drawing/2014/main" id="{DE22313D-A571-E715-CE97-4573515FD2F8}"/>
                  </a:ext>
                </a:extLst>
              </p:cNvPr>
              <p:cNvSpPr/>
              <p:nvPr/>
            </p:nvSpPr>
            <p:spPr>
              <a:xfrm>
                <a:off x="9691818"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5" name="object 61">
                <a:extLst>
                  <a:ext uri="{FF2B5EF4-FFF2-40B4-BE49-F238E27FC236}">
                    <a16:creationId xmlns:a16="http://schemas.microsoft.com/office/drawing/2014/main" id="{C68165D7-B58C-1AB0-7797-E49A261BB66B}"/>
                  </a:ext>
                </a:extLst>
              </p:cNvPr>
              <p:cNvSpPr/>
              <p:nvPr/>
            </p:nvSpPr>
            <p:spPr>
              <a:xfrm>
                <a:off x="9673495" y="835833"/>
                <a:ext cx="20836" cy="8930"/>
              </a:xfrm>
              <a:custGeom>
                <a:avLst/>
                <a:gdLst/>
                <a:ahLst/>
                <a:cxnLst/>
                <a:rect l="l" t="t" r="r" b="b"/>
                <a:pathLst>
                  <a:path w="13334" h="5714">
                    <a:moveTo>
                      <a:pt x="12865" y="0"/>
                    </a:moveTo>
                    <a:lnTo>
                      <a:pt x="2806"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6" name="object 63">
                <a:extLst>
                  <a:ext uri="{FF2B5EF4-FFF2-40B4-BE49-F238E27FC236}">
                    <a16:creationId xmlns:a16="http://schemas.microsoft.com/office/drawing/2014/main" id="{C6A03F35-9567-64A4-7583-6C024EE98AF1}"/>
                  </a:ext>
                </a:extLst>
              </p:cNvPr>
              <p:cNvSpPr/>
              <p:nvPr/>
            </p:nvSpPr>
            <p:spPr>
              <a:xfrm>
                <a:off x="9765187"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7" name="object 64">
                <a:extLst>
                  <a:ext uri="{FF2B5EF4-FFF2-40B4-BE49-F238E27FC236}">
                    <a16:creationId xmlns:a16="http://schemas.microsoft.com/office/drawing/2014/main" id="{6B02C1C3-F8E1-543C-98A8-BBE7F9842ED8}"/>
                  </a:ext>
                </a:extLst>
              </p:cNvPr>
              <p:cNvSpPr/>
              <p:nvPr/>
            </p:nvSpPr>
            <p:spPr>
              <a:xfrm>
                <a:off x="9746845" y="835833"/>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8" name="object 65">
                <a:extLst>
                  <a:ext uri="{FF2B5EF4-FFF2-40B4-BE49-F238E27FC236}">
                    <a16:creationId xmlns:a16="http://schemas.microsoft.com/office/drawing/2014/main" id="{6FC80B2E-4B10-CDEF-9A4C-C2C82DC2B7AE}"/>
                  </a:ext>
                </a:extLst>
              </p:cNvPr>
              <p:cNvSpPr/>
              <p:nvPr/>
            </p:nvSpPr>
            <p:spPr>
              <a:xfrm>
                <a:off x="9728522" y="835833"/>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19" name="object 66">
                <a:extLst>
                  <a:ext uri="{FF2B5EF4-FFF2-40B4-BE49-F238E27FC236}">
                    <a16:creationId xmlns:a16="http://schemas.microsoft.com/office/drawing/2014/main" id="{452352D5-E5A3-0998-3A0B-AE410CFC3723}"/>
                  </a:ext>
                </a:extLst>
              </p:cNvPr>
              <p:cNvSpPr/>
              <p:nvPr/>
            </p:nvSpPr>
            <p:spPr>
              <a:xfrm>
                <a:off x="9710161" y="835833"/>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0" name="object 67">
                <a:extLst>
                  <a:ext uri="{FF2B5EF4-FFF2-40B4-BE49-F238E27FC236}">
                    <a16:creationId xmlns:a16="http://schemas.microsoft.com/office/drawing/2014/main" id="{85C1C02E-0A34-1517-FA89-9ABE385C2113}"/>
                  </a:ext>
                </a:extLst>
              </p:cNvPr>
              <p:cNvSpPr/>
              <p:nvPr/>
            </p:nvSpPr>
            <p:spPr>
              <a:xfrm>
                <a:off x="9631614"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1" name="object 68">
                <a:extLst>
                  <a:ext uri="{FF2B5EF4-FFF2-40B4-BE49-F238E27FC236}">
                    <a16:creationId xmlns:a16="http://schemas.microsoft.com/office/drawing/2014/main" id="{1EE794DF-5841-A4E2-D6A1-DDC04B700248}"/>
                  </a:ext>
                </a:extLst>
              </p:cNvPr>
              <p:cNvSpPr/>
              <p:nvPr/>
            </p:nvSpPr>
            <p:spPr>
              <a:xfrm>
                <a:off x="9723520"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2" name="object 69">
                <a:extLst>
                  <a:ext uri="{FF2B5EF4-FFF2-40B4-BE49-F238E27FC236}">
                    <a16:creationId xmlns:a16="http://schemas.microsoft.com/office/drawing/2014/main" id="{F32CB8F4-3400-138B-029B-C04CB60B0D44}"/>
                  </a:ext>
                </a:extLst>
              </p:cNvPr>
              <p:cNvSpPr/>
              <p:nvPr/>
            </p:nvSpPr>
            <p:spPr>
              <a:xfrm>
                <a:off x="9705179"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3" name="object 70">
                <a:extLst>
                  <a:ext uri="{FF2B5EF4-FFF2-40B4-BE49-F238E27FC236}">
                    <a16:creationId xmlns:a16="http://schemas.microsoft.com/office/drawing/2014/main" id="{2E8095E7-3310-96ED-58AF-1525F9FEB844}"/>
                  </a:ext>
                </a:extLst>
              </p:cNvPr>
              <p:cNvSpPr/>
              <p:nvPr/>
            </p:nvSpPr>
            <p:spPr>
              <a:xfrm>
                <a:off x="9686818"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4" name="object 71">
                <a:extLst>
                  <a:ext uri="{FF2B5EF4-FFF2-40B4-BE49-F238E27FC236}">
                    <a16:creationId xmlns:a16="http://schemas.microsoft.com/office/drawing/2014/main" id="{3A7C1EAD-3275-835F-6D02-C42088B30E56}"/>
                  </a:ext>
                </a:extLst>
              </p:cNvPr>
              <p:cNvSpPr/>
              <p:nvPr/>
            </p:nvSpPr>
            <p:spPr>
              <a:xfrm>
                <a:off x="9668493" y="845960"/>
                <a:ext cx="20836" cy="8930"/>
              </a:xfrm>
              <a:custGeom>
                <a:avLst/>
                <a:gdLst/>
                <a:ahLst/>
                <a:cxnLst/>
                <a:rect l="l" t="t" r="r" b="b"/>
                <a:pathLst>
                  <a:path w="13334" h="5714">
                    <a:moveTo>
                      <a:pt x="12865" y="0"/>
                    </a:moveTo>
                    <a:lnTo>
                      <a:pt x="2806" y="0"/>
                    </a:lnTo>
                    <a:lnTo>
                      <a:pt x="0" y="5651"/>
                    </a:lnTo>
                    <a:lnTo>
                      <a:pt x="10058" y="5651"/>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5" name="object 72">
                <a:extLst>
                  <a:ext uri="{FF2B5EF4-FFF2-40B4-BE49-F238E27FC236}">
                    <a16:creationId xmlns:a16="http://schemas.microsoft.com/office/drawing/2014/main" id="{801393E7-1A78-64DC-489F-2DBB2919CBE9}"/>
                  </a:ext>
                </a:extLst>
              </p:cNvPr>
              <p:cNvSpPr/>
              <p:nvPr/>
            </p:nvSpPr>
            <p:spPr>
              <a:xfrm>
                <a:off x="9649956" y="845960"/>
                <a:ext cx="20836" cy="8930"/>
              </a:xfrm>
              <a:custGeom>
                <a:avLst/>
                <a:gdLst/>
                <a:ahLst/>
                <a:cxnLst/>
                <a:rect l="l" t="t" r="r" b="b"/>
                <a:pathLst>
                  <a:path w="13334" h="5714">
                    <a:moveTo>
                      <a:pt x="12992" y="0"/>
                    </a:moveTo>
                    <a:lnTo>
                      <a:pt x="2806" y="0"/>
                    </a:lnTo>
                    <a:lnTo>
                      <a:pt x="0" y="5651"/>
                    </a:lnTo>
                    <a:lnTo>
                      <a:pt x="10185" y="5651"/>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6" name="object 73">
                <a:extLst>
                  <a:ext uri="{FF2B5EF4-FFF2-40B4-BE49-F238E27FC236}">
                    <a16:creationId xmlns:a16="http://schemas.microsoft.com/office/drawing/2014/main" id="{42F4D968-66FB-E4B8-9510-A00CC9D9E9B7}"/>
                  </a:ext>
                </a:extLst>
              </p:cNvPr>
              <p:cNvSpPr/>
              <p:nvPr/>
            </p:nvSpPr>
            <p:spPr>
              <a:xfrm>
                <a:off x="9741845" y="845960"/>
                <a:ext cx="20836" cy="8930"/>
              </a:xfrm>
              <a:custGeom>
                <a:avLst/>
                <a:gdLst/>
                <a:ahLst/>
                <a:cxnLst/>
                <a:rect l="l" t="t" r="r" b="b"/>
                <a:pathLst>
                  <a:path w="13334" h="5714">
                    <a:moveTo>
                      <a:pt x="12979" y="0"/>
                    </a:moveTo>
                    <a:lnTo>
                      <a:pt x="2793" y="0"/>
                    </a:lnTo>
                    <a:lnTo>
                      <a:pt x="0" y="5651"/>
                    </a:lnTo>
                    <a:lnTo>
                      <a:pt x="10185"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7" name="object 75">
                <a:extLst>
                  <a:ext uri="{FF2B5EF4-FFF2-40B4-BE49-F238E27FC236}">
                    <a16:creationId xmlns:a16="http://schemas.microsoft.com/office/drawing/2014/main" id="{7004075B-0A65-371D-AC33-1C77437C2535}"/>
                  </a:ext>
                </a:extLst>
              </p:cNvPr>
              <p:cNvSpPr/>
              <p:nvPr/>
            </p:nvSpPr>
            <p:spPr>
              <a:xfrm>
                <a:off x="9760186" y="845960"/>
                <a:ext cx="20836" cy="8930"/>
              </a:xfrm>
              <a:custGeom>
                <a:avLst/>
                <a:gdLst/>
                <a:ahLst/>
                <a:cxnLst/>
                <a:rect l="l" t="t" r="r" b="b"/>
                <a:pathLst>
                  <a:path w="13334" h="5714">
                    <a:moveTo>
                      <a:pt x="12979" y="0"/>
                    </a:moveTo>
                    <a:lnTo>
                      <a:pt x="2793" y="0"/>
                    </a:lnTo>
                    <a:lnTo>
                      <a:pt x="0" y="5651"/>
                    </a:lnTo>
                    <a:lnTo>
                      <a:pt x="10172" y="5651"/>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8" name="object 76">
                <a:extLst>
                  <a:ext uri="{FF2B5EF4-FFF2-40B4-BE49-F238E27FC236}">
                    <a16:creationId xmlns:a16="http://schemas.microsoft.com/office/drawing/2014/main" id="{ACE50873-6D9F-B117-8CBA-7B826D56264A}"/>
                  </a:ext>
                </a:extLst>
              </p:cNvPr>
              <p:cNvSpPr/>
              <p:nvPr/>
            </p:nvSpPr>
            <p:spPr>
              <a:xfrm>
                <a:off x="9645009"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29" name="object 77">
                <a:extLst>
                  <a:ext uri="{FF2B5EF4-FFF2-40B4-BE49-F238E27FC236}">
                    <a16:creationId xmlns:a16="http://schemas.microsoft.com/office/drawing/2014/main" id="{807D3BA1-312A-4D18-1166-A86582334320}"/>
                  </a:ext>
                </a:extLst>
              </p:cNvPr>
              <p:cNvSpPr/>
              <p:nvPr/>
            </p:nvSpPr>
            <p:spPr>
              <a:xfrm>
                <a:off x="9626667"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0" name="object 78">
                <a:extLst>
                  <a:ext uri="{FF2B5EF4-FFF2-40B4-BE49-F238E27FC236}">
                    <a16:creationId xmlns:a16="http://schemas.microsoft.com/office/drawing/2014/main" id="{F83FE4FF-6C1A-2DC0-26E6-E02006ABF1BF}"/>
                  </a:ext>
                </a:extLst>
              </p:cNvPr>
              <p:cNvSpPr/>
              <p:nvPr/>
            </p:nvSpPr>
            <p:spPr>
              <a:xfrm>
                <a:off x="9663548" y="855961"/>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1" name="object 79">
                <a:extLst>
                  <a:ext uri="{FF2B5EF4-FFF2-40B4-BE49-F238E27FC236}">
                    <a16:creationId xmlns:a16="http://schemas.microsoft.com/office/drawing/2014/main" id="{C5DF7303-70E0-D101-8770-0996F95DA74C}"/>
                  </a:ext>
                </a:extLst>
              </p:cNvPr>
              <p:cNvSpPr/>
              <p:nvPr/>
            </p:nvSpPr>
            <p:spPr>
              <a:xfrm>
                <a:off x="9681890"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2" name="object 80">
                <a:extLst>
                  <a:ext uri="{FF2B5EF4-FFF2-40B4-BE49-F238E27FC236}">
                    <a16:creationId xmlns:a16="http://schemas.microsoft.com/office/drawing/2014/main" id="{9A26F524-6F02-2145-3685-DC09C5CACDFB}"/>
                  </a:ext>
                </a:extLst>
              </p:cNvPr>
              <p:cNvSpPr/>
              <p:nvPr/>
            </p:nvSpPr>
            <p:spPr>
              <a:xfrm>
                <a:off x="9700232"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3" name="object 81">
                <a:extLst>
                  <a:ext uri="{FF2B5EF4-FFF2-40B4-BE49-F238E27FC236}">
                    <a16:creationId xmlns:a16="http://schemas.microsoft.com/office/drawing/2014/main" id="{86EADE1D-FA10-AEF5-02A9-746BC0703426}"/>
                  </a:ext>
                </a:extLst>
              </p:cNvPr>
              <p:cNvSpPr/>
              <p:nvPr/>
            </p:nvSpPr>
            <p:spPr>
              <a:xfrm>
                <a:off x="9736897" y="855961"/>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4" name="object 82">
                <a:extLst>
                  <a:ext uri="{FF2B5EF4-FFF2-40B4-BE49-F238E27FC236}">
                    <a16:creationId xmlns:a16="http://schemas.microsoft.com/office/drawing/2014/main" id="{EA6B4E75-FE98-2CE3-13C4-722861F1E761}"/>
                  </a:ext>
                </a:extLst>
              </p:cNvPr>
              <p:cNvSpPr/>
              <p:nvPr/>
            </p:nvSpPr>
            <p:spPr>
              <a:xfrm>
                <a:off x="9718556" y="855961"/>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5" name="object 83">
                <a:extLst>
                  <a:ext uri="{FF2B5EF4-FFF2-40B4-BE49-F238E27FC236}">
                    <a16:creationId xmlns:a16="http://schemas.microsoft.com/office/drawing/2014/main" id="{C22F0ED3-C742-8069-4981-C6EE08F85E73}"/>
                  </a:ext>
                </a:extLst>
              </p:cNvPr>
              <p:cNvSpPr/>
              <p:nvPr/>
            </p:nvSpPr>
            <p:spPr>
              <a:xfrm>
                <a:off x="9755218" y="855961"/>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6" name="object 86">
                <a:extLst>
                  <a:ext uri="{FF2B5EF4-FFF2-40B4-BE49-F238E27FC236}">
                    <a16:creationId xmlns:a16="http://schemas.microsoft.com/office/drawing/2014/main" id="{6C00FDCC-9FF1-DEF5-3434-83A37F6F28E1}"/>
                  </a:ext>
                </a:extLst>
              </p:cNvPr>
              <p:cNvSpPr/>
              <p:nvPr/>
            </p:nvSpPr>
            <p:spPr>
              <a:xfrm>
                <a:off x="964000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7" name="object 87">
                <a:extLst>
                  <a:ext uri="{FF2B5EF4-FFF2-40B4-BE49-F238E27FC236}">
                    <a16:creationId xmlns:a16="http://schemas.microsoft.com/office/drawing/2014/main" id="{984870E3-4E78-7253-51A7-57F44001131C}"/>
                  </a:ext>
                </a:extLst>
              </p:cNvPr>
              <p:cNvSpPr/>
              <p:nvPr/>
            </p:nvSpPr>
            <p:spPr>
              <a:xfrm>
                <a:off x="9621667"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8" name="object 88">
                <a:extLst>
                  <a:ext uri="{FF2B5EF4-FFF2-40B4-BE49-F238E27FC236}">
                    <a16:creationId xmlns:a16="http://schemas.microsoft.com/office/drawing/2014/main" id="{3F7C85A0-8CF8-B012-E030-29A1DA1C8C4A}"/>
                  </a:ext>
                </a:extLst>
              </p:cNvPr>
              <p:cNvSpPr/>
              <p:nvPr/>
            </p:nvSpPr>
            <p:spPr>
              <a:xfrm>
                <a:off x="9658567" y="866069"/>
                <a:ext cx="20836" cy="8930"/>
              </a:xfrm>
              <a:custGeom>
                <a:avLst/>
                <a:gdLst/>
                <a:ahLst/>
                <a:cxnLst/>
                <a:rect l="l" t="t" r="r" b="b"/>
                <a:pathLst>
                  <a:path w="13334" h="5714">
                    <a:moveTo>
                      <a:pt x="12852" y="0"/>
                    </a:moveTo>
                    <a:lnTo>
                      <a:pt x="2793" y="0"/>
                    </a:lnTo>
                    <a:lnTo>
                      <a:pt x="0" y="5664"/>
                    </a:lnTo>
                    <a:lnTo>
                      <a:pt x="10058" y="5664"/>
                    </a:lnTo>
                    <a:lnTo>
                      <a:pt x="1285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39" name="object 89">
                <a:extLst>
                  <a:ext uri="{FF2B5EF4-FFF2-40B4-BE49-F238E27FC236}">
                    <a16:creationId xmlns:a16="http://schemas.microsoft.com/office/drawing/2014/main" id="{89617A92-75FE-9715-0624-143C19D94AE2}"/>
                  </a:ext>
                </a:extLst>
              </p:cNvPr>
              <p:cNvSpPr/>
              <p:nvPr/>
            </p:nvSpPr>
            <p:spPr>
              <a:xfrm>
                <a:off x="9695231"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0" name="object 90">
                <a:extLst>
                  <a:ext uri="{FF2B5EF4-FFF2-40B4-BE49-F238E27FC236}">
                    <a16:creationId xmlns:a16="http://schemas.microsoft.com/office/drawing/2014/main" id="{3142E04D-EC93-D34D-03A3-B43F57E3F8E2}"/>
                  </a:ext>
                </a:extLst>
              </p:cNvPr>
              <p:cNvSpPr/>
              <p:nvPr/>
            </p:nvSpPr>
            <p:spPr>
              <a:xfrm>
                <a:off x="9676890" y="866069"/>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1" name="object 91">
                <a:extLst>
                  <a:ext uri="{FF2B5EF4-FFF2-40B4-BE49-F238E27FC236}">
                    <a16:creationId xmlns:a16="http://schemas.microsoft.com/office/drawing/2014/main" id="{2578A294-61C4-0E4C-1F76-557310B0B015}"/>
                  </a:ext>
                </a:extLst>
              </p:cNvPr>
              <p:cNvSpPr/>
              <p:nvPr/>
            </p:nvSpPr>
            <p:spPr>
              <a:xfrm>
                <a:off x="9750218"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2" name="object 92">
                <a:extLst>
                  <a:ext uri="{FF2B5EF4-FFF2-40B4-BE49-F238E27FC236}">
                    <a16:creationId xmlns:a16="http://schemas.microsoft.com/office/drawing/2014/main" id="{3E87317B-1E96-10B9-9705-D0CD25A6C431}"/>
                  </a:ext>
                </a:extLst>
              </p:cNvPr>
              <p:cNvSpPr/>
              <p:nvPr/>
            </p:nvSpPr>
            <p:spPr>
              <a:xfrm>
                <a:off x="9731876" y="866069"/>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3" name="object 93">
                <a:extLst>
                  <a:ext uri="{FF2B5EF4-FFF2-40B4-BE49-F238E27FC236}">
                    <a16:creationId xmlns:a16="http://schemas.microsoft.com/office/drawing/2014/main" id="{FD5942BD-A8F3-D825-163F-0A1659B41CDE}"/>
                  </a:ext>
                </a:extLst>
              </p:cNvPr>
              <p:cNvSpPr/>
              <p:nvPr/>
            </p:nvSpPr>
            <p:spPr>
              <a:xfrm>
                <a:off x="9713554" y="866069"/>
                <a:ext cx="20836" cy="8930"/>
              </a:xfrm>
              <a:custGeom>
                <a:avLst/>
                <a:gdLst/>
                <a:ahLst/>
                <a:cxnLst/>
                <a:rect l="l" t="t" r="r" b="b"/>
                <a:pathLst>
                  <a:path w="13334" h="5714">
                    <a:moveTo>
                      <a:pt x="12979" y="0"/>
                    </a:moveTo>
                    <a:lnTo>
                      <a:pt x="2793" y="0"/>
                    </a:lnTo>
                    <a:lnTo>
                      <a:pt x="0" y="5664"/>
                    </a:lnTo>
                    <a:lnTo>
                      <a:pt x="10185"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4" name="object 96">
                <a:extLst>
                  <a:ext uri="{FF2B5EF4-FFF2-40B4-BE49-F238E27FC236}">
                    <a16:creationId xmlns:a16="http://schemas.microsoft.com/office/drawing/2014/main" id="{234C4791-A699-8286-C5C0-D3B9EF6CD6E7}"/>
                  </a:ext>
                </a:extLst>
              </p:cNvPr>
              <p:cNvSpPr/>
              <p:nvPr/>
            </p:nvSpPr>
            <p:spPr>
              <a:xfrm>
                <a:off x="9616665"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5" name="object 97">
                <a:extLst>
                  <a:ext uri="{FF2B5EF4-FFF2-40B4-BE49-F238E27FC236}">
                    <a16:creationId xmlns:a16="http://schemas.microsoft.com/office/drawing/2014/main" id="{E7588823-8350-7A48-720E-F7809863434A}"/>
                  </a:ext>
                </a:extLst>
              </p:cNvPr>
              <p:cNvSpPr/>
              <p:nvPr/>
            </p:nvSpPr>
            <p:spPr>
              <a:xfrm>
                <a:off x="9635007"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6" name="object 98">
                <a:extLst>
                  <a:ext uri="{FF2B5EF4-FFF2-40B4-BE49-F238E27FC236}">
                    <a16:creationId xmlns:a16="http://schemas.microsoft.com/office/drawing/2014/main" id="{64C4A28A-026E-5191-5303-DEFE92BC9750}"/>
                  </a:ext>
                </a:extLst>
              </p:cNvPr>
              <p:cNvSpPr/>
              <p:nvPr/>
            </p:nvSpPr>
            <p:spPr>
              <a:xfrm>
                <a:off x="9690212" y="876196"/>
                <a:ext cx="20836" cy="8930"/>
              </a:xfrm>
              <a:custGeom>
                <a:avLst/>
                <a:gdLst/>
                <a:ahLst/>
                <a:cxnLst/>
                <a:rect l="l" t="t" r="r" b="b"/>
                <a:pathLst>
                  <a:path w="13334" h="5714">
                    <a:moveTo>
                      <a:pt x="12992" y="0"/>
                    </a:moveTo>
                    <a:lnTo>
                      <a:pt x="2793"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7" name="object 99">
                <a:extLst>
                  <a:ext uri="{FF2B5EF4-FFF2-40B4-BE49-F238E27FC236}">
                    <a16:creationId xmlns:a16="http://schemas.microsoft.com/office/drawing/2014/main" id="{D2E860C4-6FAD-1732-552A-C35B0199CB67}"/>
                  </a:ext>
                </a:extLst>
              </p:cNvPr>
              <p:cNvSpPr/>
              <p:nvPr/>
            </p:nvSpPr>
            <p:spPr>
              <a:xfrm>
                <a:off x="9653548" y="876196"/>
                <a:ext cx="20836" cy="8930"/>
              </a:xfrm>
              <a:custGeom>
                <a:avLst/>
                <a:gdLst/>
                <a:ahLst/>
                <a:cxnLst/>
                <a:rect l="l" t="t" r="r" b="b"/>
                <a:pathLst>
                  <a:path w="13334" h="5714">
                    <a:moveTo>
                      <a:pt x="12865" y="0"/>
                    </a:moveTo>
                    <a:lnTo>
                      <a:pt x="2793" y="0"/>
                    </a:lnTo>
                    <a:lnTo>
                      <a:pt x="0" y="5664"/>
                    </a:lnTo>
                    <a:lnTo>
                      <a:pt x="10058" y="5664"/>
                    </a:lnTo>
                    <a:lnTo>
                      <a:pt x="12865"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8" name="object 100">
                <a:extLst>
                  <a:ext uri="{FF2B5EF4-FFF2-40B4-BE49-F238E27FC236}">
                    <a16:creationId xmlns:a16="http://schemas.microsoft.com/office/drawing/2014/main" id="{3FBC5273-87CF-D506-844C-10E327D08BFD}"/>
                  </a:ext>
                </a:extLst>
              </p:cNvPr>
              <p:cNvSpPr/>
              <p:nvPr/>
            </p:nvSpPr>
            <p:spPr>
              <a:xfrm>
                <a:off x="9671889" y="876196"/>
                <a:ext cx="20836" cy="8930"/>
              </a:xfrm>
              <a:custGeom>
                <a:avLst/>
                <a:gdLst/>
                <a:ahLst/>
                <a:cxnLst/>
                <a:rect l="l" t="t" r="r" b="b"/>
                <a:pathLst>
                  <a:path w="13334" h="5714">
                    <a:moveTo>
                      <a:pt x="12979" y="0"/>
                    </a:moveTo>
                    <a:lnTo>
                      <a:pt x="2793" y="0"/>
                    </a:lnTo>
                    <a:lnTo>
                      <a:pt x="0" y="5664"/>
                    </a:lnTo>
                    <a:lnTo>
                      <a:pt x="10172" y="5664"/>
                    </a:lnTo>
                    <a:lnTo>
                      <a:pt x="12979"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49" name="object 101">
                <a:extLst>
                  <a:ext uri="{FF2B5EF4-FFF2-40B4-BE49-F238E27FC236}">
                    <a16:creationId xmlns:a16="http://schemas.microsoft.com/office/drawing/2014/main" id="{A3631C70-6151-B5E8-3492-CDB3B41B80F9}"/>
                  </a:ext>
                </a:extLst>
              </p:cNvPr>
              <p:cNvSpPr/>
              <p:nvPr/>
            </p:nvSpPr>
            <p:spPr>
              <a:xfrm>
                <a:off x="9745218"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0" name="object 102">
                <a:extLst>
                  <a:ext uri="{FF2B5EF4-FFF2-40B4-BE49-F238E27FC236}">
                    <a16:creationId xmlns:a16="http://schemas.microsoft.com/office/drawing/2014/main" id="{C2BA76E1-80D3-F7E0-D7E5-3303B13A6D28}"/>
                  </a:ext>
                </a:extLst>
              </p:cNvPr>
              <p:cNvSpPr/>
              <p:nvPr/>
            </p:nvSpPr>
            <p:spPr>
              <a:xfrm>
                <a:off x="9726876" y="876196"/>
                <a:ext cx="20836" cy="8930"/>
              </a:xfrm>
              <a:custGeom>
                <a:avLst/>
                <a:gdLst/>
                <a:ahLst/>
                <a:cxnLst/>
                <a:rect l="l" t="t" r="r" b="b"/>
                <a:pathLst>
                  <a:path w="13334" h="5714">
                    <a:moveTo>
                      <a:pt x="12992" y="0"/>
                    </a:moveTo>
                    <a:lnTo>
                      <a:pt x="2806" y="0"/>
                    </a:lnTo>
                    <a:lnTo>
                      <a:pt x="0" y="5664"/>
                    </a:lnTo>
                    <a:lnTo>
                      <a:pt x="10185"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751" name="object 103">
                <a:extLst>
                  <a:ext uri="{FF2B5EF4-FFF2-40B4-BE49-F238E27FC236}">
                    <a16:creationId xmlns:a16="http://schemas.microsoft.com/office/drawing/2014/main" id="{D4991D59-028D-8507-6A16-9BC9439182D8}"/>
                  </a:ext>
                </a:extLst>
              </p:cNvPr>
              <p:cNvSpPr/>
              <p:nvPr/>
            </p:nvSpPr>
            <p:spPr>
              <a:xfrm>
                <a:off x="9708534" y="876196"/>
                <a:ext cx="20836" cy="8930"/>
              </a:xfrm>
              <a:custGeom>
                <a:avLst/>
                <a:gdLst/>
                <a:ahLst/>
                <a:cxnLst/>
                <a:rect l="l" t="t" r="r" b="b"/>
                <a:pathLst>
                  <a:path w="13334" h="5714">
                    <a:moveTo>
                      <a:pt x="12992" y="0"/>
                    </a:moveTo>
                    <a:lnTo>
                      <a:pt x="2806" y="0"/>
                    </a:lnTo>
                    <a:lnTo>
                      <a:pt x="0" y="5664"/>
                    </a:lnTo>
                    <a:lnTo>
                      <a:pt x="10198" y="5664"/>
                    </a:lnTo>
                    <a:lnTo>
                      <a:pt x="12992" y="0"/>
                    </a:lnTo>
                    <a:close/>
                  </a:path>
                </a:pathLst>
              </a:custGeom>
              <a:grp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grpSp>
          <p:nvGrpSpPr>
            <p:cNvPr id="694" name="Group 693">
              <a:extLst>
                <a:ext uri="{FF2B5EF4-FFF2-40B4-BE49-F238E27FC236}">
                  <a16:creationId xmlns:a16="http://schemas.microsoft.com/office/drawing/2014/main" id="{DF6D14C3-F59B-1F17-FD70-42D031651406}"/>
                </a:ext>
              </a:extLst>
            </p:cNvPr>
            <p:cNvGrpSpPr/>
            <p:nvPr/>
          </p:nvGrpSpPr>
          <p:grpSpPr>
            <a:xfrm flipH="1">
              <a:off x="5784435" y="2687668"/>
              <a:ext cx="326585" cy="131214"/>
              <a:chOff x="10349010" y="1574415"/>
              <a:chExt cx="507849" cy="206099"/>
            </a:xfrm>
            <a:solidFill>
              <a:schemeClr val="bg1"/>
            </a:solidFill>
          </p:grpSpPr>
          <p:sp>
            <p:nvSpPr>
              <p:cNvPr id="697" name="Rectangle 696">
                <a:extLst>
                  <a:ext uri="{FF2B5EF4-FFF2-40B4-BE49-F238E27FC236}">
                    <a16:creationId xmlns:a16="http://schemas.microsoft.com/office/drawing/2014/main" id="{FA914A20-46D6-C9F3-8FE9-1B1913212146}"/>
                  </a:ext>
                </a:extLst>
              </p:cNvPr>
              <p:cNvSpPr>
                <a:spLocks noChangeAspect="1"/>
              </p:cNvSpPr>
              <p:nvPr/>
            </p:nvSpPr>
            <p:spPr>
              <a:xfrm>
                <a:off x="10811139" y="157441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98" name="Rectangle 697">
                <a:extLst>
                  <a:ext uri="{FF2B5EF4-FFF2-40B4-BE49-F238E27FC236}">
                    <a16:creationId xmlns:a16="http://schemas.microsoft.com/office/drawing/2014/main" id="{FF828788-153D-ECAF-0C01-82092FB5DE44}"/>
                  </a:ext>
                </a:extLst>
              </p:cNvPr>
              <p:cNvSpPr>
                <a:spLocks noChangeAspect="1"/>
              </p:cNvSpPr>
              <p:nvPr/>
            </p:nvSpPr>
            <p:spPr>
              <a:xfrm>
                <a:off x="10695606" y="157441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99" name="Rectangle 698">
                <a:extLst>
                  <a:ext uri="{FF2B5EF4-FFF2-40B4-BE49-F238E27FC236}">
                    <a16:creationId xmlns:a16="http://schemas.microsoft.com/office/drawing/2014/main" id="{EBCA2ABD-6F4C-7C82-B5C9-8E242349896A}"/>
                  </a:ext>
                </a:extLst>
              </p:cNvPr>
              <p:cNvSpPr>
                <a:spLocks noChangeAspect="1"/>
              </p:cNvSpPr>
              <p:nvPr/>
            </p:nvSpPr>
            <p:spPr>
              <a:xfrm>
                <a:off x="10464542" y="157441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0" name="Rectangle 699">
                <a:extLst>
                  <a:ext uri="{FF2B5EF4-FFF2-40B4-BE49-F238E27FC236}">
                    <a16:creationId xmlns:a16="http://schemas.microsoft.com/office/drawing/2014/main" id="{F86DB6EA-93FC-30D3-D069-1B63F9E50CD7}"/>
                  </a:ext>
                </a:extLst>
              </p:cNvPr>
              <p:cNvSpPr>
                <a:spLocks noChangeAspect="1"/>
              </p:cNvSpPr>
              <p:nvPr/>
            </p:nvSpPr>
            <p:spPr>
              <a:xfrm>
                <a:off x="10349010" y="157441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1" name="Rectangle 700">
                <a:extLst>
                  <a:ext uri="{FF2B5EF4-FFF2-40B4-BE49-F238E27FC236}">
                    <a16:creationId xmlns:a16="http://schemas.microsoft.com/office/drawing/2014/main" id="{6BD98F66-8C26-E3EC-FE10-657B1D790051}"/>
                  </a:ext>
                </a:extLst>
              </p:cNvPr>
              <p:cNvSpPr>
                <a:spLocks noChangeAspect="1"/>
              </p:cNvSpPr>
              <p:nvPr/>
            </p:nvSpPr>
            <p:spPr>
              <a:xfrm>
                <a:off x="10580074" y="1574415"/>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2" name="Rectangle 701">
                <a:extLst>
                  <a:ext uri="{FF2B5EF4-FFF2-40B4-BE49-F238E27FC236}">
                    <a16:creationId xmlns:a16="http://schemas.microsoft.com/office/drawing/2014/main" id="{F41DC193-3DA9-46EB-D769-E01785773557}"/>
                  </a:ext>
                </a:extLst>
              </p:cNvPr>
              <p:cNvSpPr>
                <a:spLocks noChangeAspect="1"/>
              </p:cNvSpPr>
              <p:nvPr/>
            </p:nvSpPr>
            <p:spPr>
              <a:xfrm>
                <a:off x="10811139" y="165460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3" name="Rectangle 702">
                <a:extLst>
                  <a:ext uri="{FF2B5EF4-FFF2-40B4-BE49-F238E27FC236}">
                    <a16:creationId xmlns:a16="http://schemas.microsoft.com/office/drawing/2014/main" id="{5460D35C-E75A-A108-BC49-4C9C10DD97FC}"/>
                  </a:ext>
                </a:extLst>
              </p:cNvPr>
              <p:cNvSpPr>
                <a:spLocks noChangeAspect="1"/>
              </p:cNvSpPr>
              <p:nvPr/>
            </p:nvSpPr>
            <p:spPr>
              <a:xfrm>
                <a:off x="10695606" y="165460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4" name="Rectangle 703">
                <a:extLst>
                  <a:ext uri="{FF2B5EF4-FFF2-40B4-BE49-F238E27FC236}">
                    <a16:creationId xmlns:a16="http://schemas.microsoft.com/office/drawing/2014/main" id="{537533AD-D8B3-ECA4-D845-922A80380C1D}"/>
                  </a:ext>
                </a:extLst>
              </p:cNvPr>
              <p:cNvSpPr>
                <a:spLocks noChangeAspect="1"/>
              </p:cNvSpPr>
              <p:nvPr/>
            </p:nvSpPr>
            <p:spPr>
              <a:xfrm>
                <a:off x="10464542" y="165460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5" name="Rectangle 704">
                <a:extLst>
                  <a:ext uri="{FF2B5EF4-FFF2-40B4-BE49-F238E27FC236}">
                    <a16:creationId xmlns:a16="http://schemas.microsoft.com/office/drawing/2014/main" id="{365946CB-F3D4-33EE-8C3F-ACC0DB498937}"/>
                  </a:ext>
                </a:extLst>
              </p:cNvPr>
              <p:cNvSpPr>
                <a:spLocks noChangeAspect="1"/>
              </p:cNvSpPr>
              <p:nvPr/>
            </p:nvSpPr>
            <p:spPr>
              <a:xfrm>
                <a:off x="10349010" y="165460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6" name="Rectangle 705">
                <a:extLst>
                  <a:ext uri="{FF2B5EF4-FFF2-40B4-BE49-F238E27FC236}">
                    <a16:creationId xmlns:a16="http://schemas.microsoft.com/office/drawing/2014/main" id="{039DB7CC-FB57-887F-C9C7-10C85C7DC5DB}"/>
                  </a:ext>
                </a:extLst>
              </p:cNvPr>
              <p:cNvSpPr>
                <a:spLocks noChangeAspect="1"/>
              </p:cNvSpPr>
              <p:nvPr/>
            </p:nvSpPr>
            <p:spPr>
              <a:xfrm>
                <a:off x="10580074" y="165460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7" name="Rectangle 706">
                <a:extLst>
                  <a:ext uri="{FF2B5EF4-FFF2-40B4-BE49-F238E27FC236}">
                    <a16:creationId xmlns:a16="http://schemas.microsoft.com/office/drawing/2014/main" id="{1C6BCD2E-91FF-6CD8-6563-A61F1A45C483}"/>
                  </a:ext>
                </a:extLst>
              </p:cNvPr>
              <p:cNvSpPr>
                <a:spLocks noChangeAspect="1"/>
              </p:cNvSpPr>
              <p:nvPr/>
            </p:nvSpPr>
            <p:spPr>
              <a:xfrm>
                <a:off x="10811139" y="173479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8" name="Rectangle 707">
                <a:extLst>
                  <a:ext uri="{FF2B5EF4-FFF2-40B4-BE49-F238E27FC236}">
                    <a16:creationId xmlns:a16="http://schemas.microsoft.com/office/drawing/2014/main" id="{4CDCF570-D115-6EFD-CC37-AED2A973BF9D}"/>
                  </a:ext>
                </a:extLst>
              </p:cNvPr>
              <p:cNvSpPr>
                <a:spLocks noChangeAspect="1"/>
              </p:cNvSpPr>
              <p:nvPr/>
            </p:nvSpPr>
            <p:spPr>
              <a:xfrm>
                <a:off x="10695606" y="173479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09" name="Rectangle 708">
                <a:extLst>
                  <a:ext uri="{FF2B5EF4-FFF2-40B4-BE49-F238E27FC236}">
                    <a16:creationId xmlns:a16="http://schemas.microsoft.com/office/drawing/2014/main" id="{5C057E56-B31F-D159-F3EF-A0D2773F9734}"/>
                  </a:ext>
                </a:extLst>
              </p:cNvPr>
              <p:cNvSpPr>
                <a:spLocks noChangeAspect="1"/>
              </p:cNvSpPr>
              <p:nvPr/>
            </p:nvSpPr>
            <p:spPr>
              <a:xfrm>
                <a:off x="10464542" y="173479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10" name="Rectangle 709">
                <a:extLst>
                  <a:ext uri="{FF2B5EF4-FFF2-40B4-BE49-F238E27FC236}">
                    <a16:creationId xmlns:a16="http://schemas.microsoft.com/office/drawing/2014/main" id="{AD98A896-47B9-0C0E-3B1D-A0D848EF8AC1}"/>
                  </a:ext>
                </a:extLst>
              </p:cNvPr>
              <p:cNvSpPr>
                <a:spLocks noChangeAspect="1"/>
              </p:cNvSpPr>
              <p:nvPr/>
            </p:nvSpPr>
            <p:spPr>
              <a:xfrm>
                <a:off x="10349010" y="173479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711" name="Rectangle 710">
                <a:extLst>
                  <a:ext uri="{FF2B5EF4-FFF2-40B4-BE49-F238E27FC236}">
                    <a16:creationId xmlns:a16="http://schemas.microsoft.com/office/drawing/2014/main" id="{F42B2C1F-4662-FC04-8BDF-46E22F5D5762}"/>
                  </a:ext>
                </a:extLst>
              </p:cNvPr>
              <p:cNvSpPr>
                <a:spLocks noChangeAspect="1"/>
              </p:cNvSpPr>
              <p:nvPr/>
            </p:nvSpPr>
            <p:spPr>
              <a:xfrm>
                <a:off x="10580074" y="1734794"/>
                <a:ext cx="45720" cy="45720"/>
              </a:xfrm>
              <a:prstGeom prst="rect">
                <a:avLst/>
              </a:prstGeom>
              <a:grp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sp>
          <p:nvSpPr>
            <p:cNvPr id="695" name="Rectangle 694">
              <a:extLst>
                <a:ext uri="{FF2B5EF4-FFF2-40B4-BE49-F238E27FC236}">
                  <a16:creationId xmlns:a16="http://schemas.microsoft.com/office/drawing/2014/main" id="{33216876-6B34-BDBD-8704-ED4A0C58EC63}"/>
                </a:ext>
              </a:extLst>
            </p:cNvPr>
            <p:cNvSpPr>
              <a:spLocks noChangeAspect="1"/>
            </p:cNvSpPr>
            <p:nvPr/>
          </p:nvSpPr>
          <p:spPr>
            <a:xfrm flipH="1">
              <a:off x="5843629" y="2789787"/>
              <a:ext cx="58803" cy="58216"/>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sp>
          <p:nvSpPr>
            <p:cNvPr id="696" name="Rectangle 695">
              <a:extLst>
                <a:ext uri="{FF2B5EF4-FFF2-40B4-BE49-F238E27FC236}">
                  <a16:creationId xmlns:a16="http://schemas.microsoft.com/office/drawing/2014/main" id="{E37B1BA3-3E15-5E98-8619-DF9B2658037C}"/>
                </a:ext>
              </a:extLst>
            </p:cNvPr>
            <p:cNvSpPr>
              <a:spLocks noChangeAspect="1"/>
            </p:cNvSpPr>
            <p:nvPr/>
          </p:nvSpPr>
          <p:spPr>
            <a:xfrm flipH="1">
              <a:off x="5993071" y="2789778"/>
              <a:ext cx="58803" cy="58216"/>
            </a:xfrm>
            <a:prstGeom prst="rect">
              <a:avLst/>
            </a:prstGeom>
            <a:solidFill>
              <a:schemeClr val="bg1"/>
            </a:solidFill>
            <a:ln w="12700" cap="flat" cmpd="sng" algn="ctr">
              <a:noFill/>
              <a:prstDash val="solid"/>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796" name="Group 795">
            <a:extLst>
              <a:ext uri="{FF2B5EF4-FFF2-40B4-BE49-F238E27FC236}">
                <a16:creationId xmlns:a16="http://schemas.microsoft.com/office/drawing/2014/main" id="{D7488C84-1381-C12D-AA31-8C15853257E2}"/>
              </a:ext>
            </a:extLst>
          </p:cNvPr>
          <p:cNvGrpSpPr/>
          <p:nvPr/>
        </p:nvGrpSpPr>
        <p:grpSpPr>
          <a:xfrm>
            <a:off x="906077" y="2731081"/>
            <a:ext cx="857647" cy="583547"/>
            <a:chOff x="1151746" y="3636875"/>
            <a:chExt cx="982731" cy="661354"/>
          </a:xfrm>
        </p:grpSpPr>
        <p:sp>
          <p:nvSpPr>
            <p:cNvPr id="797" name="Trapezoid 796">
              <a:extLst>
                <a:ext uri="{FF2B5EF4-FFF2-40B4-BE49-F238E27FC236}">
                  <a16:creationId xmlns:a16="http://schemas.microsoft.com/office/drawing/2014/main" id="{7327DD8A-F1DF-2F44-568F-269B751B4EA8}"/>
                </a:ext>
              </a:extLst>
            </p:cNvPr>
            <p:cNvSpPr/>
            <p:nvPr/>
          </p:nvSpPr>
          <p:spPr>
            <a:xfrm>
              <a:off x="1369988" y="3796805"/>
              <a:ext cx="649388" cy="364782"/>
            </a:xfrm>
            <a:prstGeom prst="trapezoid">
              <a:avLst>
                <a:gd name="adj" fmla="val 35197"/>
              </a:avLst>
            </a:prstGeom>
            <a:noFill/>
            <a:ln w="19050" cap="flat" cmpd="sng" algn="ctr">
              <a:solidFill>
                <a:schemeClr val="tx1"/>
              </a:solidFill>
              <a:prstDash val="sysDot"/>
              <a:miter lim="800000"/>
            </a:ln>
            <a:effectLst/>
          </p:spPr>
          <p:txBody>
            <a:bodyPr rtlCol="0" anchor="ctr"/>
            <a:lstStyle/>
            <a:p>
              <a:pPr algn="ctr" defTabSz="806869">
                <a:defRPr/>
              </a:pPr>
              <a:endParaRPr lang="en-US" kern="0">
                <a:solidFill>
                  <a:prstClr val="white"/>
                </a:solidFill>
                <a:latin typeface="Arial" panose="020B0604020202020204" pitchFamily="34" charset="0"/>
                <a:cs typeface="Arial" panose="020B0604020202020204" pitchFamily="34" charset="0"/>
              </a:endParaRPr>
            </a:p>
          </p:txBody>
        </p:sp>
        <p:cxnSp>
          <p:nvCxnSpPr>
            <p:cNvPr id="798" name="Straight Connector 797">
              <a:extLst>
                <a:ext uri="{FF2B5EF4-FFF2-40B4-BE49-F238E27FC236}">
                  <a16:creationId xmlns:a16="http://schemas.microsoft.com/office/drawing/2014/main" id="{06B67DA6-D12E-4D0A-079C-FE735E4C311D}"/>
                </a:ext>
              </a:extLst>
            </p:cNvPr>
            <p:cNvCxnSpPr>
              <a:stCxn id="797" idx="1"/>
              <a:endCxn id="797" idx="3"/>
            </p:cNvCxnSpPr>
            <p:nvPr/>
          </p:nvCxnSpPr>
          <p:spPr>
            <a:xfrm>
              <a:off x="1417609" y="3979196"/>
              <a:ext cx="554147" cy="0"/>
            </a:xfrm>
            <a:prstGeom prst="line">
              <a:avLst/>
            </a:prstGeom>
            <a:noFill/>
            <a:ln w="19050" cap="flat" cmpd="sng" algn="ctr">
              <a:solidFill>
                <a:schemeClr val="tx1"/>
              </a:solidFill>
              <a:prstDash val="sysDot"/>
              <a:miter lim="800000"/>
            </a:ln>
            <a:effectLst/>
          </p:spPr>
        </p:cxnSp>
        <p:sp>
          <p:nvSpPr>
            <p:cNvPr id="799" name="object 127">
              <a:extLst>
                <a:ext uri="{FF2B5EF4-FFF2-40B4-BE49-F238E27FC236}">
                  <a16:creationId xmlns:a16="http://schemas.microsoft.com/office/drawing/2014/main" id="{4D9D0393-278F-CC63-A779-E2AFBB6509D4}"/>
                </a:ext>
              </a:extLst>
            </p:cNvPr>
            <p:cNvSpPr/>
            <p:nvPr/>
          </p:nvSpPr>
          <p:spPr>
            <a:xfrm>
              <a:off x="1257332" y="3980702"/>
              <a:ext cx="215438" cy="190434"/>
            </a:xfrm>
            <a:custGeom>
              <a:avLst/>
              <a:gdLst/>
              <a:ahLst/>
              <a:cxnLst/>
              <a:rect l="l" t="t" r="r" b="b"/>
              <a:pathLst>
                <a:path w="217169" h="201929">
                  <a:moveTo>
                    <a:pt x="50926" y="126568"/>
                  </a:moveTo>
                  <a:lnTo>
                    <a:pt x="49999" y="126898"/>
                  </a:lnTo>
                  <a:lnTo>
                    <a:pt x="33319" y="147053"/>
                  </a:lnTo>
                  <a:lnTo>
                    <a:pt x="0" y="187134"/>
                  </a:lnTo>
                  <a:lnTo>
                    <a:pt x="8635" y="201333"/>
                  </a:lnTo>
                  <a:lnTo>
                    <a:pt x="9829" y="200621"/>
                  </a:lnTo>
                  <a:lnTo>
                    <a:pt x="88582" y="147053"/>
                  </a:lnTo>
                  <a:lnTo>
                    <a:pt x="89877" y="147015"/>
                  </a:lnTo>
                  <a:lnTo>
                    <a:pt x="118959" y="147015"/>
                  </a:lnTo>
                  <a:lnTo>
                    <a:pt x="123024" y="144894"/>
                  </a:lnTo>
                  <a:lnTo>
                    <a:pt x="123977" y="144106"/>
                  </a:lnTo>
                  <a:lnTo>
                    <a:pt x="124790" y="142468"/>
                  </a:lnTo>
                  <a:lnTo>
                    <a:pt x="158476" y="142468"/>
                  </a:lnTo>
                  <a:lnTo>
                    <a:pt x="150022" y="137591"/>
                  </a:lnTo>
                  <a:lnTo>
                    <a:pt x="74040" y="137591"/>
                  </a:lnTo>
                  <a:lnTo>
                    <a:pt x="64922" y="132994"/>
                  </a:lnTo>
                  <a:lnTo>
                    <a:pt x="58762" y="130416"/>
                  </a:lnTo>
                  <a:lnTo>
                    <a:pt x="50926" y="126568"/>
                  </a:lnTo>
                  <a:close/>
                </a:path>
                <a:path w="217169" h="201929">
                  <a:moveTo>
                    <a:pt x="163099" y="145135"/>
                  </a:moveTo>
                  <a:lnTo>
                    <a:pt x="131241" y="145135"/>
                  </a:lnTo>
                  <a:lnTo>
                    <a:pt x="131013" y="155409"/>
                  </a:lnTo>
                  <a:lnTo>
                    <a:pt x="131394" y="162090"/>
                  </a:lnTo>
                  <a:lnTo>
                    <a:pt x="131381" y="170827"/>
                  </a:lnTo>
                  <a:lnTo>
                    <a:pt x="132168" y="171538"/>
                  </a:lnTo>
                  <a:lnTo>
                    <a:pt x="141439" y="173672"/>
                  </a:lnTo>
                  <a:lnTo>
                    <a:pt x="148729" y="175564"/>
                  </a:lnTo>
                  <a:lnTo>
                    <a:pt x="206705" y="189928"/>
                  </a:lnTo>
                  <a:lnTo>
                    <a:pt x="208368" y="189534"/>
                  </a:lnTo>
                  <a:lnTo>
                    <a:pt x="211696" y="184835"/>
                  </a:lnTo>
                  <a:lnTo>
                    <a:pt x="214287" y="180644"/>
                  </a:lnTo>
                  <a:lnTo>
                    <a:pt x="217068" y="176364"/>
                  </a:lnTo>
                  <a:lnTo>
                    <a:pt x="216115" y="175780"/>
                  </a:lnTo>
                  <a:lnTo>
                    <a:pt x="215315" y="175259"/>
                  </a:lnTo>
                  <a:lnTo>
                    <a:pt x="163099" y="145135"/>
                  </a:lnTo>
                  <a:close/>
                </a:path>
                <a:path w="217169" h="201929">
                  <a:moveTo>
                    <a:pt x="118959" y="147015"/>
                  </a:moveTo>
                  <a:lnTo>
                    <a:pt x="89877" y="147015"/>
                  </a:lnTo>
                  <a:lnTo>
                    <a:pt x="100076" y="151042"/>
                  </a:lnTo>
                  <a:lnTo>
                    <a:pt x="112111" y="150587"/>
                  </a:lnTo>
                  <a:lnTo>
                    <a:pt x="118959" y="147015"/>
                  </a:lnTo>
                  <a:close/>
                </a:path>
                <a:path w="217169" h="201929">
                  <a:moveTo>
                    <a:pt x="158476" y="142468"/>
                  </a:moveTo>
                  <a:lnTo>
                    <a:pt x="124790" y="142468"/>
                  </a:lnTo>
                  <a:lnTo>
                    <a:pt x="128155" y="145237"/>
                  </a:lnTo>
                  <a:lnTo>
                    <a:pt x="131241" y="145135"/>
                  </a:lnTo>
                  <a:lnTo>
                    <a:pt x="163099" y="145135"/>
                  </a:lnTo>
                  <a:lnTo>
                    <a:pt x="158476" y="142468"/>
                  </a:lnTo>
                  <a:close/>
                </a:path>
                <a:path w="217169" h="201929">
                  <a:moveTo>
                    <a:pt x="94627" y="0"/>
                  </a:moveTo>
                  <a:lnTo>
                    <a:pt x="94640" y="96583"/>
                  </a:lnTo>
                  <a:lnTo>
                    <a:pt x="94322" y="97574"/>
                  </a:lnTo>
                  <a:lnTo>
                    <a:pt x="82778" y="106445"/>
                  </a:lnTo>
                  <a:lnTo>
                    <a:pt x="77754" y="117297"/>
                  </a:lnTo>
                  <a:lnTo>
                    <a:pt x="77684" y="123443"/>
                  </a:lnTo>
                  <a:lnTo>
                    <a:pt x="77788" y="130416"/>
                  </a:lnTo>
                  <a:lnTo>
                    <a:pt x="78016" y="131419"/>
                  </a:lnTo>
                  <a:lnTo>
                    <a:pt x="78028" y="133324"/>
                  </a:lnTo>
                  <a:lnTo>
                    <a:pt x="75514" y="135051"/>
                  </a:lnTo>
                  <a:lnTo>
                    <a:pt x="74040" y="137591"/>
                  </a:lnTo>
                  <a:lnTo>
                    <a:pt x="150022" y="137591"/>
                  </a:lnTo>
                  <a:lnTo>
                    <a:pt x="145091" y="134746"/>
                  </a:lnTo>
                  <a:lnTo>
                    <a:pt x="111023" y="134746"/>
                  </a:lnTo>
                  <a:lnTo>
                    <a:pt x="98844" y="134531"/>
                  </a:lnTo>
                  <a:lnTo>
                    <a:pt x="93878" y="129527"/>
                  </a:lnTo>
                  <a:lnTo>
                    <a:pt x="93891" y="117297"/>
                  </a:lnTo>
                  <a:lnTo>
                    <a:pt x="98996" y="112229"/>
                  </a:lnTo>
                  <a:lnTo>
                    <a:pt x="131106" y="112229"/>
                  </a:lnTo>
                  <a:lnTo>
                    <a:pt x="124523" y="102158"/>
                  </a:lnTo>
                  <a:lnTo>
                    <a:pt x="118897" y="98272"/>
                  </a:lnTo>
                  <a:lnTo>
                    <a:pt x="111861" y="96227"/>
                  </a:lnTo>
                  <a:lnTo>
                    <a:pt x="111975" y="94373"/>
                  </a:lnTo>
                  <a:lnTo>
                    <a:pt x="111366" y="90589"/>
                  </a:lnTo>
                  <a:lnTo>
                    <a:pt x="112547" y="88823"/>
                  </a:lnTo>
                  <a:lnTo>
                    <a:pt x="120535" y="84454"/>
                  </a:lnTo>
                  <a:lnTo>
                    <a:pt x="125615" y="81064"/>
                  </a:lnTo>
                  <a:lnTo>
                    <a:pt x="132867" y="76987"/>
                  </a:lnTo>
                  <a:lnTo>
                    <a:pt x="133083" y="75933"/>
                  </a:lnTo>
                  <a:lnTo>
                    <a:pt x="130873" y="68986"/>
                  </a:lnTo>
                  <a:lnTo>
                    <a:pt x="129539" y="63944"/>
                  </a:lnTo>
                  <a:lnTo>
                    <a:pt x="111747" y="2362"/>
                  </a:lnTo>
                  <a:lnTo>
                    <a:pt x="100063" y="266"/>
                  </a:lnTo>
                  <a:lnTo>
                    <a:pt x="94627" y="0"/>
                  </a:lnTo>
                  <a:close/>
                </a:path>
                <a:path w="217169" h="201929">
                  <a:moveTo>
                    <a:pt x="131106" y="112229"/>
                  </a:moveTo>
                  <a:lnTo>
                    <a:pt x="98996" y="112229"/>
                  </a:lnTo>
                  <a:lnTo>
                    <a:pt x="111264" y="112420"/>
                  </a:lnTo>
                  <a:lnTo>
                    <a:pt x="116065" y="117297"/>
                  </a:lnTo>
                  <a:lnTo>
                    <a:pt x="116090" y="129666"/>
                  </a:lnTo>
                  <a:lnTo>
                    <a:pt x="111023" y="134746"/>
                  </a:lnTo>
                  <a:lnTo>
                    <a:pt x="145091" y="134746"/>
                  </a:lnTo>
                  <a:lnTo>
                    <a:pt x="133578" y="128104"/>
                  </a:lnTo>
                  <a:lnTo>
                    <a:pt x="132664" y="127139"/>
                  </a:lnTo>
                  <a:lnTo>
                    <a:pt x="133349" y="118783"/>
                  </a:lnTo>
                  <a:lnTo>
                    <a:pt x="131762" y="113233"/>
                  </a:lnTo>
                  <a:lnTo>
                    <a:pt x="131106" y="112229"/>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0" name="object 128">
              <a:extLst>
                <a:ext uri="{FF2B5EF4-FFF2-40B4-BE49-F238E27FC236}">
                  <a16:creationId xmlns:a16="http://schemas.microsoft.com/office/drawing/2014/main" id="{51A86544-387B-BA8C-E465-6985947280ED}"/>
                </a:ext>
              </a:extLst>
            </p:cNvPr>
            <p:cNvSpPr/>
            <p:nvPr/>
          </p:nvSpPr>
          <p:spPr>
            <a:xfrm>
              <a:off x="1338928" y="4129952"/>
              <a:ext cx="44726" cy="168276"/>
            </a:xfrm>
            <a:custGeom>
              <a:avLst/>
              <a:gdLst/>
              <a:ahLst/>
              <a:cxnLst/>
              <a:rect l="l" t="t" r="r" b="b"/>
              <a:pathLst>
                <a:path w="45085" h="178435">
                  <a:moveTo>
                    <a:pt x="13690" y="0"/>
                  </a:moveTo>
                  <a:lnTo>
                    <a:pt x="12941" y="825"/>
                  </a:lnTo>
                  <a:lnTo>
                    <a:pt x="12246" y="16155"/>
                  </a:lnTo>
                  <a:lnTo>
                    <a:pt x="11008" y="41525"/>
                  </a:lnTo>
                  <a:lnTo>
                    <a:pt x="9660" y="96743"/>
                  </a:lnTo>
                  <a:lnTo>
                    <a:pt x="9180" y="148497"/>
                  </a:lnTo>
                  <a:lnTo>
                    <a:pt x="0" y="150863"/>
                  </a:lnTo>
                  <a:lnTo>
                    <a:pt x="0" y="178384"/>
                  </a:lnTo>
                  <a:lnTo>
                    <a:pt x="44602" y="178384"/>
                  </a:lnTo>
                  <a:lnTo>
                    <a:pt x="44602" y="150863"/>
                  </a:lnTo>
                  <a:lnTo>
                    <a:pt x="40322" y="150863"/>
                  </a:lnTo>
                  <a:lnTo>
                    <a:pt x="38658" y="145662"/>
                  </a:lnTo>
                  <a:lnTo>
                    <a:pt x="37519" y="132485"/>
                  </a:lnTo>
                  <a:lnTo>
                    <a:pt x="36797" y="114966"/>
                  </a:lnTo>
                  <a:lnTo>
                    <a:pt x="36388" y="96743"/>
                  </a:lnTo>
                  <a:lnTo>
                    <a:pt x="36075" y="72725"/>
                  </a:lnTo>
                  <a:lnTo>
                    <a:pt x="34203" y="34510"/>
                  </a:lnTo>
                  <a:lnTo>
                    <a:pt x="33197" y="14414"/>
                  </a:lnTo>
                  <a:lnTo>
                    <a:pt x="32753" y="7480"/>
                  </a:lnTo>
                  <a:lnTo>
                    <a:pt x="32341" y="292"/>
                  </a:lnTo>
                  <a:lnTo>
                    <a:pt x="21602" y="292"/>
                  </a:lnTo>
                  <a:lnTo>
                    <a:pt x="13690" y="0"/>
                  </a:lnTo>
                  <a:close/>
                </a:path>
                <a:path w="45085" h="178435">
                  <a:moveTo>
                    <a:pt x="32334" y="165"/>
                  </a:moveTo>
                  <a:lnTo>
                    <a:pt x="21602" y="292"/>
                  </a:lnTo>
                  <a:lnTo>
                    <a:pt x="32341" y="292"/>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1" name="object 129">
              <a:extLst>
                <a:ext uri="{FF2B5EF4-FFF2-40B4-BE49-F238E27FC236}">
                  <a16:creationId xmlns:a16="http://schemas.microsoft.com/office/drawing/2014/main" id="{76A57CCA-3F43-9033-B1C5-E053477B907B}"/>
                </a:ext>
              </a:extLst>
            </p:cNvPr>
            <p:cNvSpPr/>
            <p:nvPr/>
          </p:nvSpPr>
          <p:spPr>
            <a:xfrm>
              <a:off x="1151746" y="4097424"/>
              <a:ext cx="136067" cy="120370"/>
            </a:xfrm>
            <a:custGeom>
              <a:avLst/>
              <a:gdLst/>
              <a:ahLst/>
              <a:cxnLst/>
              <a:rect l="l" t="t" r="r" b="b"/>
              <a:pathLst>
                <a:path w="137160" h="127635">
                  <a:moveTo>
                    <a:pt x="32143" y="79882"/>
                  </a:moveTo>
                  <a:lnTo>
                    <a:pt x="31559" y="80086"/>
                  </a:lnTo>
                  <a:lnTo>
                    <a:pt x="21034" y="92811"/>
                  </a:lnTo>
                  <a:lnTo>
                    <a:pt x="0" y="118122"/>
                  </a:lnTo>
                  <a:lnTo>
                    <a:pt x="5448" y="127076"/>
                  </a:lnTo>
                  <a:lnTo>
                    <a:pt x="6197" y="126631"/>
                  </a:lnTo>
                  <a:lnTo>
                    <a:pt x="55905" y="92811"/>
                  </a:lnTo>
                  <a:lnTo>
                    <a:pt x="56730" y="92786"/>
                  </a:lnTo>
                  <a:lnTo>
                    <a:pt x="76065" y="92786"/>
                  </a:lnTo>
                  <a:lnTo>
                    <a:pt x="78244" y="90957"/>
                  </a:lnTo>
                  <a:lnTo>
                    <a:pt x="78765" y="89928"/>
                  </a:lnTo>
                  <a:lnTo>
                    <a:pt x="100042" y="89928"/>
                  </a:lnTo>
                  <a:lnTo>
                    <a:pt x="94693" y="86842"/>
                  </a:lnTo>
                  <a:lnTo>
                    <a:pt x="46736" y="86842"/>
                  </a:lnTo>
                  <a:lnTo>
                    <a:pt x="40982" y="83934"/>
                  </a:lnTo>
                  <a:lnTo>
                    <a:pt x="37084" y="82321"/>
                  </a:lnTo>
                  <a:lnTo>
                    <a:pt x="32143" y="79882"/>
                  </a:lnTo>
                  <a:close/>
                </a:path>
                <a:path w="137160" h="127635">
                  <a:moveTo>
                    <a:pt x="102948" y="91605"/>
                  </a:moveTo>
                  <a:lnTo>
                    <a:pt x="82842" y="91605"/>
                  </a:lnTo>
                  <a:lnTo>
                    <a:pt x="82702" y="98082"/>
                  </a:lnTo>
                  <a:lnTo>
                    <a:pt x="82931" y="102311"/>
                  </a:lnTo>
                  <a:lnTo>
                    <a:pt x="83042" y="107923"/>
                  </a:lnTo>
                  <a:lnTo>
                    <a:pt x="83426" y="108267"/>
                  </a:lnTo>
                  <a:lnTo>
                    <a:pt x="89281" y="109613"/>
                  </a:lnTo>
                  <a:lnTo>
                    <a:pt x="93878" y="110807"/>
                  </a:lnTo>
                  <a:lnTo>
                    <a:pt x="130467" y="119887"/>
                  </a:lnTo>
                  <a:lnTo>
                    <a:pt x="131521" y="119633"/>
                  </a:lnTo>
                  <a:lnTo>
                    <a:pt x="133629" y="116662"/>
                  </a:lnTo>
                  <a:lnTo>
                    <a:pt x="135255" y="114020"/>
                  </a:lnTo>
                  <a:lnTo>
                    <a:pt x="137007" y="111315"/>
                  </a:lnTo>
                  <a:lnTo>
                    <a:pt x="135902" y="110616"/>
                  </a:lnTo>
                  <a:lnTo>
                    <a:pt x="102948" y="91605"/>
                  </a:lnTo>
                  <a:close/>
                </a:path>
                <a:path w="137160" h="127635">
                  <a:moveTo>
                    <a:pt x="76065" y="92786"/>
                  </a:moveTo>
                  <a:lnTo>
                    <a:pt x="56730" y="92786"/>
                  </a:lnTo>
                  <a:lnTo>
                    <a:pt x="64389" y="96977"/>
                  </a:lnTo>
                  <a:lnTo>
                    <a:pt x="72085" y="96126"/>
                  </a:lnTo>
                  <a:lnTo>
                    <a:pt x="76065" y="92786"/>
                  </a:lnTo>
                  <a:close/>
                </a:path>
                <a:path w="137160" h="127635">
                  <a:moveTo>
                    <a:pt x="100042" y="89928"/>
                  </a:moveTo>
                  <a:lnTo>
                    <a:pt x="78765" y="89928"/>
                  </a:lnTo>
                  <a:lnTo>
                    <a:pt x="80899" y="91668"/>
                  </a:lnTo>
                  <a:lnTo>
                    <a:pt x="82842" y="91605"/>
                  </a:lnTo>
                  <a:lnTo>
                    <a:pt x="102948" y="91605"/>
                  </a:lnTo>
                  <a:lnTo>
                    <a:pt x="100042" y="89928"/>
                  </a:lnTo>
                  <a:close/>
                </a:path>
                <a:path w="137160" h="127635">
                  <a:moveTo>
                    <a:pt x="59728" y="0"/>
                  </a:moveTo>
                  <a:lnTo>
                    <a:pt x="59740" y="60959"/>
                  </a:lnTo>
                  <a:lnTo>
                    <a:pt x="59537" y="61582"/>
                  </a:lnTo>
                  <a:lnTo>
                    <a:pt x="50914" y="65874"/>
                  </a:lnTo>
                  <a:lnTo>
                    <a:pt x="47180" y="74066"/>
                  </a:lnTo>
                  <a:lnTo>
                    <a:pt x="49250" y="82943"/>
                  </a:lnTo>
                  <a:lnTo>
                    <a:pt x="49250" y="84150"/>
                  </a:lnTo>
                  <a:lnTo>
                    <a:pt x="47663" y="85242"/>
                  </a:lnTo>
                  <a:lnTo>
                    <a:pt x="46736" y="86842"/>
                  </a:lnTo>
                  <a:lnTo>
                    <a:pt x="94693" y="86842"/>
                  </a:lnTo>
                  <a:lnTo>
                    <a:pt x="91589" y="85051"/>
                  </a:lnTo>
                  <a:lnTo>
                    <a:pt x="70078" y="85051"/>
                  </a:lnTo>
                  <a:lnTo>
                    <a:pt x="62382" y="84912"/>
                  </a:lnTo>
                  <a:lnTo>
                    <a:pt x="59358" y="81851"/>
                  </a:lnTo>
                  <a:lnTo>
                    <a:pt x="59271" y="74028"/>
                  </a:lnTo>
                  <a:lnTo>
                    <a:pt x="62484" y="70840"/>
                  </a:lnTo>
                  <a:lnTo>
                    <a:pt x="82760" y="70840"/>
                  </a:lnTo>
                  <a:lnTo>
                    <a:pt x="78587" y="64477"/>
                  </a:lnTo>
                  <a:lnTo>
                    <a:pt x="75057" y="62026"/>
                  </a:lnTo>
                  <a:lnTo>
                    <a:pt x="70599" y="60744"/>
                  </a:lnTo>
                  <a:lnTo>
                    <a:pt x="70586" y="59042"/>
                  </a:lnTo>
                  <a:lnTo>
                    <a:pt x="70294" y="57175"/>
                  </a:lnTo>
                  <a:lnTo>
                    <a:pt x="71043" y="56070"/>
                  </a:lnTo>
                  <a:lnTo>
                    <a:pt x="76085" y="53301"/>
                  </a:lnTo>
                  <a:lnTo>
                    <a:pt x="79286" y="51155"/>
                  </a:lnTo>
                  <a:lnTo>
                    <a:pt x="83870" y="48590"/>
                  </a:lnTo>
                  <a:lnTo>
                    <a:pt x="83997" y="47929"/>
                  </a:lnTo>
                  <a:lnTo>
                    <a:pt x="82600" y="43535"/>
                  </a:lnTo>
                  <a:lnTo>
                    <a:pt x="81762" y="40360"/>
                  </a:lnTo>
                  <a:lnTo>
                    <a:pt x="70523" y="1498"/>
                  </a:lnTo>
                  <a:lnTo>
                    <a:pt x="63157" y="165"/>
                  </a:lnTo>
                  <a:lnTo>
                    <a:pt x="59728" y="0"/>
                  </a:lnTo>
                  <a:close/>
                </a:path>
                <a:path w="137160" h="127635">
                  <a:moveTo>
                    <a:pt x="82760" y="70840"/>
                  </a:moveTo>
                  <a:lnTo>
                    <a:pt x="62484" y="70840"/>
                  </a:lnTo>
                  <a:lnTo>
                    <a:pt x="70231" y="70954"/>
                  </a:lnTo>
                  <a:lnTo>
                    <a:pt x="73253" y="74028"/>
                  </a:lnTo>
                  <a:lnTo>
                    <a:pt x="73279" y="81851"/>
                  </a:lnTo>
                  <a:lnTo>
                    <a:pt x="70078" y="85051"/>
                  </a:lnTo>
                  <a:lnTo>
                    <a:pt x="91589" y="85051"/>
                  </a:lnTo>
                  <a:lnTo>
                    <a:pt x="84302" y="80848"/>
                  </a:lnTo>
                  <a:lnTo>
                    <a:pt x="83731" y="80238"/>
                  </a:lnTo>
                  <a:lnTo>
                    <a:pt x="84162" y="74980"/>
                  </a:lnTo>
                  <a:lnTo>
                    <a:pt x="83172" y="71462"/>
                  </a:lnTo>
                  <a:lnTo>
                    <a:pt x="82760" y="7084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2" name="object 130">
              <a:extLst>
                <a:ext uri="{FF2B5EF4-FFF2-40B4-BE49-F238E27FC236}">
                  <a16:creationId xmlns:a16="http://schemas.microsoft.com/office/drawing/2014/main" id="{0E753DA9-3D1B-2D41-8E1F-ED19761543AA}"/>
                </a:ext>
              </a:extLst>
            </p:cNvPr>
            <p:cNvSpPr/>
            <p:nvPr/>
          </p:nvSpPr>
          <p:spPr>
            <a:xfrm>
              <a:off x="1203257" y="4191634"/>
              <a:ext cx="28348" cy="106595"/>
            </a:xfrm>
            <a:custGeom>
              <a:avLst/>
              <a:gdLst/>
              <a:ahLst/>
              <a:cxnLst/>
              <a:rect l="l" t="t" r="r" b="b"/>
              <a:pathLst>
                <a:path w="28575" h="113029">
                  <a:moveTo>
                    <a:pt x="8623" y="0"/>
                  </a:moveTo>
                  <a:lnTo>
                    <a:pt x="8153" y="508"/>
                  </a:lnTo>
                  <a:lnTo>
                    <a:pt x="7490" y="15025"/>
                  </a:lnTo>
                  <a:lnTo>
                    <a:pt x="6228" y="40239"/>
                  </a:lnTo>
                  <a:lnTo>
                    <a:pt x="5778" y="93846"/>
                  </a:lnTo>
                  <a:lnTo>
                    <a:pt x="0" y="95211"/>
                  </a:lnTo>
                  <a:lnTo>
                    <a:pt x="0" y="112585"/>
                  </a:lnTo>
                  <a:lnTo>
                    <a:pt x="28143" y="112585"/>
                  </a:lnTo>
                  <a:lnTo>
                    <a:pt x="28143" y="95211"/>
                  </a:lnTo>
                  <a:lnTo>
                    <a:pt x="25450" y="95211"/>
                  </a:lnTo>
                  <a:lnTo>
                    <a:pt x="23936" y="87531"/>
                  </a:lnTo>
                  <a:lnTo>
                    <a:pt x="23159" y="70577"/>
                  </a:lnTo>
                  <a:lnTo>
                    <a:pt x="22849" y="53482"/>
                  </a:lnTo>
                  <a:lnTo>
                    <a:pt x="22283" y="37878"/>
                  </a:lnTo>
                  <a:lnTo>
                    <a:pt x="21756" y="25567"/>
                  </a:lnTo>
                  <a:lnTo>
                    <a:pt x="20942" y="9080"/>
                  </a:lnTo>
                  <a:lnTo>
                    <a:pt x="20400" y="177"/>
                  </a:lnTo>
                  <a:lnTo>
                    <a:pt x="13627" y="177"/>
                  </a:lnTo>
                  <a:lnTo>
                    <a:pt x="8623" y="0"/>
                  </a:lnTo>
                  <a:close/>
                </a:path>
                <a:path w="28575" h="113029">
                  <a:moveTo>
                    <a:pt x="20396" y="101"/>
                  </a:moveTo>
                  <a:lnTo>
                    <a:pt x="13627" y="177"/>
                  </a:lnTo>
                  <a:lnTo>
                    <a:pt x="20400" y="177"/>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3" name="object 134">
              <a:extLst>
                <a:ext uri="{FF2B5EF4-FFF2-40B4-BE49-F238E27FC236}">
                  <a16:creationId xmlns:a16="http://schemas.microsoft.com/office/drawing/2014/main" id="{22059E9A-2B55-53F9-CFEB-C425FBE057C5}"/>
                </a:ext>
              </a:extLst>
            </p:cNvPr>
            <p:cNvSpPr/>
            <p:nvPr/>
          </p:nvSpPr>
          <p:spPr>
            <a:xfrm>
              <a:off x="1844584" y="3723514"/>
              <a:ext cx="185811" cy="134877"/>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4" name="object 135">
              <a:extLst>
                <a:ext uri="{FF2B5EF4-FFF2-40B4-BE49-F238E27FC236}">
                  <a16:creationId xmlns:a16="http://schemas.microsoft.com/office/drawing/2014/main" id="{F3C870AE-0869-0211-5E03-6C92AAF15153}"/>
                </a:ext>
              </a:extLst>
            </p:cNvPr>
            <p:cNvSpPr/>
            <p:nvPr/>
          </p:nvSpPr>
          <p:spPr>
            <a:xfrm>
              <a:off x="1901566" y="3867834"/>
              <a:ext cx="71466" cy="28902"/>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5" name="object 137">
              <a:extLst>
                <a:ext uri="{FF2B5EF4-FFF2-40B4-BE49-F238E27FC236}">
                  <a16:creationId xmlns:a16="http://schemas.microsoft.com/office/drawing/2014/main" id="{23F454B9-136D-7F21-2FD6-EB85C95D6B24}"/>
                </a:ext>
              </a:extLst>
            </p:cNvPr>
            <p:cNvSpPr/>
            <p:nvPr/>
          </p:nvSpPr>
          <p:spPr>
            <a:xfrm>
              <a:off x="1922023" y="3790692"/>
              <a:ext cx="30535" cy="28902"/>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6" name="object 138">
              <a:extLst>
                <a:ext uri="{FF2B5EF4-FFF2-40B4-BE49-F238E27FC236}">
                  <a16:creationId xmlns:a16="http://schemas.microsoft.com/office/drawing/2014/main" id="{2CB02736-6DE8-7837-8844-905BEF762DD0}"/>
                </a:ext>
              </a:extLst>
            </p:cNvPr>
            <p:cNvSpPr/>
            <p:nvPr/>
          </p:nvSpPr>
          <p:spPr>
            <a:xfrm>
              <a:off x="1964994" y="3790648"/>
              <a:ext cx="33133" cy="29777"/>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7" name="object 139">
              <a:extLst>
                <a:ext uri="{FF2B5EF4-FFF2-40B4-BE49-F238E27FC236}">
                  <a16:creationId xmlns:a16="http://schemas.microsoft.com/office/drawing/2014/main" id="{E8AFF729-1BCC-C300-6BE0-A4D5EFA3A0CA}"/>
                </a:ext>
              </a:extLst>
            </p:cNvPr>
            <p:cNvSpPr/>
            <p:nvPr/>
          </p:nvSpPr>
          <p:spPr>
            <a:xfrm>
              <a:off x="1876572" y="3790662"/>
              <a:ext cx="33133" cy="28902"/>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8" name="object 140">
              <a:extLst>
                <a:ext uri="{FF2B5EF4-FFF2-40B4-BE49-F238E27FC236}">
                  <a16:creationId xmlns:a16="http://schemas.microsoft.com/office/drawing/2014/main" id="{36EF6DD9-E559-8310-E1A5-F0DE8AE2CF53}"/>
                </a:ext>
              </a:extLst>
            </p:cNvPr>
            <p:cNvSpPr/>
            <p:nvPr/>
          </p:nvSpPr>
          <p:spPr>
            <a:xfrm>
              <a:off x="1961356" y="3752463"/>
              <a:ext cx="28586" cy="23647"/>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09" name="object 142">
              <a:extLst>
                <a:ext uri="{FF2B5EF4-FFF2-40B4-BE49-F238E27FC236}">
                  <a16:creationId xmlns:a16="http://schemas.microsoft.com/office/drawing/2014/main" id="{5FBE0DE6-CC4D-A61E-6760-8765E4477000}"/>
                </a:ext>
              </a:extLst>
            </p:cNvPr>
            <p:cNvSpPr/>
            <p:nvPr/>
          </p:nvSpPr>
          <p:spPr>
            <a:xfrm>
              <a:off x="1884862" y="3752450"/>
              <a:ext cx="28586" cy="23647"/>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0" name="object 137">
              <a:extLst>
                <a:ext uri="{FF2B5EF4-FFF2-40B4-BE49-F238E27FC236}">
                  <a16:creationId xmlns:a16="http://schemas.microsoft.com/office/drawing/2014/main" id="{7AB79C2B-AF5D-9C20-9AB7-E15A9C1471DA}"/>
                </a:ext>
              </a:extLst>
            </p:cNvPr>
            <p:cNvSpPr/>
            <p:nvPr/>
          </p:nvSpPr>
          <p:spPr>
            <a:xfrm>
              <a:off x="1922021" y="3751371"/>
              <a:ext cx="30535" cy="24214"/>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1" name="object 12">
              <a:extLst>
                <a:ext uri="{FF2B5EF4-FFF2-40B4-BE49-F238E27FC236}">
                  <a16:creationId xmlns:a16="http://schemas.microsoft.com/office/drawing/2014/main" id="{E5B20DBF-81C2-39F4-D895-CCEDE74CA463}"/>
                </a:ext>
              </a:extLst>
            </p:cNvPr>
            <p:cNvSpPr/>
            <p:nvPr/>
          </p:nvSpPr>
          <p:spPr>
            <a:xfrm>
              <a:off x="1955923" y="4153965"/>
              <a:ext cx="178554" cy="138772"/>
            </a:xfrm>
            <a:custGeom>
              <a:avLst/>
              <a:gdLst/>
              <a:ahLst/>
              <a:cxnLst/>
              <a:rect l="l" t="t" r="r" b="b"/>
              <a:pathLst>
                <a:path w="181610" h="135255">
                  <a:moveTo>
                    <a:pt x="177343" y="0"/>
                  </a:moveTo>
                  <a:lnTo>
                    <a:pt x="140" y="165"/>
                  </a:lnTo>
                  <a:lnTo>
                    <a:pt x="0" y="8108"/>
                  </a:lnTo>
                  <a:lnTo>
                    <a:pt x="6728" y="71785"/>
                  </a:lnTo>
                  <a:lnTo>
                    <a:pt x="8020" y="83661"/>
                  </a:lnTo>
                  <a:lnTo>
                    <a:pt x="9351" y="96189"/>
                  </a:lnTo>
                  <a:lnTo>
                    <a:pt x="10659" y="109897"/>
                  </a:lnTo>
                  <a:lnTo>
                    <a:pt x="12204" y="122336"/>
                  </a:lnTo>
                  <a:lnTo>
                    <a:pt x="12040" y="134975"/>
                  </a:lnTo>
                  <a:lnTo>
                    <a:pt x="177635" y="135127"/>
                  </a:lnTo>
                  <a:lnTo>
                    <a:pt x="179858" y="133870"/>
                  </a:lnTo>
                  <a:lnTo>
                    <a:pt x="181267" y="131102"/>
                  </a:lnTo>
                  <a:lnTo>
                    <a:pt x="181267" y="78752"/>
                  </a:lnTo>
                  <a:lnTo>
                    <a:pt x="14885" y="78739"/>
                  </a:lnTo>
                  <a:lnTo>
                    <a:pt x="12787" y="76555"/>
                  </a:lnTo>
                  <a:lnTo>
                    <a:pt x="12824" y="24803"/>
                  </a:lnTo>
                  <a:lnTo>
                    <a:pt x="14935" y="22631"/>
                  </a:lnTo>
                  <a:lnTo>
                    <a:pt x="181267" y="22631"/>
                  </a:lnTo>
                  <a:lnTo>
                    <a:pt x="181267" y="3632"/>
                  </a:lnTo>
                  <a:lnTo>
                    <a:pt x="179489" y="1320"/>
                  </a:lnTo>
                  <a:lnTo>
                    <a:pt x="177343" y="0"/>
                  </a:lnTo>
                  <a:close/>
                </a:path>
                <a:path w="181610" h="135255">
                  <a:moveTo>
                    <a:pt x="181267" y="22631"/>
                  </a:moveTo>
                  <a:lnTo>
                    <a:pt x="66650" y="22631"/>
                  </a:lnTo>
                  <a:lnTo>
                    <a:pt x="68656" y="24637"/>
                  </a:lnTo>
                  <a:lnTo>
                    <a:pt x="68771" y="76873"/>
                  </a:lnTo>
                  <a:lnTo>
                    <a:pt x="66942" y="78739"/>
                  </a:lnTo>
                  <a:lnTo>
                    <a:pt x="14897" y="78752"/>
                  </a:lnTo>
                  <a:lnTo>
                    <a:pt x="93498" y="78752"/>
                  </a:lnTo>
                  <a:lnTo>
                    <a:pt x="91478" y="76555"/>
                  </a:lnTo>
                  <a:lnTo>
                    <a:pt x="91491" y="24637"/>
                  </a:lnTo>
                  <a:lnTo>
                    <a:pt x="93434" y="22669"/>
                  </a:lnTo>
                  <a:lnTo>
                    <a:pt x="181267" y="22656"/>
                  </a:lnTo>
                  <a:close/>
                </a:path>
                <a:path w="181610" h="135255">
                  <a:moveTo>
                    <a:pt x="181267" y="22656"/>
                  </a:moveTo>
                  <a:lnTo>
                    <a:pt x="145199" y="22656"/>
                  </a:lnTo>
                  <a:lnTo>
                    <a:pt x="147405" y="24803"/>
                  </a:lnTo>
                  <a:lnTo>
                    <a:pt x="147487" y="76555"/>
                  </a:lnTo>
                  <a:lnTo>
                    <a:pt x="145352" y="78752"/>
                  </a:lnTo>
                  <a:lnTo>
                    <a:pt x="181267" y="78752"/>
                  </a:lnTo>
                  <a:lnTo>
                    <a:pt x="181267" y="22656"/>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2" name="object 13">
              <a:extLst>
                <a:ext uri="{FF2B5EF4-FFF2-40B4-BE49-F238E27FC236}">
                  <a16:creationId xmlns:a16="http://schemas.microsoft.com/office/drawing/2014/main" id="{572DE50E-88AD-B69E-5DB9-6438117AF9BA}"/>
                </a:ext>
              </a:extLst>
            </p:cNvPr>
            <p:cNvSpPr/>
            <p:nvPr/>
          </p:nvSpPr>
          <p:spPr>
            <a:xfrm>
              <a:off x="1868534" y="4061927"/>
              <a:ext cx="89902" cy="231287"/>
            </a:xfrm>
            <a:custGeom>
              <a:avLst/>
              <a:gdLst/>
              <a:ahLst/>
              <a:cxnLst/>
              <a:rect l="l" t="t" r="r" b="b"/>
              <a:pathLst>
                <a:path w="91440" h="225425">
                  <a:moveTo>
                    <a:pt x="65747" y="0"/>
                  </a:moveTo>
                  <a:lnTo>
                    <a:pt x="25095" y="0"/>
                  </a:lnTo>
                  <a:lnTo>
                    <a:pt x="23304" y="1523"/>
                  </a:lnTo>
                  <a:lnTo>
                    <a:pt x="22378" y="9688"/>
                  </a:lnTo>
                  <a:lnTo>
                    <a:pt x="21264" y="20167"/>
                  </a:lnTo>
                  <a:lnTo>
                    <a:pt x="14171" y="88694"/>
                  </a:lnTo>
                  <a:lnTo>
                    <a:pt x="7244" y="153518"/>
                  </a:lnTo>
                  <a:lnTo>
                    <a:pt x="0" y="222427"/>
                  </a:lnTo>
                  <a:lnTo>
                    <a:pt x="2120" y="224815"/>
                  </a:lnTo>
                  <a:lnTo>
                    <a:pt x="45326" y="224828"/>
                  </a:lnTo>
                  <a:lnTo>
                    <a:pt x="88125" y="224815"/>
                  </a:lnTo>
                  <a:lnTo>
                    <a:pt x="90830" y="222084"/>
                  </a:lnTo>
                  <a:lnTo>
                    <a:pt x="82838" y="147188"/>
                  </a:lnTo>
                  <a:lnTo>
                    <a:pt x="77552" y="96175"/>
                  </a:lnTo>
                  <a:lnTo>
                    <a:pt x="73681" y="60067"/>
                  </a:lnTo>
                  <a:lnTo>
                    <a:pt x="69313" y="18804"/>
                  </a:lnTo>
                  <a:lnTo>
                    <a:pt x="67449" y="1435"/>
                  </a:lnTo>
                  <a:lnTo>
                    <a:pt x="65747"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3" name="object 14">
              <a:extLst>
                <a:ext uri="{FF2B5EF4-FFF2-40B4-BE49-F238E27FC236}">
                  <a16:creationId xmlns:a16="http://schemas.microsoft.com/office/drawing/2014/main" id="{F23A8BE7-47DF-C106-669F-466694C72169}"/>
                </a:ext>
              </a:extLst>
            </p:cNvPr>
            <p:cNvSpPr/>
            <p:nvPr/>
          </p:nvSpPr>
          <p:spPr>
            <a:xfrm>
              <a:off x="1940270" y="4028724"/>
              <a:ext cx="156079" cy="46257"/>
            </a:xfrm>
            <a:custGeom>
              <a:avLst/>
              <a:gdLst/>
              <a:ahLst/>
              <a:cxnLst/>
              <a:rect l="l" t="t" r="r" b="b"/>
              <a:pathLst>
                <a:path w="158750" h="45084">
                  <a:moveTo>
                    <a:pt x="154156" y="25436"/>
                  </a:moveTo>
                  <a:lnTo>
                    <a:pt x="10080" y="25436"/>
                  </a:lnTo>
                  <a:lnTo>
                    <a:pt x="22075" y="25825"/>
                  </a:lnTo>
                  <a:lnTo>
                    <a:pt x="35143" y="28848"/>
                  </a:lnTo>
                  <a:lnTo>
                    <a:pt x="71637" y="41109"/>
                  </a:lnTo>
                  <a:lnTo>
                    <a:pt x="83796" y="43810"/>
                  </a:lnTo>
                  <a:lnTo>
                    <a:pt x="95976" y="44904"/>
                  </a:lnTo>
                  <a:lnTo>
                    <a:pt x="108200" y="44250"/>
                  </a:lnTo>
                  <a:lnTo>
                    <a:pt x="120490" y="41712"/>
                  </a:lnTo>
                  <a:lnTo>
                    <a:pt x="132869" y="37149"/>
                  </a:lnTo>
                  <a:lnTo>
                    <a:pt x="144103" y="31261"/>
                  </a:lnTo>
                  <a:lnTo>
                    <a:pt x="154156" y="25436"/>
                  </a:lnTo>
                  <a:close/>
                </a:path>
                <a:path w="158750" h="45084">
                  <a:moveTo>
                    <a:pt x="52031" y="0"/>
                  </a:moveTo>
                  <a:lnTo>
                    <a:pt x="14908" y="9205"/>
                  </a:lnTo>
                  <a:lnTo>
                    <a:pt x="0" y="19100"/>
                  </a:lnTo>
                  <a:lnTo>
                    <a:pt x="1536" y="24206"/>
                  </a:lnTo>
                  <a:lnTo>
                    <a:pt x="3619" y="25628"/>
                  </a:lnTo>
                  <a:lnTo>
                    <a:pt x="7848" y="25615"/>
                  </a:lnTo>
                  <a:lnTo>
                    <a:pt x="10080" y="25436"/>
                  </a:lnTo>
                  <a:lnTo>
                    <a:pt x="154156" y="25436"/>
                  </a:lnTo>
                  <a:lnTo>
                    <a:pt x="157759" y="23368"/>
                  </a:lnTo>
                  <a:lnTo>
                    <a:pt x="158508" y="20383"/>
                  </a:lnTo>
                  <a:lnTo>
                    <a:pt x="157629" y="18287"/>
                  </a:lnTo>
                  <a:lnTo>
                    <a:pt x="127095" y="18287"/>
                  </a:lnTo>
                  <a:lnTo>
                    <a:pt x="114025" y="16263"/>
                  </a:lnTo>
                  <a:lnTo>
                    <a:pt x="104713" y="13521"/>
                  </a:lnTo>
                  <a:lnTo>
                    <a:pt x="77089" y="4445"/>
                  </a:lnTo>
                  <a:lnTo>
                    <a:pt x="64758" y="1476"/>
                  </a:lnTo>
                  <a:lnTo>
                    <a:pt x="52031" y="0"/>
                  </a:lnTo>
                  <a:close/>
                </a:path>
                <a:path w="158750" h="45084">
                  <a:moveTo>
                    <a:pt x="153644" y="13957"/>
                  </a:moveTo>
                  <a:lnTo>
                    <a:pt x="149771" y="14808"/>
                  </a:lnTo>
                  <a:lnTo>
                    <a:pt x="148958" y="15125"/>
                  </a:lnTo>
                  <a:lnTo>
                    <a:pt x="139295" y="17482"/>
                  </a:lnTo>
                  <a:lnTo>
                    <a:pt x="127095" y="18287"/>
                  </a:lnTo>
                  <a:lnTo>
                    <a:pt x="157629" y="18287"/>
                  </a:lnTo>
                  <a:lnTo>
                    <a:pt x="156349" y="15240"/>
                  </a:lnTo>
                  <a:lnTo>
                    <a:pt x="153644" y="13957"/>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4" name="object 16">
              <a:extLst>
                <a:ext uri="{FF2B5EF4-FFF2-40B4-BE49-F238E27FC236}">
                  <a16:creationId xmlns:a16="http://schemas.microsoft.com/office/drawing/2014/main" id="{CA250DC8-D60D-2F7E-9406-6712ADD150CF}"/>
                </a:ext>
              </a:extLst>
            </p:cNvPr>
            <p:cNvSpPr/>
            <p:nvPr/>
          </p:nvSpPr>
          <p:spPr>
            <a:xfrm>
              <a:off x="1979502" y="4188760"/>
              <a:ext cx="33089" cy="34530"/>
            </a:xfrm>
            <a:custGeom>
              <a:avLst/>
              <a:gdLst/>
              <a:ahLst/>
              <a:cxnLst/>
              <a:rect l="l" t="t" r="r" b="b"/>
              <a:pathLst>
                <a:path w="33655" h="33655">
                  <a:moveTo>
                    <a:pt x="0" y="16802"/>
                  </a:moveTo>
                  <a:lnTo>
                    <a:pt x="33566" y="16802"/>
                  </a:lnTo>
                </a:path>
              </a:pathLst>
            </a:custGeom>
            <a:solidFill>
              <a:srgbClr val="92D400"/>
            </a:solidFill>
            <a:ln w="34874">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5" name="object 16">
              <a:extLst>
                <a:ext uri="{FF2B5EF4-FFF2-40B4-BE49-F238E27FC236}">
                  <a16:creationId xmlns:a16="http://schemas.microsoft.com/office/drawing/2014/main" id="{39F5D6D6-BF26-06A4-7D71-FAF87A9D3BE6}"/>
                </a:ext>
              </a:extLst>
            </p:cNvPr>
            <p:cNvSpPr/>
            <p:nvPr/>
          </p:nvSpPr>
          <p:spPr>
            <a:xfrm>
              <a:off x="2055508" y="4188760"/>
              <a:ext cx="33089" cy="34530"/>
            </a:xfrm>
            <a:custGeom>
              <a:avLst/>
              <a:gdLst/>
              <a:ahLst/>
              <a:cxnLst/>
              <a:rect l="l" t="t" r="r" b="b"/>
              <a:pathLst>
                <a:path w="33655" h="33655">
                  <a:moveTo>
                    <a:pt x="0" y="16802"/>
                  </a:moveTo>
                  <a:lnTo>
                    <a:pt x="33566" y="16802"/>
                  </a:lnTo>
                </a:path>
              </a:pathLst>
            </a:custGeom>
            <a:solidFill>
              <a:srgbClr val="92D400"/>
            </a:solidFill>
            <a:ln w="34874">
              <a:solidFill>
                <a:srgbClr val="92D400"/>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6" name="object 134">
              <a:extLst>
                <a:ext uri="{FF2B5EF4-FFF2-40B4-BE49-F238E27FC236}">
                  <a16:creationId xmlns:a16="http://schemas.microsoft.com/office/drawing/2014/main" id="{7D5ED681-D5E2-10A6-2C8C-271CAF77D99E}"/>
                </a:ext>
              </a:extLst>
            </p:cNvPr>
            <p:cNvSpPr/>
            <p:nvPr/>
          </p:nvSpPr>
          <p:spPr>
            <a:xfrm>
              <a:off x="1398020" y="3737723"/>
              <a:ext cx="185811" cy="134879"/>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7" name="object 135">
              <a:extLst>
                <a:ext uri="{FF2B5EF4-FFF2-40B4-BE49-F238E27FC236}">
                  <a16:creationId xmlns:a16="http://schemas.microsoft.com/office/drawing/2014/main" id="{525B137D-054E-B4A4-6519-DCE842009FA5}"/>
                </a:ext>
              </a:extLst>
            </p:cNvPr>
            <p:cNvSpPr/>
            <p:nvPr/>
          </p:nvSpPr>
          <p:spPr>
            <a:xfrm>
              <a:off x="1455002" y="3882045"/>
              <a:ext cx="71466" cy="28902"/>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8" name="object 136">
              <a:extLst>
                <a:ext uri="{FF2B5EF4-FFF2-40B4-BE49-F238E27FC236}">
                  <a16:creationId xmlns:a16="http://schemas.microsoft.com/office/drawing/2014/main" id="{8CE8457B-2A1C-50B8-EBED-56BB4F0BA2C8}"/>
                </a:ext>
              </a:extLst>
            </p:cNvPr>
            <p:cNvSpPr>
              <a:spLocks noChangeAspect="1"/>
            </p:cNvSpPr>
            <p:nvPr/>
          </p:nvSpPr>
          <p:spPr>
            <a:xfrm>
              <a:off x="1432480" y="3636875"/>
              <a:ext cx="116131" cy="93934"/>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19" name="object 137">
              <a:extLst>
                <a:ext uri="{FF2B5EF4-FFF2-40B4-BE49-F238E27FC236}">
                  <a16:creationId xmlns:a16="http://schemas.microsoft.com/office/drawing/2014/main" id="{86F540AD-A749-B5C4-B116-E0BB12F775A4}"/>
                </a:ext>
              </a:extLst>
            </p:cNvPr>
            <p:cNvSpPr/>
            <p:nvPr/>
          </p:nvSpPr>
          <p:spPr>
            <a:xfrm>
              <a:off x="1475459" y="3804902"/>
              <a:ext cx="30535" cy="28902"/>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20" name="object 138">
              <a:extLst>
                <a:ext uri="{FF2B5EF4-FFF2-40B4-BE49-F238E27FC236}">
                  <a16:creationId xmlns:a16="http://schemas.microsoft.com/office/drawing/2014/main" id="{C1F3F3B8-96D1-2905-F0A5-40475FEE6326}"/>
                </a:ext>
              </a:extLst>
            </p:cNvPr>
            <p:cNvSpPr>
              <a:spLocks noChangeAspect="1"/>
            </p:cNvSpPr>
            <p:nvPr/>
          </p:nvSpPr>
          <p:spPr>
            <a:xfrm>
              <a:off x="1518430" y="3804858"/>
              <a:ext cx="33133" cy="29778"/>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21" name="object 139">
              <a:extLst>
                <a:ext uri="{FF2B5EF4-FFF2-40B4-BE49-F238E27FC236}">
                  <a16:creationId xmlns:a16="http://schemas.microsoft.com/office/drawing/2014/main" id="{39F9E71F-48F5-10B5-44C6-795AC6B5866A}"/>
                </a:ext>
              </a:extLst>
            </p:cNvPr>
            <p:cNvSpPr/>
            <p:nvPr/>
          </p:nvSpPr>
          <p:spPr>
            <a:xfrm>
              <a:off x="1430008" y="3804872"/>
              <a:ext cx="33133" cy="28902"/>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22" name="object 140">
              <a:extLst>
                <a:ext uri="{FF2B5EF4-FFF2-40B4-BE49-F238E27FC236}">
                  <a16:creationId xmlns:a16="http://schemas.microsoft.com/office/drawing/2014/main" id="{92BDB8B6-7AC1-1018-737F-F2D245899F9E}"/>
                </a:ext>
              </a:extLst>
            </p:cNvPr>
            <p:cNvSpPr/>
            <p:nvPr/>
          </p:nvSpPr>
          <p:spPr>
            <a:xfrm>
              <a:off x="1514792" y="3766673"/>
              <a:ext cx="28586" cy="23647"/>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23" name="object 142">
              <a:extLst>
                <a:ext uri="{FF2B5EF4-FFF2-40B4-BE49-F238E27FC236}">
                  <a16:creationId xmlns:a16="http://schemas.microsoft.com/office/drawing/2014/main" id="{D3802C49-EA09-5680-8535-0728D81D57EB}"/>
                </a:ext>
              </a:extLst>
            </p:cNvPr>
            <p:cNvSpPr/>
            <p:nvPr/>
          </p:nvSpPr>
          <p:spPr>
            <a:xfrm>
              <a:off x="1438298" y="3766659"/>
              <a:ext cx="28586" cy="23647"/>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sp>
          <p:nvSpPr>
            <p:cNvPr id="824" name="object 137">
              <a:extLst>
                <a:ext uri="{FF2B5EF4-FFF2-40B4-BE49-F238E27FC236}">
                  <a16:creationId xmlns:a16="http://schemas.microsoft.com/office/drawing/2014/main" id="{24BB5F51-A8AC-650B-C74D-604DE1E7B160}"/>
                </a:ext>
              </a:extLst>
            </p:cNvPr>
            <p:cNvSpPr/>
            <p:nvPr/>
          </p:nvSpPr>
          <p:spPr>
            <a:xfrm>
              <a:off x="1475457" y="3765580"/>
              <a:ext cx="30535" cy="24215"/>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92D400"/>
            </a:solidFill>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sp>
        <p:nvSpPr>
          <p:cNvPr id="837" name="object 24">
            <a:extLst>
              <a:ext uri="{FF2B5EF4-FFF2-40B4-BE49-F238E27FC236}">
                <a16:creationId xmlns:a16="http://schemas.microsoft.com/office/drawing/2014/main" id="{F923CAAB-0E97-FBAD-D7AA-3E6D451F4714}"/>
              </a:ext>
            </a:extLst>
          </p:cNvPr>
          <p:cNvSpPr txBox="1"/>
          <p:nvPr/>
        </p:nvSpPr>
        <p:spPr>
          <a:xfrm>
            <a:off x="529722" y="4080839"/>
            <a:ext cx="2572582" cy="184666"/>
          </a:xfrm>
          <a:prstGeom prst="rect">
            <a:avLst/>
          </a:prstGeom>
          <a:noFill/>
        </p:spPr>
        <p:txBody>
          <a:bodyPr vert="horz" wrap="square" lIns="0" tIns="0" rIns="0" bIns="0" rtlCol="0">
            <a:spAutoFit/>
          </a:bodyPr>
          <a:lstStyle/>
          <a:p>
            <a:pPr defTabSz="806867">
              <a:spcAft>
                <a:spcPts val="265"/>
              </a:spcAft>
              <a:defRPr/>
            </a:pPr>
            <a:r>
              <a:rPr lang="en-US" sz="1200" b="1" kern="0">
                <a:latin typeface="Arial" panose="020B0604020202020204" pitchFamily="34" charset="0"/>
                <a:cs typeface="Arial" panose="020B0604020202020204" pitchFamily="34" charset="0"/>
              </a:rPr>
              <a:t>Generation will evolve towards a:</a:t>
            </a:r>
          </a:p>
        </p:txBody>
      </p:sp>
      <p:sp>
        <p:nvSpPr>
          <p:cNvPr id="838" name="object 24">
            <a:extLst>
              <a:ext uri="{FF2B5EF4-FFF2-40B4-BE49-F238E27FC236}">
                <a16:creationId xmlns:a16="http://schemas.microsoft.com/office/drawing/2014/main" id="{9AB15DC0-4D4A-A51E-EB2F-C1CE8535CF3D}"/>
              </a:ext>
            </a:extLst>
          </p:cNvPr>
          <p:cNvSpPr txBox="1"/>
          <p:nvPr/>
        </p:nvSpPr>
        <p:spPr>
          <a:xfrm>
            <a:off x="3967955" y="4126791"/>
            <a:ext cx="1857959" cy="184666"/>
          </a:xfrm>
          <a:prstGeom prst="rect">
            <a:avLst/>
          </a:prstGeom>
          <a:noFill/>
        </p:spPr>
        <p:txBody>
          <a:bodyPr vert="horz" wrap="square" lIns="0" tIns="0" rIns="0" bIns="0" rtlCol="0">
            <a:spAutoFit/>
          </a:bodyPr>
          <a:lstStyle/>
          <a:p>
            <a:pPr defTabSz="806867">
              <a:spcAft>
                <a:spcPts val="265"/>
              </a:spcAft>
              <a:defRPr/>
            </a:pPr>
            <a:r>
              <a:rPr lang="en-US" sz="1200" b="1" kern="0">
                <a:latin typeface="Arial" panose="020B0604020202020204" pitchFamily="34" charset="0"/>
                <a:cs typeface="Arial" panose="020B0604020202020204" pitchFamily="34" charset="0"/>
              </a:rPr>
              <a:t>The future grid will be a:</a:t>
            </a:r>
            <a:endParaRPr lang="en-US" sz="1200" kern="0">
              <a:latin typeface="Arial" panose="020B0604020202020204" pitchFamily="34" charset="0"/>
              <a:cs typeface="Arial" panose="020B0604020202020204" pitchFamily="34" charset="0"/>
            </a:endParaRPr>
          </a:p>
        </p:txBody>
      </p:sp>
      <p:sp>
        <p:nvSpPr>
          <p:cNvPr id="839" name="object 24">
            <a:extLst>
              <a:ext uri="{FF2B5EF4-FFF2-40B4-BE49-F238E27FC236}">
                <a16:creationId xmlns:a16="http://schemas.microsoft.com/office/drawing/2014/main" id="{BE06497D-D16B-2D46-CE8A-A6B9D917B15F}"/>
              </a:ext>
            </a:extLst>
          </p:cNvPr>
          <p:cNvSpPr txBox="1"/>
          <p:nvPr/>
        </p:nvSpPr>
        <p:spPr>
          <a:xfrm>
            <a:off x="6860265" y="4128503"/>
            <a:ext cx="1832828" cy="184666"/>
          </a:xfrm>
          <a:prstGeom prst="rect">
            <a:avLst/>
          </a:prstGeom>
          <a:noFill/>
        </p:spPr>
        <p:txBody>
          <a:bodyPr vert="horz" wrap="square" lIns="0" tIns="0" rIns="0" bIns="0" rtlCol="0">
            <a:spAutoFit/>
          </a:bodyPr>
          <a:lstStyle/>
          <a:p>
            <a:pPr defTabSz="806867">
              <a:spcAft>
                <a:spcPts val="265"/>
              </a:spcAft>
              <a:defRPr/>
            </a:pPr>
            <a:r>
              <a:rPr lang="en-US" sz="1200" b="1" kern="0">
                <a:latin typeface="Arial" panose="020B0604020202020204" pitchFamily="34" charset="0"/>
                <a:cs typeface="Arial" panose="020B0604020202020204" pitchFamily="34" charset="0"/>
              </a:rPr>
              <a:t>Utilities will enhance the:</a:t>
            </a:r>
          </a:p>
        </p:txBody>
      </p:sp>
      <p:sp>
        <p:nvSpPr>
          <p:cNvPr id="841" name="object 24">
            <a:extLst>
              <a:ext uri="{FF2B5EF4-FFF2-40B4-BE49-F238E27FC236}">
                <a16:creationId xmlns:a16="http://schemas.microsoft.com/office/drawing/2014/main" id="{DFB4C46A-FE73-6237-765B-BAAFC4D2A8F9}"/>
              </a:ext>
            </a:extLst>
          </p:cNvPr>
          <p:cNvSpPr txBox="1"/>
          <p:nvPr/>
        </p:nvSpPr>
        <p:spPr>
          <a:xfrm>
            <a:off x="529720" y="4590986"/>
            <a:ext cx="2783043" cy="1223412"/>
          </a:xfrm>
          <a:prstGeom prst="rect">
            <a:avLst/>
          </a:prstGeom>
          <a:noFill/>
        </p:spPr>
        <p:txBody>
          <a:bodyPr vert="horz" wrap="square" lIns="0" tIns="0" rIns="0" bIns="0" rtlCol="0">
            <a:spAutoFit/>
          </a:bodyPr>
          <a:lstStyle/>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Diverse and decentralized</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IoT Enabled Maintenance</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Integrated digital project management platform </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ARVR assisted training and maintenance</a:t>
            </a:r>
          </a:p>
        </p:txBody>
      </p:sp>
      <p:sp>
        <p:nvSpPr>
          <p:cNvPr id="842" name="object 24">
            <a:extLst>
              <a:ext uri="{FF2B5EF4-FFF2-40B4-BE49-F238E27FC236}">
                <a16:creationId xmlns:a16="http://schemas.microsoft.com/office/drawing/2014/main" id="{2D603E95-93E1-E2C4-8278-33AD468B62C4}"/>
              </a:ext>
            </a:extLst>
          </p:cNvPr>
          <p:cNvSpPr txBox="1"/>
          <p:nvPr/>
        </p:nvSpPr>
        <p:spPr>
          <a:xfrm>
            <a:off x="3967326" y="4590986"/>
            <a:ext cx="2401866" cy="1261884"/>
          </a:xfrm>
          <a:prstGeom prst="rect">
            <a:avLst/>
          </a:prstGeom>
          <a:noFill/>
        </p:spPr>
        <p:txBody>
          <a:bodyPr vert="horz" wrap="square" lIns="0" tIns="0" rIns="0" bIns="0" rtlCol="0">
            <a:spAutoFit/>
          </a:bodyPr>
          <a:lstStyle/>
          <a:p>
            <a:pPr marL="106462" indent="-98057"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Self- Healing Grid</a:t>
            </a:r>
          </a:p>
          <a:p>
            <a:pPr marL="106462" indent="-98057"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Two-way power flow </a:t>
            </a:r>
          </a:p>
          <a:p>
            <a:pPr marL="106462" indent="-98057"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Asset management</a:t>
            </a:r>
          </a:p>
          <a:p>
            <a:pPr marL="106462" indent="-98057"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Grid Management and Power Trading</a:t>
            </a:r>
          </a:p>
          <a:p>
            <a:pPr marL="106462" indent="-98057"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Resilient Grid</a:t>
            </a:r>
          </a:p>
        </p:txBody>
      </p:sp>
      <p:sp>
        <p:nvSpPr>
          <p:cNvPr id="843" name="object 24">
            <a:extLst>
              <a:ext uri="{FF2B5EF4-FFF2-40B4-BE49-F238E27FC236}">
                <a16:creationId xmlns:a16="http://schemas.microsoft.com/office/drawing/2014/main" id="{A7ACD2CF-4EC8-A079-8A1F-3BFF850F3668}"/>
              </a:ext>
            </a:extLst>
          </p:cNvPr>
          <p:cNvSpPr txBox="1"/>
          <p:nvPr/>
        </p:nvSpPr>
        <p:spPr>
          <a:xfrm>
            <a:off x="6860265" y="4540208"/>
            <a:ext cx="1805338" cy="1485022"/>
          </a:xfrm>
          <a:prstGeom prst="rect">
            <a:avLst/>
          </a:prstGeom>
          <a:noFill/>
        </p:spPr>
        <p:txBody>
          <a:bodyPr vert="horz" wrap="square" lIns="0" tIns="0" rIns="0" bIns="0" rtlCol="0">
            <a:spAutoFit/>
          </a:bodyPr>
          <a:lstStyle/>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Customer Relationship</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Demand Management</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Demand and Load Forecasting</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Revenue management</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Remote monitoring </a:t>
            </a:r>
          </a:p>
          <a:p>
            <a:pPr marL="106462" indent="-106462" defTabSz="806867">
              <a:spcAft>
                <a:spcPts val="265"/>
              </a:spcAft>
              <a:buFont typeface="Arial" charset="0"/>
              <a:buChar char="•"/>
              <a:defRPr/>
            </a:pPr>
            <a:r>
              <a:rPr lang="en-US" sz="1200" kern="0">
                <a:latin typeface="Arial" panose="020B0604020202020204" pitchFamily="34" charset="0"/>
                <a:cs typeface="Arial" panose="020B0604020202020204" pitchFamily="34" charset="0"/>
              </a:rPr>
              <a:t>Analytics driven offerings</a:t>
            </a:r>
          </a:p>
        </p:txBody>
      </p:sp>
      <p:sp>
        <p:nvSpPr>
          <p:cNvPr id="14" name="object 16">
            <a:extLst>
              <a:ext uri="{FF2B5EF4-FFF2-40B4-BE49-F238E27FC236}">
                <a16:creationId xmlns:a16="http://schemas.microsoft.com/office/drawing/2014/main" id="{84A285DF-3B9D-53BC-8718-2B71EDB08F7D}"/>
              </a:ext>
            </a:extLst>
          </p:cNvPr>
          <p:cNvSpPr/>
          <p:nvPr/>
        </p:nvSpPr>
        <p:spPr>
          <a:xfrm>
            <a:off x="8922874" y="6258408"/>
            <a:ext cx="0" cy="0"/>
          </a:xfrm>
          <a:custGeom>
            <a:avLst/>
            <a:gdLst/>
            <a:ahLst/>
            <a:cxnLst/>
            <a:rect l="l" t="t" r="r" b="b"/>
            <a:pathLst>
              <a:path>
                <a:moveTo>
                  <a:pt x="0" y="0"/>
                </a:moveTo>
                <a:lnTo>
                  <a:pt x="0" y="0"/>
                </a:lnTo>
              </a:path>
            </a:pathLst>
          </a:custGeom>
          <a:ln w="12700">
            <a:solidFill>
              <a:srgbClr val="68CEF3"/>
            </a:solidFill>
          </a:ln>
        </p:spPr>
        <p:txBody>
          <a:bodyPr wrap="square" lIns="0" tIns="0" rIns="0" bIns="0" rtlCol="0"/>
          <a:lstStyle/>
          <a:p>
            <a:pPr defTabSz="806869">
              <a:defRPr/>
            </a:pPr>
            <a:endParaRPr kern="0">
              <a:solidFill>
                <a:prstClr val="white"/>
              </a:solidFill>
              <a:latin typeface="Arial" panose="020B0604020202020204" pitchFamily="34" charset="0"/>
              <a:cs typeface="Arial" panose="020B0604020202020204" pitchFamily="34" charset="0"/>
            </a:endParaRPr>
          </a:p>
        </p:txBody>
      </p:sp>
      <p:grpSp>
        <p:nvGrpSpPr>
          <p:cNvPr id="26" name="Group 25">
            <a:extLst>
              <a:ext uri="{FF2B5EF4-FFF2-40B4-BE49-F238E27FC236}">
                <a16:creationId xmlns:a16="http://schemas.microsoft.com/office/drawing/2014/main" id="{FD09B04B-9D75-BDB5-6839-268550155386}"/>
              </a:ext>
            </a:extLst>
          </p:cNvPr>
          <p:cNvGrpSpPr/>
          <p:nvPr/>
        </p:nvGrpSpPr>
        <p:grpSpPr>
          <a:xfrm>
            <a:off x="9624439" y="1708393"/>
            <a:ext cx="2286000" cy="4514683"/>
            <a:chOff x="9624439" y="2002308"/>
            <a:chExt cx="2286000" cy="4514683"/>
          </a:xfrm>
        </p:grpSpPr>
        <p:grpSp>
          <p:nvGrpSpPr>
            <p:cNvPr id="3" name="Group 2">
              <a:extLst>
                <a:ext uri="{FF2B5EF4-FFF2-40B4-BE49-F238E27FC236}">
                  <a16:creationId xmlns:a16="http://schemas.microsoft.com/office/drawing/2014/main" id="{73EFF77E-3164-A997-6088-D1FCCDD68CE5}"/>
                </a:ext>
              </a:extLst>
            </p:cNvPr>
            <p:cNvGrpSpPr/>
            <p:nvPr/>
          </p:nvGrpSpPr>
          <p:grpSpPr>
            <a:xfrm>
              <a:off x="9624439" y="5405938"/>
              <a:ext cx="2286000" cy="430326"/>
              <a:chOff x="9603310" y="1898174"/>
              <a:chExt cx="2286000" cy="430326"/>
            </a:xfrm>
          </p:grpSpPr>
          <p:sp>
            <p:nvSpPr>
              <p:cNvPr id="846" name="Rounded Rectangle 7">
                <a:extLst>
                  <a:ext uri="{FF2B5EF4-FFF2-40B4-BE49-F238E27FC236}">
                    <a16:creationId xmlns:a16="http://schemas.microsoft.com/office/drawing/2014/main" id="{17D6FB54-7747-E737-9789-6554D7A8E8CC}"/>
                  </a:ext>
                </a:extLst>
              </p:cNvPr>
              <p:cNvSpPr/>
              <p:nvPr/>
            </p:nvSpPr>
            <p:spPr bwMode="gray">
              <a:xfrm>
                <a:off x="9603310" y="1898174"/>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lvl="0" defTabSz="1042873">
                  <a:spcAft>
                    <a:spcPts val="300"/>
                  </a:spcAft>
                </a:pPr>
                <a:r>
                  <a:rPr lang="en-US" sz="1050" b="1">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rPr>
                  <a:t>On Demand reporting</a:t>
                </a:r>
                <a:endParaRPr kumimoji="0" lang="en-US" sz="1050" b="1" i="0" u="none" strike="noStrike" kern="0" cap="none" spc="0" normalizeH="0" baseline="0" noProof="0">
                  <a:ln>
                    <a:noFill/>
                  </a:ln>
                  <a:solidFill>
                    <a:schemeClr val="tx1">
                      <a:lumMod val="75000"/>
                      <a:lumOff val="25000"/>
                    </a:schemeClr>
                  </a:solidFill>
                  <a:effectLst/>
                  <a:uLnTx/>
                  <a:uFillTx/>
                  <a:latin typeface="Arial" panose="020B0604020202020204" pitchFamily="34" charset="0"/>
                  <a:cs typeface="Arial" panose="020B0604020202020204" pitchFamily="34" charset="0"/>
                </a:endParaRPr>
              </a:p>
            </p:txBody>
          </p:sp>
          <p:grpSp>
            <p:nvGrpSpPr>
              <p:cNvPr id="847" name="Group 846">
                <a:extLst>
                  <a:ext uri="{FF2B5EF4-FFF2-40B4-BE49-F238E27FC236}">
                    <a16:creationId xmlns:a16="http://schemas.microsoft.com/office/drawing/2014/main" id="{51615DEE-F23D-3232-C30B-6FEA6D45AEFE}"/>
                  </a:ext>
                </a:extLst>
              </p:cNvPr>
              <p:cNvGrpSpPr>
                <a:grpSpLocks/>
              </p:cNvGrpSpPr>
              <p:nvPr/>
            </p:nvGrpSpPr>
            <p:grpSpPr>
              <a:xfrm>
                <a:off x="9666681" y="1917734"/>
                <a:ext cx="370388" cy="391205"/>
                <a:chOff x="6537910" y="4611206"/>
                <a:chExt cx="1849437" cy="1838325"/>
              </a:xfrm>
              <a:solidFill>
                <a:schemeClr val="accent5"/>
              </a:solidFill>
            </p:grpSpPr>
            <p:sp>
              <p:nvSpPr>
                <p:cNvPr id="874" name="Freeform 15">
                  <a:extLst>
                    <a:ext uri="{FF2B5EF4-FFF2-40B4-BE49-F238E27FC236}">
                      <a16:creationId xmlns:a16="http://schemas.microsoft.com/office/drawing/2014/main" id="{0BA76BD9-09E0-9832-66D8-1A3609E7F37F}"/>
                    </a:ext>
                  </a:extLst>
                </p:cNvPr>
                <p:cNvSpPr>
                  <a:spLocks noEditPoints="1"/>
                </p:cNvSpPr>
                <p:nvPr/>
              </p:nvSpPr>
              <p:spPr bwMode="auto">
                <a:xfrm>
                  <a:off x="7688847" y="5262081"/>
                  <a:ext cx="312737" cy="766763"/>
                </a:xfrm>
                <a:custGeom>
                  <a:avLst/>
                  <a:gdLst>
                    <a:gd name="T0" fmla="*/ 41 w 65"/>
                    <a:gd name="T1" fmla="*/ 0 h 160"/>
                    <a:gd name="T2" fmla="*/ 25 w 65"/>
                    <a:gd name="T3" fmla="*/ 0 h 160"/>
                    <a:gd name="T4" fmla="*/ 17 w 65"/>
                    <a:gd name="T5" fmla="*/ 6 h 160"/>
                    <a:gd name="T6" fmla="*/ 1 w 65"/>
                    <a:gd name="T7" fmla="*/ 86 h 160"/>
                    <a:gd name="T8" fmla="*/ 2 w 65"/>
                    <a:gd name="T9" fmla="*/ 93 h 160"/>
                    <a:gd name="T10" fmla="*/ 9 w 65"/>
                    <a:gd name="T11" fmla="*/ 96 h 160"/>
                    <a:gd name="T12" fmla="*/ 9 w 65"/>
                    <a:gd name="T13" fmla="*/ 152 h 160"/>
                    <a:gd name="T14" fmla="*/ 17 w 65"/>
                    <a:gd name="T15" fmla="*/ 160 h 160"/>
                    <a:gd name="T16" fmla="*/ 25 w 65"/>
                    <a:gd name="T17" fmla="*/ 152 h 160"/>
                    <a:gd name="T18" fmla="*/ 25 w 65"/>
                    <a:gd name="T19" fmla="*/ 96 h 160"/>
                    <a:gd name="T20" fmla="*/ 41 w 65"/>
                    <a:gd name="T21" fmla="*/ 96 h 160"/>
                    <a:gd name="T22" fmla="*/ 41 w 65"/>
                    <a:gd name="T23" fmla="*/ 152 h 160"/>
                    <a:gd name="T24" fmla="*/ 49 w 65"/>
                    <a:gd name="T25" fmla="*/ 160 h 160"/>
                    <a:gd name="T26" fmla="*/ 57 w 65"/>
                    <a:gd name="T27" fmla="*/ 152 h 160"/>
                    <a:gd name="T28" fmla="*/ 57 w 65"/>
                    <a:gd name="T29" fmla="*/ 96 h 160"/>
                    <a:gd name="T30" fmla="*/ 63 w 65"/>
                    <a:gd name="T31" fmla="*/ 93 h 160"/>
                    <a:gd name="T32" fmla="*/ 65 w 65"/>
                    <a:gd name="T33" fmla="*/ 86 h 160"/>
                    <a:gd name="T34" fmla="*/ 49 w 65"/>
                    <a:gd name="T35" fmla="*/ 6 h 160"/>
                    <a:gd name="T36" fmla="*/ 41 w 65"/>
                    <a:gd name="T37" fmla="*/ 0 h 160"/>
                    <a:gd name="T38" fmla="*/ 31 w 65"/>
                    <a:gd name="T39" fmla="*/ 16 h 160"/>
                    <a:gd name="T40" fmla="*/ 34 w 65"/>
                    <a:gd name="T41" fmla="*/ 16 h 160"/>
                    <a:gd name="T42" fmla="*/ 47 w 65"/>
                    <a:gd name="T43" fmla="*/ 80 h 160"/>
                    <a:gd name="T44" fmla="*/ 18 w 65"/>
                    <a:gd name="T45" fmla="*/ 80 h 160"/>
                    <a:gd name="T46" fmla="*/ 31 w 65"/>
                    <a:gd name="T47"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160">
                      <a:moveTo>
                        <a:pt x="41" y="0"/>
                      </a:moveTo>
                      <a:cubicBezTo>
                        <a:pt x="25" y="0"/>
                        <a:pt x="25" y="0"/>
                        <a:pt x="25" y="0"/>
                      </a:cubicBezTo>
                      <a:cubicBezTo>
                        <a:pt x="21" y="0"/>
                        <a:pt x="18" y="2"/>
                        <a:pt x="17" y="6"/>
                      </a:cubicBezTo>
                      <a:cubicBezTo>
                        <a:pt x="1" y="86"/>
                        <a:pt x="1" y="86"/>
                        <a:pt x="1" y="86"/>
                      </a:cubicBezTo>
                      <a:cubicBezTo>
                        <a:pt x="0" y="88"/>
                        <a:pt x="1" y="91"/>
                        <a:pt x="2" y="93"/>
                      </a:cubicBezTo>
                      <a:cubicBezTo>
                        <a:pt x="4" y="95"/>
                        <a:pt x="6" y="96"/>
                        <a:pt x="9" y="96"/>
                      </a:cubicBezTo>
                      <a:cubicBezTo>
                        <a:pt x="9" y="152"/>
                        <a:pt x="9" y="152"/>
                        <a:pt x="9" y="152"/>
                      </a:cubicBezTo>
                      <a:cubicBezTo>
                        <a:pt x="9" y="156"/>
                        <a:pt x="12" y="160"/>
                        <a:pt x="17" y="160"/>
                      </a:cubicBezTo>
                      <a:cubicBezTo>
                        <a:pt x="21" y="160"/>
                        <a:pt x="25" y="156"/>
                        <a:pt x="25" y="152"/>
                      </a:cubicBezTo>
                      <a:cubicBezTo>
                        <a:pt x="25" y="96"/>
                        <a:pt x="25" y="96"/>
                        <a:pt x="25" y="96"/>
                      </a:cubicBezTo>
                      <a:cubicBezTo>
                        <a:pt x="41" y="96"/>
                        <a:pt x="41" y="96"/>
                        <a:pt x="41" y="96"/>
                      </a:cubicBezTo>
                      <a:cubicBezTo>
                        <a:pt x="41" y="152"/>
                        <a:pt x="41" y="152"/>
                        <a:pt x="41" y="152"/>
                      </a:cubicBezTo>
                      <a:cubicBezTo>
                        <a:pt x="41" y="156"/>
                        <a:pt x="44" y="160"/>
                        <a:pt x="49" y="160"/>
                      </a:cubicBezTo>
                      <a:cubicBezTo>
                        <a:pt x="53" y="160"/>
                        <a:pt x="57" y="156"/>
                        <a:pt x="57" y="152"/>
                      </a:cubicBezTo>
                      <a:cubicBezTo>
                        <a:pt x="57" y="96"/>
                        <a:pt x="57" y="96"/>
                        <a:pt x="57" y="96"/>
                      </a:cubicBezTo>
                      <a:cubicBezTo>
                        <a:pt x="59" y="96"/>
                        <a:pt x="61" y="95"/>
                        <a:pt x="63" y="93"/>
                      </a:cubicBezTo>
                      <a:cubicBezTo>
                        <a:pt x="64" y="91"/>
                        <a:pt x="65" y="88"/>
                        <a:pt x="65" y="86"/>
                      </a:cubicBezTo>
                      <a:cubicBezTo>
                        <a:pt x="49" y="6"/>
                        <a:pt x="49" y="6"/>
                        <a:pt x="49" y="6"/>
                      </a:cubicBezTo>
                      <a:cubicBezTo>
                        <a:pt x="48" y="2"/>
                        <a:pt x="44" y="0"/>
                        <a:pt x="41" y="0"/>
                      </a:cubicBezTo>
                      <a:close/>
                      <a:moveTo>
                        <a:pt x="31" y="16"/>
                      </a:moveTo>
                      <a:cubicBezTo>
                        <a:pt x="34" y="16"/>
                        <a:pt x="34" y="16"/>
                        <a:pt x="34" y="16"/>
                      </a:cubicBezTo>
                      <a:cubicBezTo>
                        <a:pt x="47" y="80"/>
                        <a:pt x="47" y="80"/>
                        <a:pt x="47" y="80"/>
                      </a:cubicBezTo>
                      <a:cubicBezTo>
                        <a:pt x="18" y="80"/>
                        <a:pt x="18" y="80"/>
                        <a:pt x="18" y="80"/>
                      </a:cubicBezTo>
                      <a:lnTo>
                        <a:pt x="31"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5" name="Freeform 16">
                  <a:extLst>
                    <a:ext uri="{FF2B5EF4-FFF2-40B4-BE49-F238E27FC236}">
                      <a16:creationId xmlns:a16="http://schemas.microsoft.com/office/drawing/2014/main" id="{7DE7B2D1-5C47-2796-80C4-BE882DFC1014}"/>
                    </a:ext>
                  </a:extLst>
                </p:cNvPr>
                <p:cNvSpPr>
                  <a:spLocks noEditPoints="1"/>
                </p:cNvSpPr>
                <p:nvPr/>
              </p:nvSpPr>
              <p:spPr bwMode="auto">
                <a:xfrm>
                  <a:off x="7731710"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6" name="Freeform 17">
                  <a:extLst>
                    <a:ext uri="{FF2B5EF4-FFF2-40B4-BE49-F238E27FC236}">
                      <a16:creationId xmlns:a16="http://schemas.microsoft.com/office/drawing/2014/main" id="{E21AA2BB-273E-DF41-9145-FBA069DBBEF9}"/>
                    </a:ext>
                  </a:extLst>
                </p:cNvPr>
                <p:cNvSpPr>
                  <a:spLocks noEditPoints="1"/>
                </p:cNvSpPr>
                <p:nvPr/>
              </p:nvSpPr>
              <p:spPr bwMode="auto">
                <a:xfrm>
                  <a:off x="6923672" y="5262081"/>
                  <a:ext cx="307975"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7" name="Freeform 18">
                  <a:extLst>
                    <a:ext uri="{FF2B5EF4-FFF2-40B4-BE49-F238E27FC236}">
                      <a16:creationId xmlns:a16="http://schemas.microsoft.com/office/drawing/2014/main" id="{5FEC17B3-A002-D1CB-053B-94E355CB42DB}"/>
                    </a:ext>
                  </a:extLst>
                </p:cNvPr>
                <p:cNvSpPr>
                  <a:spLocks noEditPoints="1"/>
                </p:cNvSpPr>
                <p:nvPr/>
              </p:nvSpPr>
              <p:spPr bwMode="auto">
                <a:xfrm>
                  <a:off x="6961772"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8" name="Freeform 19">
                  <a:extLst>
                    <a:ext uri="{FF2B5EF4-FFF2-40B4-BE49-F238E27FC236}">
                      <a16:creationId xmlns:a16="http://schemas.microsoft.com/office/drawing/2014/main" id="{6D63D46E-2D3B-F8A1-A050-78FAA722AA46}"/>
                    </a:ext>
                  </a:extLst>
                </p:cNvPr>
                <p:cNvSpPr>
                  <a:spLocks noEditPoints="1"/>
                </p:cNvSpPr>
                <p:nvPr/>
              </p:nvSpPr>
              <p:spPr bwMode="auto">
                <a:xfrm>
                  <a:off x="7307847" y="5262081"/>
                  <a:ext cx="309562"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9" name="Freeform 20">
                  <a:extLst>
                    <a:ext uri="{FF2B5EF4-FFF2-40B4-BE49-F238E27FC236}">
                      <a16:creationId xmlns:a16="http://schemas.microsoft.com/office/drawing/2014/main" id="{A7AC8F9A-EB86-6028-A6D8-373801B0C3AA}"/>
                    </a:ext>
                  </a:extLst>
                </p:cNvPr>
                <p:cNvSpPr>
                  <a:spLocks noEditPoints="1"/>
                </p:cNvSpPr>
                <p:nvPr/>
              </p:nvSpPr>
              <p:spPr bwMode="auto">
                <a:xfrm>
                  <a:off x="7347535" y="4955694"/>
                  <a:ext cx="230187"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80" name="Freeform 21">
                  <a:extLst>
                    <a:ext uri="{FF2B5EF4-FFF2-40B4-BE49-F238E27FC236}">
                      <a16:creationId xmlns:a16="http://schemas.microsoft.com/office/drawing/2014/main" id="{4E7E387E-ECBA-6142-8DCC-6125F3B4C24E}"/>
                    </a:ext>
                  </a:extLst>
                </p:cNvPr>
                <p:cNvSpPr>
                  <a:spLocks noEditPoints="1"/>
                </p:cNvSpPr>
                <p:nvPr/>
              </p:nvSpPr>
              <p:spPr bwMode="auto">
                <a:xfrm>
                  <a:off x="6537910" y="4611206"/>
                  <a:ext cx="1849437" cy="1838325"/>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68 h 384"/>
                    <a:gd name="T12" fmla="*/ 16 w 384"/>
                    <a:gd name="T13" fmla="*/ 192 h 384"/>
                    <a:gd name="T14" fmla="*/ 192 w 384"/>
                    <a:gd name="T15" fmla="*/ 16 h 384"/>
                    <a:gd name="T16" fmla="*/ 368 w 384"/>
                    <a:gd name="T17" fmla="*/ 192 h 384"/>
                    <a:gd name="T18" fmla="*/ 192 w 384"/>
                    <a:gd name="T19" fmla="*/ 368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68"/>
                      </a:moveTo>
                      <a:cubicBezTo>
                        <a:pt x="95" y="368"/>
                        <a:pt x="16" y="289"/>
                        <a:pt x="16" y="192"/>
                      </a:cubicBezTo>
                      <a:cubicBezTo>
                        <a:pt x="16" y="95"/>
                        <a:pt x="95" y="16"/>
                        <a:pt x="192" y="16"/>
                      </a:cubicBezTo>
                      <a:cubicBezTo>
                        <a:pt x="289" y="16"/>
                        <a:pt x="368" y="95"/>
                        <a:pt x="368" y="192"/>
                      </a:cubicBezTo>
                      <a:cubicBezTo>
                        <a:pt x="368" y="289"/>
                        <a:pt x="289" y="368"/>
                        <a:pt x="192" y="3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24" name="Group 23">
              <a:extLst>
                <a:ext uri="{FF2B5EF4-FFF2-40B4-BE49-F238E27FC236}">
                  <a16:creationId xmlns:a16="http://schemas.microsoft.com/office/drawing/2014/main" id="{4923A4FC-093E-E0F5-7E3D-4833B63925A2}"/>
                </a:ext>
              </a:extLst>
            </p:cNvPr>
            <p:cNvGrpSpPr/>
            <p:nvPr/>
          </p:nvGrpSpPr>
          <p:grpSpPr>
            <a:xfrm>
              <a:off x="9624439" y="6086665"/>
              <a:ext cx="2286000" cy="430326"/>
              <a:chOff x="9594011" y="5988691"/>
              <a:chExt cx="2286000" cy="430326"/>
            </a:xfrm>
          </p:grpSpPr>
          <p:sp>
            <p:nvSpPr>
              <p:cNvPr id="848" name="Rounded Rectangle 18">
                <a:extLst>
                  <a:ext uri="{FF2B5EF4-FFF2-40B4-BE49-F238E27FC236}">
                    <a16:creationId xmlns:a16="http://schemas.microsoft.com/office/drawing/2014/main" id="{0BD51AF0-EBC7-290D-33BF-08DC9F15B8BD}"/>
                  </a:ext>
                </a:extLst>
              </p:cNvPr>
              <p:cNvSpPr/>
              <p:nvPr/>
            </p:nvSpPr>
            <p:spPr bwMode="gray">
              <a:xfrm>
                <a:off x="9594011" y="5988691"/>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lvl="0" defTabSz="1042873">
                  <a:spcAft>
                    <a:spcPts val="300"/>
                  </a:spcAft>
                </a:pPr>
                <a:r>
                  <a:rPr lang="en-US" sz="1050" b="1">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rPr>
                  <a:t>Anytime/Anywhere access of critical information</a:t>
                </a:r>
                <a:endParaRPr kumimoji="0" lang="en-US" sz="1050" b="1" i="0" u="none" strike="noStrike" kern="0" cap="none" spc="0" normalizeH="0" baseline="0" noProof="0">
                  <a:ln>
                    <a:noFill/>
                  </a:ln>
                  <a:solidFill>
                    <a:schemeClr val="tx1">
                      <a:lumMod val="75000"/>
                      <a:lumOff val="25000"/>
                    </a:schemeClr>
                  </a:solidFill>
                  <a:effectLst/>
                  <a:uLnTx/>
                  <a:uFillTx/>
                  <a:latin typeface="Arial" panose="020B0604020202020204" pitchFamily="34" charset="0"/>
                  <a:cs typeface="Arial" panose="020B0604020202020204" pitchFamily="34" charset="0"/>
                </a:endParaRPr>
              </a:p>
            </p:txBody>
          </p:sp>
          <p:grpSp>
            <p:nvGrpSpPr>
              <p:cNvPr id="849" name="Group 208">
                <a:extLst>
                  <a:ext uri="{FF2B5EF4-FFF2-40B4-BE49-F238E27FC236}">
                    <a16:creationId xmlns:a16="http://schemas.microsoft.com/office/drawing/2014/main" id="{B39E75CC-FFEC-67F8-E3B5-2C74CE0F088D}"/>
                  </a:ext>
                </a:extLst>
              </p:cNvPr>
              <p:cNvGrpSpPr>
                <a:grpSpLocks/>
              </p:cNvGrpSpPr>
              <p:nvPr/>
            </p:nvGrpSpPr>
            <p:grpSpPr bwMode="auto">
              <a:xfrm>
                <a:off x="9657394" y="6008255"/>
                <a:ext cx="370391" cy="391206"/>
                <a:chOff x="1818" y="1193"/>
                <a:chExt cx="341" cy="340"/>
              </a:xfrm>
              <a:solidFill>
                <a:schemeClr val="accent5"/>
              </a:solidFill>
            </p:grpSpPr>
            <p:sp>
              <p:nvSpPr>
                <p:cNvPr id="872" name="Freeform 209">
                  <a:extLst>
                    <a:ext uri="{FF2B5EF4-FFF2-40B4-BE49-F238E27FC236}">
                      <a16:creationId xmlns:a16="http://schemas.microsoft.com/office/drawing/2014/main" id="{A0644770-F83D-8F0C-CE4F-C043E096F873}"/>
                    </a:ext>
                  </a:extLst>
                </p:cNvPr>
                <p:cNvSpPr>
                  <a:spLocks noEditPoints="1"/>
                </p:cNvSpPr>
                <p:nvPr/>
              </p:nvSpPr>
              <p:spPr bwMode="auto">
                <a:xfrm>
                  <a:off x="1909" y="1284"/>
                  <a:ext cx="158" cy="157"/>
                </a:xfrm>
                <a:custGeom>
                  <a:avLst/>
                  <a:gdLst>
                    <a:gd name="T0" fmla="*/ 140 w 237"/>
                    <a:gd name="T1" fmla="*/ 33 h 236"/>
                    <a:gd name="T2" fmla="*/ 161 w 237"/>
                    <a:gd name="T3" fmla="*/ 33 h 236"/>
                    <a:gd name="T4" fmla="*/ 218 w 237"/>
                    <a:gd name="T5" fmla="*/ 4 h 236"/>
                    <a:gd name="T6" fmla="*/ 233 w 237"/>
                    <a:gd name="T7" fmla="*/ 20 h 236"/>
                    <a:gd name="T8" fmla="*/ 204 w 237"/>
                    <a:gd name="T9" fmla="*/ 76 h 236"/>
                    <a:gd name="T10" fmla="*/ 204 w 237"/>
                    <a:gd name="T11" fmla="*/ 97 h 236"/>
                    <a:gd name="T12" fmla="*/ 147 w 237"/>
                    <a:gd name="T13" fmla="*/ 97 h 236"/>
                    <a:gd name="T14" fmla="*/ 97 w 237"/>
                    <a:gd name="T15" fmla="*/ 147 h 236"/>
                    <a:gd name="T16" fmla="*/ 33 w 237"/>
                    <a:gd name="T17" fmla="*/ 140 h 236"/>
                    <a:gd name="T18" fmla="*/ 33 w 237"/>
                    <a:gd name="T19" fmla="*/ 161 h 236"/>
                    <a:gd name="T20" fmla="*/ 4 w 237"/>
                    <a:gd name="T21" fmla="*/ 218 h 236"/>
                    <a:gd name="T22" fmla="*/ 12 w 237"/>
                    <a:gd name="T23" fmla="*/ 236 h 236"/>
                    <a:gd name="T24" fmla="*/ 76 w 237"/>
                    <a:gd name="T25" fmla="*/ 176 h 236"/>
                    <a:gd name="T26" fmla="*/ 87 w 237"/>
                    <a:gd name="T27" fmla="*/ 215 h 236"/>
                    <a:gd name="T28" fmla="*/ 97 w 237"/>
                    <a:gd name="T29" fmla="*/ 151 h 236"/>
                    <a:gd name="T30" fmla="*/ 97 w 237"/>
                    <a:gd name="T31" fmla="*/ 147 h 236"/>
                    <a:gd name="T32" fmla="*/ 204 w 237"/>
                    <a:gd name="T33" fmla="*/ 161 h 236"/>
                    <a:gd name="T34" fmla="*/ 204 w 237"/>
                    <a:gd name="T35" fmla="*/ 140 h 236"/>
                    <a:gd name="T36" fmla="*/ 141 w 237"/>
                    <a:gd name="T37" fmla="*/ 147 h 236"/>
                    <a:gd name="T38" fmla="*/ 140 w 237"/>
                    <a:gd name="T39" fmla="*/ 151 h 236"/>
                    <a:gd name="T40" fmla="*/ 151 w 237"/>
                    <a:gd name="T41" fmla="*/ 215 h 236"/>
                    <a:gd name="T42" fmla="*/ 161 w 237"/>
                    <a:gd name="T43" fmla="*/ 176 h 236"/>
                    <a:gd name="T44" fmla="*/ 225 w 237"/>
                    <a:gd name="T45" fmla="*/ 236 h 236"/>
                    <a:gd name="T46" fmla="*/ 233 w 237"/>
                    <a:gd name="T47" fmla="*/ 218 h 236"/>
                    <a:gd name="T48" fmla="*/ 87 w 237"/>
                    <a:gd name="T49" fmla="*/ 23 h 236"/>
                    <a:gd name="T50" fmla="*/ 76 w 237"/>
                    <a:gd name="T51" fmla="*/ 61 h 236"/>
                    <a:gd name="T52" fmla="*/ 4 w 237"/>
                    <a:gd name="T53" fmla="*/ 4 h 236"/>
                    <a:gd name="T54" fmla="*/ 61 w 237"/>
                    <a:gd name="T55" fmla="*/ 76 h 236"/>
                    <a:gd name="T56" fmla="*/ 23 w 237"/>
                    <a:gd name="T57" fmla="*/ 87 h 236"/>
                    <a:gd name="T58" fmla="*/ 87 w 237"/>
                    <a:gd name="T59" fmla="*/ 97 h 236"/>
                    <a:gd name="T60" fmla="*/ 97 w 237"/>
                    <a:gd name="T61" fmla="*/ 87 h 236"/>
                    <a:gd name="T62" fmla="*/ 87 w 237"/>
                    <a:gd name="T63" fmla="*/ 2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7" h="236">
                      <a:moveTo>
                        <a:pt x="140" y="87"/>
                      </a:moveTo>
                      <a:cubicBezTo>
                        <a:pt x="140" y="33"/>
                        <a:pt x="140" y="33"/>
                        <a:pt x="140" y="33"/>
                      </a:cubicBezTo>
                      <a:cubicBezTo>
                        <a:pt x="140" y="27"/>
                        <a:pt x="145" y="23"/>
                        <a:pt x="151" y="23"/>
                      </a:cubicBezTo>
                      <a:cubicBezTo>
                        <a:pt x="157" y="23"/>
                        <a:pt x="161" y="27"/>
                        <a:pt x="161" y="33"/>
                      </a:cubicBezTo>
                      <a:cubicBezTo>
                        <a:pt x="161" y="61"/>
                        <a:pt x="161" y="61"/>
                        <a:pt x="161" y="61"/>
                      </a:cubicBezTo>
                      <a:cubicBezTo>
                        <a:pt x="218" y="4"/>
                        <a:pt x="218" y="4"/>
                        <a:pt x="218" y="4"/>
                      </a:cubicBezTo>
                      <a:cubicBezTo>
                        <a:pt x="222" y="0"/>
                        <a:pt x="229" y="0"/>
                        <a:pt x="233" y="4"/>
                      </a:cubicBezTo>
                      <a:cubicBezTo>
                        <a:pt x="237" y="9"/>
                        <a:pt x="237" y="15"/>
                        <a:pt x="233" y="20"/>
                      </a:cubicBezTo>
                      <a:cubicBezTo>
                        <a:pt x="176" y="76"/>
                        <a:pt x="176" y="76"/>
                        <a:pt x="176" y="76"/>
                      </a:cubicBezTo>
                      <a:cubicBezTo>
                        <a:pt x="204" y="76"/>
                        <a:pt x="204" y="76"/>
                        <a:pt x="204" y="76"/>
                      </a:cubicBezTo>
                      <a:cubicBezTo>
                        <a:pt x="210" y="76"/>
                        <a:pt x="215" y="81"/>
                        <a:pt x="215" y="87"/>
                      </a:cubicBezTo>
                      <a:cubicBezTo>
                        <a:pt x="215" y="93"/>
                        <a:pt x="210" y="97"/>
                        <a:pt x="204" y="97"/>
                      </a:cubicBezTo>
                      <a:cubicBezTo>
                        <a:pt x="151" y="97"/>
                        <a:pt x="151" y="97"/>
                        <a:pt x="151" y="97"/>
                      </a:cubicBezTo>
                      <a:cubicBezTo>
                        <a:pt x="149" y="97"/>
                        <a:pt x="148" y="97"/>
                        <a:pt x="147" y="97"/>
                      </a:cubicBezTo>
                      <a:cubicBezTo>
                        <a:pt x="143" y="95"/>
                        <a:pt x="140" y="91"/>
                        <a:pt x="140" y="87"/>
                      </a:cubicBezTo>
                      <a:close/>
                      <a:moveTo>
                        <a:pt x="97" y="147"/>
                      </a:moveTo>
                      <a:cubicBezTo>
                        <a:pt x="95" y="143"/>
                        <a:pt x="91" y="140"/>
                        <a:pt x="87" y="140"/>
                      </a:cubicBezTo>
                      <a:cubicBezTo>
                        <a:pt x="33" y="140"/>
                        <a:pt x="33" y="140"/>
                        <a:pt x="33" y="140"/>
                      </a:cubicBezTo>
                      <a:cubicBezTo>
                        <a:pt x="27" y="140"/>
                        <a:pt x="23" y="145"/>
                        <a:pt x="23" y="151"/>
                      </a:cubicBezTo>
                      <a:cubicBezTo>
                        <a:pt x="23" y="157"/>
                        <a:pt x="27" y="161"/>
                        <a:pt x="33" y="161"/>
                      </a:cubicBezTo>
                      <a:cubicBezTo>
                        <a:pt x="61" y="161"/>
                        <a:pt x="61" y="161"/>
                        <a:pt x="61" y="161"/>
                      </a:cubicBezTo>
                      <a:cubicBezTo>
                        <a:pt x="4" y="218"/>
                        <a:pt x="4" y="218"/>
                        <a:pt x="4" y="218"/>
                      </a:cubicBezTo>
                      <a:cubicBezTo>
                        <a:pt x="0" y="222"/>
                        <a:pt x="0" y="229"/>
                        <a:pt x="4" y="233"/>
                      </a:cubicBezTo>
                      <a:cubicBezTo>
                        <a:pt x="7" y="235"/>
                        <a:pt x="9" y="236"/>
                        <a:pt x="12" y="236"/>
                      </a:cubicBezTo>
                      <a:cubicBezTo>
                        <a:pt x="15" y="236"/>
                        <a:pt x="17" y="235"/>
                        <a:pt x="20" y="233"/>
                      </a:cubicBezTo>
                      <a:cubicBezTo>
                        <a:pt x="76" y="176"/>
                        <a:pt x="76" y="176"/>
                        <a:pt x="76" y="176"/>
                      </a:cubicBezTo>
                      <a:cubicBezTo>
                        <a:pt x="76" y="204"/>
                        <a:pt x="76" y="204"/>
                        <a:pt x="76" y="204"/>
                      </a:cubicBezTo>
                      <a:cubicBezTo>
                        <a:pt x="76" y="210"/>
                        <a:pt x="81" y="215"/>
                        <a:pt x="87" y="215"/>
                      </a:cubicBezTo>
                      <a:cubicBezTo>
                        <a:pt x="93" y="215"/>
                        <a:pt x="97" y="210"/>
                        <a:pt x="97" y="204"/>
                      </a:cubicBezTo>
                      <a:cubicBezTo>
                        <a:pt x="97" y="151"/>
                        <a:pt x="97" y="151"/>
                        <a:pt x="97" y="151"/>
                      </a:cubicBezTo>
                      <a:cubicBezTo>
                        <a:pt x="97" y="151"/>
                        <a:pt x="97" y="151"/>
                        <a:pt x="97" y="151"/>
                      </a:cubicBezTo>
                      <a:cubicBezTo>
                        <a:pt x="97" y="149"/>
                        <a:pt x="97" y="148"/>
                        <a:pt x="97" y="147"/>
                      </a:cubicBezTo>
                      <a:close/>
                      <a:moveTo>
                        <a:pt x="176" y="161"/>
                      </a:moveTo>
                      <a:cubicBezTo>
                        <a:pt x="204" y="161"/>
                        <a:pt x="204" y="161"/>
                        <a:pt x="204" y="161"/>
                      </a:cubicBezTo>
                      <a:cubicBezTo>
                        <a:pt x="210" y="161"/>
                        <a:pt x="215" y="157"/>
                        <a:pt x="215" y="151"/>
                      </a:cubicBezTo>
                      <a:cubicBezTo>
                        <a:pt x="215" y="145"/>
                        <a:pt x="210" y="140"/>
                        <a:pt x="204" y="140"/>
                      </a:cubicBezTo>
                      <a:cubicBezTo>
                        <a:pt x="151" y="140"/>
                        <a:pt x="151" y="140"/>
                        <a:pt x="151" y="140"/>
                      </a:cubicBezTo>
                      <a:cubicBezTo>
                        <a:pt x="146" y="140"/>
                        <a:pt x="142" y="143"/>
                        <a:pt x="141" y="147"/>
                      </a:cubicBezTo>
                      <a:cubicBezTo>
                        <a:pt x="140" y="148"/>
                        <a:pt x="140" y="149"/>
                        <a:pt x="140" y="151"/>
                      </a:cubicBezTo>
                      <a:cubicBezTo>
                        <a:pt x="140" y="151"/>
                        <a:pt x="140" y="151"/>
                        <a:pt x="140" y="151"/>
                      </a:cubicBezTo>
                      <a:cubicBezTo>
                        <a:pt x="140" y="204"/>
                        <a:pt x="140" y="204"/>
                        <a:pt x="140" y="204"/>
                      </a:cubicBezTo>
                      <a:cubicBezTo>
                        <a:pt x="140" y="210"/>
                        <a:pt x="145" y="215"/>
                        <a:pt x="151" y="215"/>
                      </a:cubicBezTo>
                      <a:cubicBezTo>
                        <a:pt x="157" y="215"/>
                        <a:pt x="161" y="210"/>
                        <a:pt x="161" y="204"/>
                      </a:cubicBezTo>
                      <a:cubicBezTo>
                        <a:pt x="161" y="176"/>
                        <a:pt x="161" y="176"/>
                        <a:pt x="161" y="176"/>
                      </a:cubicBezTo>
                      <a:cubicBezTo>
                        <a:pt x="218" y="233"/>
                        <a:pt x="218" y="233"/>
                        <a:pt x="218" y="233"/>
                      </a:cubicBezTo>
                      <a:cubicBezTo>
                        <a:pt x="220" y="235"/>
                        <a:pt x="223" y="236"/>
                        <a:pt x="225" y="236"/>
                      </a:cubicBezTo>
                      <a:cubicBezTo>
                        <a:pt x="228" y="236"/>
                        <a:pt x="231" y="235"/>
                        <a:pt x="233" y="233"/>
                      </a:cubicBezTo>
                      <a:cubicBezTo>
                        <a:pt x="237" y="229"/>
                        <a:pt x="237" y="222"/>
                        <a:pt x="233" y="218"/>
                      </a:cubicBezTo>
                      <a:lnTo>
                        <a:pt x="176" y="161"/>
                      </a:lnTo>
                      <a:close/>
                      <a:moveTo>
                        <a:pt x="87" y="23"/>
                      </a:moveTo>
                      <a:cubicBezTo>
                        <a:pt x="81" y="23"/>
                        <a:pt x="76" y="27"/>
                        <a:pt x="76" y="33"/>
                      </a:cubicBezTo>
                      <a:cubicBezTo>
                        <a:pt x="76" y="61"/>
                        <a:pt x="76" y="61"/>
                        <a:pt x="76" y="61"/>
                      </a:cubicBezTo>
                      <a:cubicBezTo>
                        <a:pt x="20" y="4"/>
                        <a:pt x="20" y="4"/>
                        <a:pt x="20" y="4"/>
                      </a:cubicBezTo>
                      <a:cubicBezTo>
                        <a:pt x="15" y="0"/>
                        <a:pt x="9" y="0"/>
                        <a:pt x="4" y="4"/>
                      </a:cubicBezTo>
                      <a:cubicBezTo>
                        <a:pt x="0" y="9"/>
                        <a:pt x="0" y="15"/>
                        <a:pt x="4" y="20"/>
                      </a:cubicBezTo>
                      <a:cubicBezTo>
                        <a:pt x="61" y="76"/>
                        <a:pt x="61" y="76"/>
                        <a:pt x="61" y="76"/>
                      </a:cubicBezTo>
                      <a:cubicBezTo>
                        <a:pt x="33" y="76"/>
                        <a:pt x="33" y="76"/>
                        <a:pt x="33" y="76"/>
                      </a:cubicBezTo>
                      <a:cubicBezTo>
                        <a:pt x="27" y="76"/>
                        <a:pt x="23" y="81"/>
                        <a:pt x="23" y="87"/>
                      </a:cubicBezTo>
                      <a:cubicBezTo>
                        <a:pt x="23" y="93"/>
                        <a:pt x="27" y="97"/>
                        <a:pt x="33" y="97"/>
                      </a:cubicBezTo>
                      <a:cubicBezTo>
                        <a:pt x="87" y="97"/>
                        <a:pt x="87" y="97"/>
                        <a:pt x="87" y="97"/>
                      </a:cubicBezTo>
                      <a:cubicBezTo>
                        <a:pt x="88" y="97"/>
                        <a:pt x="89" y="97"/>
                        <a:pt x="91" y="97"/>
                      </a:cubicBezTo>
                      <a:cubicBezTo>
                        <a:pt x="95" y="95"/>
                        <a:pt x="97" y="91"/>
                        <a:pt x="97" y="87"/>
                      </a:cubicBezTo>
                      <a:cubicBezTo>
                        <a:pt x="97" y="33"/>
                        <a:pt x="97" y="33"/>
                        <a:pt x="97" y="33"/>
                      </a:cubicBezTo>
                      <a:cubicBezTo>
                        <a:pt x="97" y="27"/>
                        <a:pt x="93" y="23"/>
                        <a:pt x="87"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3" name="Freeform 210">
                  <a:extLst>
                    <a:ext uri="{FF2B5EF4-FFF2-40B4-BE49-F238E27FC236}">
                      <a16:creationId xmlns:a16="http://schemas.microsoft.com/office/drawing/2014/main" id="{B3F22AFD-DDED-F9FB-0E83-F236ED727D4A}"/>
                    </a:ext>
                  </a:extLst>
                </p:cNvPr>
                <p:cNvSpPr>
                  <a:spLocks noEditPoints="1"/>
                </p:cNvSpPr>
                <p:nvPr/>
              </p:nvSpPr>
              <p:spPr bwMode="auto">
                <a:xfrm>
                  <a:off x="1818"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00838" tIns="50419" rIns="100838" bIns="50419"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18" name="Group 17">
              <a:extLst>
                <a:ext uri="{FF2B5EF4-FFF2-40B4-BE49-F238E27FC236}">
                  <a16:creationId xmlns:a16="http://schemas.microsoft.com/office/drawing/2014/main" id="{60DAAF97-4B90-A2DA-4743-D2626E21E393}"/>
                </a:ext>
              </a:extLst>
            </p:cNvPr>
            <p:cNvGrpSpPr/>
            <p:nvPr/>
          </p:nvGrpSpPr>
          <p:grpSpPr>
            <a:xfrm>
              <a:off x="9624439" y="2002308"/>
              <a:ext cx="2286000" cy="430326"/>
              <a:chOff x="9603310" y="3309349"/>
              <a:chExt cx="2286000" cy="430326"/>
            </a:xfrm>
          </p:grpSpPr>
          <p:sp>
            <p:nvSpPr>
              <p:cNvPr id="850" name="Rounded Rectangle 24">
                <a:extLst>
                  <a:ext uri="{FF2B5EF4-FFF2-40B4-BE49-F238E27FC236}">
                    <a16:creationId xmlns:a16="http://schemas.microsoft.com/office/drawing/2014/main" id="{BDDC8295-1BC5-1C4F-030B-953C39C0B43B}"/>
                  </a:ext>
                </a:extLst>
              </p:cNvPr>
              <p:cNvSpPr/>
              <p:nvPr/>
            </p:nvSpPr>
            <p:spPr bwMode="gray">
              <a:xfrm>
                <a:off x="9603310" y="3309349"/>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lvl="0" defTabSz="1042873">
                  <a:spcAft>
                    <a:spcPts val="300"/>
                  </a:spcAft>
                </a:pPr>
                <a:r>
                  <a:rPr lang="en-US" sz="1050" b="1" kern="0">
                    <a:solidFill>
                      <a:schemeClr val="tx1">
                        <a:lumMod val="75000"/>
                        <a:lumOff val="25000"/>
                      </a:schemeClr>
                    </a:solidFill>
                    <a:latin typeface="Arial" panose="020B0604020202020204" pitchFamily="34" charset="0"/>
                    <a:cs typeface="Arial" panose="020B0604020202020204" pitchFamily="34" charset="0"/>
                  </a:rPr>
                  <a:t>IT-OT convergence</a:t>
                </a:r>
                <a:endParaRPr kumimoji="0" lang="en-US" sz="1050" b="1" i="0" u="none" strike="noStrike" kern="0" cap="none" spc="0" normalizeH="0" baseline="0" noProof="0">
                  <a:ln>
                    <a:noFill/>
                  </a:ln>
                  <a:solidFill>
                    <a:schemeClr val="tx1">
                      <a:lumMod val="75000"/>
                      <a:lumOff val="25000"/>
                    </a:schemeClr>
                  </a:solidFill>
                  <a:effectLst/>
                  <a:uLnTx/>
                  <a:uFillTx/>
                  <a:latin typeface="Arial" panose="020B0604020202020204" pitchFamily="34" charset="0"/>
                  <a:cs typeface="Arial" panose="020B0604020202020204" pitchFamily="34" charset="0"/>
                </a:endParaRPr>
              </a:p>
            </p:txBody>
          </p:sp>
          <p:grpSp>
            <p:nvGrpSpPr>
              <p:cNvPr id="851" name="Group 192">
                <a:extLst>
                  <a:ext uri="{FF2B5EF4-FFF2-40B4-BE49-F238E27FC236}">
                    <a16:creationId xmlns:a16="http://schemas.microsoft.com/office/drawing/2014/main" id="{645D0A1F-D011-0F71-5F41-435EF5E2E5E2}"/>
                  </a:ext>
                </a:extLst>
              </p:cNvPr>
              <p:cNvGrpSpPr>
                <a:grpSpLocks/>
              </p:cNvGrpSpPr>
              <p:nvPr/>
            </p:nvGrpSpPr>
            <p:grpSpPr bwMode="auto">
              <a:xfrm>
                <a:off x="9666688" y="3328910"/>
                <a:ext cx="370390" cy="391205"/>
                <a:chOff x="378" y="713"/>
                <a:chExt cx="340" cy="340"/>
              </a:xfrm>
              <a:solidFill>
                <a:schemeClr val="accent5"/>
              </a:solidFill>
            </p:grpSpPr>
            <p:sp>
              <p:nvSpPr>
                <p:cNvPr id="870" name="Freeform 193">
                  <a:extLst>
                    <a:ext uri="{FF2B5EF4-FFF2-40B4-BE49-F238E27FC236}">
                      <a16:creationId xmlns:a16="http://schemas.microsoft.com/office/drawing/2014/main" id="{8E9DE593-22E5-587B-90F9-F00E4B79E4E2}"/>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1" name="Freeform 194">
                  <a:extLst>
                    <a:ext uri="{FF2B5EF4-FFF2-40B4-BE49-F238E27FC236}">
                      <a16:creationId xmlns:a16="http://schemas.microsoft.com/office/drawing/2014/main" id="{ADFB92B2-791D-FA32-7BFE-84174194F983}"/>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042873"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grpSp>
        <p:grpSp>
          <p:nvGrpSpPr>
            <p:cNvPr id="19" name="Group 18">
              <a:extLst>
                <a:ext uri="{FF2B5EF4-FFF2-40B4-BE49-F238E27FC236}">
                  <a16:creationId xmlns:a16="http://schemas.microsoft.com/office/drawing/2014/main" id="{0ECF4501-A69D-DF04-1CB5-7F93FCE105EC}"/>
                </a:ext>
              </a:extLst>
            </p:cNvPr>
            <p:cNvGrpSpPr/>
            <p:nvPr/>
          </p:nvGrpSpPr>
          <p:grpSpPr>
            <a:xfrm>
              <a:off x="9624439" y="4725212"/>
              <a:ext cx="2286000" cy="430326"/>
              <a:chOff x="9603310" y="4014937"/>
              <a:chExt cx="2286000" cy="430326"/>
            </a:xfrm>
          </p:grpSpPr>
          <p:sp>
            <p:nvSpPr>
              <p:cNvPr id="852" name="Rounded Rectangle 30">
                <a:extLst>
                  <a:ext uri="{FF2B5EF4-FFF2-40B4-BE49-F238E27FC236}">
                    <a16:creationId xmlns:a16="http://schemas.microsoft.com/office/drawing/2014/main" id="{FB53E294-27EC-3A86-6A62-E1B7F8C47AE4}"/>
                  </a:ext>
                </a:extLst>
              </p:cNvPr>
              <p:cNvSpPr/>
              <p:nvPr/>
            </p:nvSpPr>
            <p:spPr bwMode="gray">
              <a:xfrm>
                <a:off x="9603310" y="4014937"/>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defTabSz="1042873">
                  <a:spcAft>
                    <a:spcPts val="300"/>
                  </a:spcAft>
                </a:pPr>
                <a:r>
                  <a:rPr lang="en-US" sz="1050" b="1">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rPr>
                  <a:t>Standardized and consistent document management</a:t>
                </a:r>
              </a:p>
            </p:txBody>
          </p:sp>
          <p:grpSp>
            <p:nvGrpSpPr>
              <p:cNvPr id="853" name="Group 349">
                <a:extLst>
                  <a:ext uri="{FF2B5EF4-FFF2-40B4-BE49-F238E27FC236}">
                    <a16:creationId xmlns:a16="http://schemas.microsoft.com/office/drawing/2014/main" id="{62F18073-5E69-A728-06BF-989A67A16FE4}"/>
                  </a:ext>
                </a:extLst>
              </p:cNvPr>
              <p:cNvGrpSpPr>
                <a:grpSpLocks/>
              </p:cNvGrpSpPr>
              <p:nvPr/>
            </p:nvGrpSpPr>
            <p:grpSpPr bwMode="auto">
              <a:xfrm>
                <a:off x="9666728" y="4034497"/>
                <a:ext cx="370390" cy="391205"/>
                <a:chOff x="5018" y="1229"/>
                <a:chExt cx="340" cy="340"/>
              </a:xfrm>
              <a:solidFill>
                <a:schemeClr val="accent5"/>
              </a:solidFill>
            </p:grpSpPr>
            <p:sp>
              <p:nvSpPr>
                <p:cNvPr id="868" name="Freeform 350">
                  <a:extLst>
                    <a:ext uri="{FF2B5EF4-FFF2-40B4-BE49-F238E27FC236}">
                      <a16:creationId xmlns:a16="http://schemas.microsoft.com/office/drawing/2014/main" id="{9EBCB4A3-405C-245B-ADF5-C670CC4028A5}"/>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9" name="Freeform 351">
                  <a:extLst>
                    <a:ext uri="{FF2B5EF4-FFF2-40B4-BE49-F238E27FC236}">
                      <a16:creationId xmlns:a16="http://schemas.microsoft.com/office/drawing/2014/main" id="{0867536E-9101-2C70-B505-FF45F7833615}"/>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grpSp>
        </p:grpSp>
        <p:grpSp>
          <p:nvGrpSpPr>
            <p:cNvPr id="20" name="Group 19">
              <a:extLst>
                <a:ext uri="{FF2B5EF4-FFF2-40B4-BE49-F238E27FC236}">
                  <a16:creationId xmlns:a16="http://schemas.microsoft.com/office/drawing/2014/main" id="{E24126B3-99FD-4EAC-2686-CF3A505D148D}"/>
                </a:ext>
              </a:extLst>
            </p:cNvPr>
            <p:cNvGrpSpPr/>
            <p:nvPr/>
          </p:nvGrpSpPr>
          <p:grpSpPr>
            <a:xfrm>
              <a:off x="9624439" y="3363760"/>
              <a:ext cx="2286000" cy="430326"/>
              <a:chOff x="9603310" y="4720525"/>
              <a:chExt cx="2286000" cy="430326"/>
            </a:xfrm>
          </p:grpSpPr>
          <p:sp>
            <p:nvSpPr>
              <p:cNvPr id="854" name="Rounded Rectangle 36">
                <a:extLst>
                  <a:ext uri="{FF2B5EF4-FFF2-40B4-BE49-F238E27FC236}">
                    <a16:creationId xmlns:a16="http://schemas.microsoft.com/office/drawing/2014/main" id="{A47DAE26-3AA2-3607-71B3-97B09ED0B5A0}"/>
                  </a:ext>
                </a:extLst>
              </p:cNvPr>
              <p:cNvSpPr/>
              <p:nvPr/>
            </p:nvSpPr>
            <p:spPr bwMode="gray">
              <a:xfrm>
                <a:off x="9603310" y="4720525"/>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marL="0" marR="0" lvl="0" indent="0" defTabSz="1042873" eaLnBrk="1" fontAlgn="auto" latinLnBrk="0" hangingPunct="1">
                  <a:lnSpc>
                    <a:spcPct val="100000"/>
                  </a:lnSpc>
                  <a:spcBef>
                    <a:spcPts val="0"/>
                  </a:spcBef>
                  <a:spcAft>
                    <a:spcPts val="300"/>
                  </a:spcAft>
                  <a:buClrTx/>
                  <a:buSzTx/>
                  <a:buFont typeface="Wingdings 2" pitchFamily="18" charset="2"/>
                  <a:buNone/>
                  <a:tabLst/>
                  <a:defRPr/>
                </a:pPr>
                <a:r>
                  <a:rPr kumimoji="0" lang="en-US" sz="1050" b="1" i="0" u="none" strike="noStrike" kern="0" cap="none" spc="0" normalizeH="0" baseline="0" noProof="0">
                    <a:ln>
                      <a:noFill/>
                    </a:ln>
                    <a:solidFill>
                      <a:schemeClr val="tx1">
                        <a:lumMod val="75000"/>
                        <a:lumOff val="25000"/>
                      </a:schemeClr>
                    </a:solidFill>
                    <a:effectLst/>
                    <a:uLnTx/>
                    <a:uFillTx/>
                    <a:latin typeface="Arial" panose="020B0604020202020204" pitchFamily="34" charset="0"/>
                    <a:cs typeface="Arial" panose="020B0604020202020204" pitchFamily="34" charset="0"/>
                  </a:rPr>
                  <a:t>Data Management Consistency</a:t>
                </a:r>
              </a:p>
            </p:txBody>
          </p:sp>
          <p:grpSp>
            <p:nvGrpSpPr>
              <p:cNvPr id="855" name="Group 100">
                <a:extLst>
                  <a:ext uri="{FF2B5EF4-FFF2-40B4-BE49-F238E27FC236}">
                    <a16:creationId xmlns:a16="http://schemas.microsoft.com/office/drawing/2014/main" id="{FDE712B7-AD13-78E2-4BDE-9E5400B7779B}"/>
                  </a:ext>
                </a:extLst>
              </p:cNvPr>
              <p:cNvGrpSpPr>
                <a:grpSpLocks/>
              </p:cNvGrpSpPr>
              <p:nvPr/>
            </p:nvGrpSpPr>
            <p:grpSpPr bwMode="auto">
              <a:xfrm>
                <a:off x="9666688" y="4740085"/>
                <a:ext cx="370390" cy="391205"/>
                <a:chOff x="374" y="351"/>
                <a:chExt cx="340" cy="340"/>
              </a:xfrm>
              <a:solidFill>
                <a:schemeClr val="accent5"/>
              </a:solidFill>
            </p:grpSpPr>
            <p:sp>
              <p:nvSpPr>
                <p:cNvPr id="863" name="Freeform 101">
                  <a:extLst>
                    <a:ext uri="{FF2B5EF4-FFF2-40B4-BE49-F238E27FC236}">
                      <a16:creationId xmlns:a16="http://schemas.microsoft.com/office/drawing/2014/main" id="{BB03AB7F-D8C7-2998-A84E-6FDD3BF87823}"/>
                    </a:ext>
                  </a:extLst>
                </p:cNvPr>
                <p:cNvSpPr>
                  <a:spLocks noEditPoints="1"/>
                </p:cNvSpPr>
                <p:nvPr/>
              </p:nvSpPr>
              <p:spPr bwMode="auto">
                <a:xfrm>
                  <a:off x="374" y="35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4" name="Freeform 102">
                  <a:extLst>
                    <a:ext uri="{FF2B5EF4-FFF2-40B4-BE49-F238E27FC236}">
                      <a16:creationId xmlns:a16="http://schemas.microsoft.com/office/drawing/2014/main" id="{5456C10F-B0A2-D824-7B28-A449F17FEE5E}"/>
                    </a:ext>
                  </a:extLst>
                </p:cNvPr>
                <p:cNvSpPr>
                  <a:spLocks noEditPoints="1"/>
                </p:cNvSpPr>
                <p:nvPr/>
              </p:nvSpPr>
              <p:spPr bwMode="auto">
                <a:xfrm>
                  <a:off x="452" y="429"/>
                  <a:ext cx="77"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5" name="Freeform 103">
                  <a:extLst>
                    <a:ext uri="{FF2B5EF4-FFF2-40B4-BE49-F238E27FC236}">
                      <a16:creationId xmlns:a16="http://schemas.microsoft.com/office/drawing/2014/main" id="{B1F533C8-9B9A-43F5-6196-F08A6AF8F412}"/>
                    </a:ext>
                  </a:extLst>
                </p:cNvPr>
                <p:cNvSpPr>
                  <a:spLocks noEditPoints="1"/>
                </p:cNvSpPr>
                <p:nvPr/>
              </p:nvSpPr>
              <p:spPr bwMode="auto">
                <a:xfrm>
                  <a:off x="558" y="429"/>
                  <a:ext cx="78"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6" name="Freeform 104">
                  <a:extLst>
                    <a:ext uri="{FF2B5EF4-FFF2-40B4-BE49-F238E27FC236}">
                      <a16:creationId xmlns:a16="http://schemas.microsoft.com/office/drawing/2014/main" id="{2502CE9A-8BA8-3399-B099-1642B497D866}"/>
                    </a:ext>
                  </a:extLst>
                </p:cNvPr>
                <p:cNvSpPr>
                  <a:spLocks noEditPoints="1"/>
                </p:cNvSpPr>
                <p:nvPr/>
              </p:nvSpPr>
              <p:spPr bwMode="auto">
                <a:xfrm>
                  <a:off x="452" y="535"/>
                  <a:ext cx="77"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7" name="Freeform 105">
                  <a:extLst>
                    <a:ext uri="{FF2B5EF4-FFF2-40B4-BE49-F238E27FC236}">
                      <a16:creationId xmlns:a16="http://schemas.microsoft.com/office/drawing/2014/main" id="{10FE7C3F-43C5-07F8-2AAB-8AF26474F01C}"/>
                    </a:ext>
                  </a:extLst>
                </p:cNvPr>
                <p:cNvSpPr>
                  <a:spLocks noEditPoints="1"/>
                </p:cNvSpPr>
                <p:nvPr/>
              </p:nvSpPr>
              <p:spPr bwMode="auto">
                <a:xfrm>
                  <a:off x="558" y="535"/>
                  <a:ext cx="78"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grpSp>
        </p:grpSp>
        <p:grpSp>
          <p:nvGrpSpPr>
            <p:cNvPr id="22" name="Group 21">
              <a:extLst>
                <a:ext uri="{FF2B5EF4-FFF2-40B4-BE49-F238E27FC236}">
                  <a16:creationId xmlns:a16="http://schemas.microsoft.com/office/drawing/2014/main" id="{6C86D76D-C720-50C1-9A35-74073FD2DBE3}"/>
                </a:ext>
              </a:extLst>
            </p:cNvPr>
            <p:cNvGrpSpPr/>
            <p:nvPr/>
          </p:nvGrpSpPr>
          <p:grpSpPr>
            <a:xfrm>
              <a:off x="9624439" y="2683034"/>
              <a:ext cx="2286000" cy="430326"/>
              <a:chOff x="9603310" y="6128629"/>
              <a:chExt cx="2286000" cy="430326"/>
            </a:xfrm>
          </p:grpSpPr>
          <p:sp>
            <p:nvSpPr>
              <p:cNvPr id="856" name="Rounded Rectangle 51">
                <a:extLst>
                  <a:ext uri="{FF2B5EF4-FFF2-40B4-BE49-F238E27FC236}">
                    <a16:creationId xmlns:a16="http://schemas.microsoft.com/office/drawing/2014/main" id="{48444A17-A7B1-7299-82A5-3A43C668313A}"/>
                  </a:ext>
                </a:extLst>
              </p:cNvPr>
              <p:cNvSpPr/>
              <p:nvPr/>
            </p:nvSpPr>
            <p:spPr bwMode="gray">
              <a:xfrm>
                <a:off x="9603310" y="6128629"/>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defTabSz="1042873">
                  <a:spcAft>
                    <a:spcPts val="300"/>
                  </a:spcAft>
                </a:pPr>
                <a:r>
                  <a:rPr lang="en-US" sz="1050" b="1">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rPr>
                  <a:t>Mature governance and security requirements</a:t>
                </a:r>
              </a:p>
            </p:txBody>
          </p:sp>
          <p:sp>
            <p:nvSpPr>
              <p:cNvPr id="857" name="Freeform 1022">
                <a:extLst>
                  <a:ext uri="{FF2B5EF4-FFF2-40B4-BE49-F238E27FC236}">
                    <a16:creationId xmlns:a16="http://schemas.microsoft.com/office/drawing/2014/main" id="{4F7689A4-23B4-80A9-A3CE-8C7B2A50E1EB}"/>
                  </a:ext>
                </a:extLst>
              </p:cNvPr>
              <p:cNvSpPr>
                <a:spLocks noEditPoints="1"/>
              </p:cNvSpPr>
              <p:nvPr/>
            </p:nvSpPr>
            <p:spPr bwMode="auto">
              <a:xfrm>
                <a:off x="9666688" y="6148189"/>
                <a:ext cx="370390" cy="391205"/>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grpSp>
        <p:grpSp>
          <p:nvGrpSpPr>
            <p:cNvPr id="21" name="Group 20">
              <a:extLst>
                <a:ext uri="{FF2B5EF4-FFF2-40B4-BE49-F238E27FC236}">
                  <a16:creationId xmlns:a16="http://schemas.microsoft.com/office/drawing/2014/main" id="{E4F07230-A045-CE1D-6FD9-74CD93EDBA77}"/>
                </a:ext>
              </a:extLst>
            </p:cNvPr>
            <p:cNvGrpSpPr/>
            <p:nvPr/>
          </p:nvGrpSpPr>
          <p:grpSpPr>
            <a:xfrm>
              <a:off x="9624439" y="4044486"/>
              <a:ext cx="2286000" cy="430326"/>
              <a:chOff x="9603310" y="5426113"/>
              <a:chExt cx="2286000" cy="430326"/>
            </a:xfrm>
          </p:grpSpPr>
          <p:sp>
            <p:nvSpPr>
              <p:cNvPr id="858" name="Rounded Rectangle 55">
                <a:extLst>
                  <a:ext uri="{FF2B5EF4-FFF2-40B4-BE49-F238E27FC236}">
                    <a16:creationId xmlns:a16="http://schemas.microsoft.com/office/drawing/2014/main" id="{C492E76C-3C52-E43C-B17E-E2D13908B9E1}"/>
                  </a:ext>
                </a:extLst>
              </p:cNvPr>
              <p:cNvSpPr/>
              <p:nvPr/>
            </p:nvSpPr>
            <p:spPr bwMode="gray">
              <a:xfrm>
                <a:off x="9603310" y="5426113"/>
                <a:ext cx="2286000" cy="430326"/>
              </a:xfrm>
              <a:prstGeom prst="roundRect">
                <a:avLst>
                  <a:gd name="adj" fmla="val 18837"/>
                </a:avLst>
              </a:prstGeom>
              <a:gradFill flip="none" rotWithShape="1">
                <a:gsLst>
                  <a:gs pos="0">
                    <a:srgbClr val="26890D"/>
                  </a:gs>
                  <a:gs pos="37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r="-100000" b="-100000"/>
              </a:gradFill>
              <a:ln w="19050" algn="ctr">
                <a:noFill/>
                <a:miter lim="800000"/>
                <a:headEnd/>
                <a:tailEnd/>
              </a:ln>
            </p:spPr>
            <p:txBody>
              <a:bodyPr wrap="square" lIns="450000" tIns="88900" rIns="88900" bIns="88900" rtlCol="0" anchor="ctr"/>
              <a:lstStyle/>
              <a:p>
                <a:pPr defTabSz="1042873">
                  <a:spcAft>
                    <a:spcPts val="300"/>
                  </a:spcAft>
                </a:pPr>
                <a:r>
                  <a:rPr lang="en-US" sz="1050" b="1">
                    <a:solidFill>
                      <a:schemeClr val="tx1">
                        <a:lumMod val="75000"/>
                        <a:lumOff val="25000"/>
                      </a:schemeClr>
                    </a:solidFill>
                    <a:latin typeface="Arial" panose="020B0604020202020204" pitchFamily="34" charset="0"/>
                    <a:ea typeface="Verdana" panose="020B0604030504040204" pitchFamily="34" charset="0"/>
                    <a:cs typeface="Arial" panose="020B0604020202020204" pitchFamily="34" charset="0"/>
                  </a:rPr>
                  <a:t>Data driven decision making</a:t>
                </a:r>
              </a:p>
            </p:txBody>
          </p:sp>
          <p:grpSp>
            <p:nvGrpSpPr>
              <p:cNvPr id="859" name="Group 587">
                <a:extLst>
                  <a:ext uri="{FF2B5EF4-FFF2-40B4-BE49-F238E27FC236}">
                    <a16:creationId xmlns:a16="http://schemas.microsoft.com/office/drawing/2014/main" id="{34320940-E225-1ACC-1E63-C714299FBABB}"/>
                  </a:ext>
                </a:extLst>
              </p:cNvPr>
              <p:cNvGrpSpPr>
                <a:grpSpLocks/>
              </p:cNvGrpSpPr>
              <p:nvPr/>
            </p:nvGrpSpPr>
            <p:grpSpPr bwMode="auto">
              <a:xfrm>
                <a:off x="9666710" y="5445673"/>
                <a:ext cx="370388" cy="391205"/>
                <a:chOff x="2878" y="2417"/>
                <a:chExt cx="340" cy="340"/>
              </a:xfrm>
              <a:solidFill>
                <a:schemeClr val="accent5"/>
              </a:solidFill>
            </p:grpSpPr>
            <p:sp>
              <p:nvSpPr>
                <p:cNvPr id="860" name="Freeform 588">
                  <a:extLst>
                    <a:ext uri="{FF2B5EF4-FFF2-40B4-BE49-F238E27FC236}">
                      <a16:creationId xmlns:a16="http://schemas.microsoft.com/office/drawing/2014/main" id="{84055194-4223-1B5D-C0F7-7B7DEB87AD04}"/>
                    </a:ext>
                  </a:extLst>
                </p:cNvPr>
                <p:cNvSpPr>
                  <a:spLocks/>
                </p:cNvSpPr>
                <p:nvPr/>
              </p:nvSpPr>
              <p:spPr bwMode="auto">
                <a:xfrm>
                  <a:off x="2942" y="2509"/>
                  <a:ext cx="212" cy="156"/>
                </a:xfrm>
                <a:custGeom>
                  <a:avLst/>
                  <a:gdLst>
                    <a:gd name="T0" fmla="*/ 309 w 320"/>
                    <a:gd name="T1" fmla="*/ 214 h 235"/>
                    <a:gd name="T2" fmla="*/ 21 w 320"/>
                    <a:gd name="T3" fmla="*/ 214 h 235"/>
                    <a:gd name="T4" fmla="*/ 21 w 320"/>
                    <a:gd name="T5" fmla="*/ 11 h 235"/>
                    <a:gd name="T6" fmla="*/ 10 w 320"/>
                    <a:gd name="T7" fmla="*/ 0 h 235"/>
                    <a:gd name="T8" fmla="*/ 0 w 320"/>
                    <a:gd name="T9" fmla="*/ 11 h 235"/>
                    <a:gd name="T10" fmla="*/ 0 w 320"/>
                    <a:gd name="T11" fmla="*/ 224 h 235"/>
                    <a:gd name="T12" fmla="*/ 10 w 320"/>
                    <a:gd name="T13" fmla="*/ 235 h 235"/>
                    <a:gd name="T14" fmla="*/ 309 w 320"/>
                    <a:gd name="T15" fmla="*/ 235 h 235"/>
                    <a:gd name="T16" fmla="*/ 320 w 320"/>
                    <a:gd name="T17" fmla="*/ 224 h 235"/>
                    <a:gd name="T18" fmla="*/ 309 w 320"/>
                    <a:gd name="T19" fmla="*/ 21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 h="235">
                      <a:moveTo>
                        <a:pt x="309" y="214"/>
                      </a:moveTo>
                      <a:cubicBezTo>
                        <a:pt x="21" y="214"/>
                        <a:pt x="21" y="214"/>
                        <a:pt x="21" y="214"/>
                      </a:cubicBezTo>
                      <a:cubicBezTo>
                        <a:pt x="21" y="11"/>
                        <a:pt x="21" y="11"/>
                        <a:pt x="21" y="11"/>
                      </a:cubicBezTo>
                      <a:cubicBezTo>
                        <a:pt x="21" y="5"/>
                        <a:pt x="16" y="0"/>
                        <a:pt x="10" y="0"/>
                      </a:cubicBezTo>
                      <a:cubicBezTo>
                        <a:pt x="4" y="0"/>
                        <a:pt x="0" y="5"/>
                        <a:pt x="0" y="11"/>
                      </a:cubicBezTo>
                      <a:cubicBezTo>
                        <a:pt x="0" y="224"/>
                        <a:pt x="0" y="224"/>
                        <a:pt x="0" y="224"/>
                      </a:cubicBezTo>
                      <a:cubicBezTo>
                        <a:pt x="0" y="230"/>
                        <a:pt x="4" y="235"/>
                        <a:pt x="10" y="235"/>
                      </a:cubicBezTo>
                      <a:cubicBezTo>
                        <a:pt x="309" y="235"/>
                        <a:pt x="309" y="235"/>
                        <a:pt x="309" y="235"/>
                      </a:cubicBezTo>
                      <a:cubicBezTo>
                        <a:pt x="315" y="235"/>
                        <a:pt x="320" y="230"/>
                        <a:pt x="320" y="224"/>
                      </a:cubicBezTo>
                      <a:cubicBezTo>
                        <a:pt x="320" y="218"/>
                        <a:pt x="315" y="214"/>
                        <a:pt x="309" y="2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1" name="Freeform 589">
                  <a:extLst>
                    <a:ext uri="{FF2B5EF4-FFF2-40B4-BE49-F238E27FC236}">
                      <a16:creationId xmlns:a16="http://schemas.microsoft.com/office/drawing/2014/main" id="{A8AF5AD0-E616-E4B4-1D8B-21BEEE6A10E8}"/>
                    </a:ext>
                  </a:extLst>
                </p:cNvPr>
                <p:cNvSpPr>
                  <a:spLocks/>
                </p:cNvSpPr>
                <p:nvPr/>
              </p:nvSpPr>
              <p:spPr bwMode="auto">
                <a:xfrm>
                  <a:off x="2969" y="2523"/>
                  <a:ext cx="186" cy="99"/>
                </a:xfrm>
                <a:custGeom>
                  <a:avLst/>
                  <a:gdLst>
                    <a:gd name="T0" fmla="*/ 12 w 280"/>
                    <a:gd name="T1" fmla="*/ 150 h 150"/>
                    <a:gd name="T2" fmla="*/ 20 w 280"/>
                    <a:gd name="T3" fmla="*/ 147 h 150"/>
                    <a:gd name="T4" fmla="*/ 87 w 280"/>
                    <a:gd name="T5" fmla="*/ 80 h 150"/>
                    <a:gd name="T6" fmla="*/ 143 w 280"/>
                    <a:gd name="T7" fmla="*/ 136 h 150"/>
                    <a:gd name="T8" fmla="*/ 158 w 280"/>
                    <a:gd name="T9" fmla="*/ 136 h 150"/>
                    <a:gd name="T10" fmla="*/ 276 w 280"/>
                    <a:gd name="T11" fmla="*/ 19 h 150"/>
                    <a:gd name="T12" fmla="*/ 276 w 280"/>
                    <a:gd name="T13" fmla="*/ 4 h 150"/>
                    <a:gd name="T14" fmla="*/ 260 w 280"/>
                    <a:gd name="T15" fmla="*/ 4 h 150"/>
                    <a:gd name="T16" fmla="*/ 151 w 280"/>
                    <a:gd name="T17" fmla="*/ 114 h 150"/>
                    <a:gd name="T18" fmla="*/ 94 w 280"/>
                    <a:gd name="T19" fmla="*/ 57 h 150"/>
                    <a:gd name="T20" fmla="*/ 79 w 280"/>
                    <a:gd name="T21" fmla="*/ 57 h 150"/>
                    <a:gd name="T22" fmla="*/ 4 w 280"/>
                    <a:gd name="T23" fmla="*/ 132 h 150"/>
                    <a:gd name="T24" fmla="*/ 4 w 280"/>
                    <a:gd name="T25" fmla="*/ 147 h 150"/>
                    <a:gd name="T26" fmla="*/ 12 w 280"/>
                    <a:gd name="T2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0" h="150">
                      <a:moveTo>
                        <a:pt x="12" y="150"/>
                      </a:moveTo>
                      <a:cubicBezTo>
                        <a:pt x="15" y="150"/>
                        <a:pt x="17" y="149"/>
                        <a:pt x="20" y="147"/>
                      </a:cubicBezTo>
                      <a:cubicBezTo>
                        <a:pt x="87" y="80"/>
                        <a:pt x="87" y="80"/>
                        <a:pt x="87" y="80"/>
                      </a:cubicBezTo>
                      <a:cubicBezTo>
                        <a:pt x="143" y="136"/>
                        <a:pt x="143" y="136"/>
                        <a:pt x="143" y="136"/>
                      </a:cubicBezTo>
                      <a:cubicBezTo>
                        <a:pt x="147" y="140"/>
                        <a:pt x="154" y="140"/>
                        <a:pt x="158" y="136"/>
                      </a:cubicBezTo>
                      <a:cubicBezTo>
                        <a:pt x="276" y="19"/>
                        <a:pt x="276" y="19"/>
                        <a:pt x="276" y="19"/>
                      </a:cubicBezTo>
                      <a:cubicBezTo>
                        <a:pt x="280" y="15"/>
                        <a:pt x="280" y="8"/>
                        <a:pt x="276" y="4"/>
                      </a:cubicBezTo>
                      <a:cubicBezTo>
                        <a:pt x="271" y="0"/>
                        <a:pt x="265" y="0"/>
                        <a:pt x="260" y="4"/>
                      </a:cubicBezTo>
                      <a:cubicBezTo>
                        <a:pt x="151" y="114"/>
                        <a:pt x="151" y="114"/>
                        <a:pt x="151" y="114"/>
                      </a:cubicBezTo>
                      <a:cubicBezTo>
                        <a:pt x="94" y="57"/>
                        <a:pt x="94" y="57"/>
                        <a:pt x="94" y="57"/>
                      </a:cubicBezTo>
                      <a:cubicBezTo>
                        <a:pt x="90" y="53"/>
                        <a:pt x="83" y="53"/>
                        <a:pt x="79" y="57"/>
                      </a:cubicBezTo>
                      <a:cubicBezTo>
                        <a:pt x="4" y="132"/>
                        <a:pt x="4" y="132"/>
                        <a:pt x="4" y="132"/>
                      </a:cubicBezTo>
                      <a:cubicBezTo>
                        <a:pt x="0" y="136"/>
                        <a:pt x="0" y="143"/>
                        <a:pt x="4" y="147"/>
                      </a:cubicBezTo>
                      <a:cubicBezTo>
                        <a:pt x="7" y="149"/>
                        <a:pt x="9" y="150"/>
                        <a:pt x="12" y="1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sp>
              <p:nvSpPr>
                <p:cNvPr id="862" name="Freeform 590">
                  <a:extLst>
                    <a:ext uri="{FF2B5EF4-FFF2-40B4-BE49-F238E27FC236}">
                      <a16:creationId xmlns:a16="http://schemas.microsoft.com/office/drawing/2014/main" id="{7823635A-816D-84E5-9EC5-E80555E8BDE3}"/>
                    </a:ext>
                  </a:extLst>
                </p:cNvPr>
                <p:cNvSpPr>
                  <a:spLocks noEditPoints="1"/>
                </p:cNvSpPr>
                <p:nvPr/>
              </p:nvSpPr>
              <p:spPr bwMode="auto">
                <a:xfrm>
                  <a:off x="2878" y="241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050">
                    <a:latin typeface="Arial" panose="020B0604020202020204" pitchFamily="34" charset="0"/>
                    <a:cs typeface="Arial" panose="020B0604020202020204" pitchFamily="34" charset="0"/>
                  </a:endParaRPr>
                </a:p>
              </p:txBody>
            </p:sp>
          </p:grpSp>
        </p:grpSp>
      </p:grpSp>
      <p:grpSp>
        <p:nvGrpSpPr>
          <p:cNvPr id="881" name="Graphic 4">
            <a:extLst>
              <a:ext uri="{FF2B5EF4-FFF2-40B4-BE49-F238E27FC236}">
                <a16:creationId xmlns:a16="http://schemas.microsoft.com/office/drawing/2014/main" id="{1EE41D3D-778B-43EC-F8FA-C57B17C76C2A}"/>
              </a:ext>
            </a:extLst>
          </p:cNvPr>
          <p:cNvGrpSpPr>
            <a:grpSpLocks noChangeAspect="1"/>
          </p:cNvGrpSpPr>
          <p:nvPr/>
        </p:nvGrpSpPr>
        <p:grpSpPr>
          <a:xfrm>
            <a:off x="1527143" y="1361343"/>
            <a:ext cx="457627" cy="457200"/>
            <a:chOff x="905454" y="1402723"/>
            <a:chExt cx="362309" cy="361971"/>
          </a:xfrm>
          <a:solidFill>
            <a:srgbClr val="43B02A"/>
          </a:solidFill>
        </p:grpSpPr>
        <p:sp>
          <p:nvSpPr>
            <p:cNvPr id="882" name="Graphic 4">
              <a:extLst>
                <a:ext uri="{FF2B5EF4-FFF2-40B4-BE49-F238E27FC236}">
                  <a16:creationId xmlns:a16="http://schemas.microsoft.com/office/drawing/2014/main" id="{DA4B8CC3-6FD3-A719-7DAA-4DA943864ACD}"/>
                </a:ext>
              </a:extLst>
            </p:cNvPr>
            <p:cNvSpPr/>
            <p:nvPr/>
          </p:nvSpPr>
          <p:spPr>
            <a:xfrm>
              <a:off x="1011527" y="1558652"/>
              <a:ext cx="109267" cy="126243"/>
            </a:xfrm>
            <a:custGeom>
              <a:avLst/>
              <a:gdLst>
                <a:gd name="connsiteX0" fmla="*/ 93932 w 109267"/>
                <a:gd name="connsiteY0" fmla="*/ 47720 h 126243"/>
                <a:gd name="connsiteX1" fmla="*/ 93932 w 109267"/>
                <a:gd name="connsiteY1" fmla="*/ 6224 h 126243"/>
                <a:gd name="connsiteX2" fmla="*/ 14058 w 109267"/>
                <a:gd name="connsiteY2" fmla="*/ 6224 h 126243"/>
                <a:gd name="connsiteX3" fmla="*/ 14058 w 109267"/>
                <a:gd name="connsiteY3" fmla="*/ 47720 h 126243"/>
                <a:gd name="connsiteX4" fmla="*/ 14058 w 109267"/>
                <a:gd name="connsiteY4" fmla="*/ 48997 h 126243"/>
                <a:gd name="connsiteX5" fmla="*/ 0 w 109267"/>
                <a:gd name="connsiteY5" fmla="*/ 126243 h 126243"/>
                <a:gd name="connsiteX6" fmla="*/ 109268 w 109267"/>
                <a:gd name="connsiteY6" fmla="*/ 126243 h 126243"/>
                <a:gd name="connsiteX7" fmla="*/ 93932 w 109267"/>
                <a:gd name="connsiteY7" fmla="*/ 48997 h 126243"/>
                <a:gd name="connsiteX8" fmla="*/ 93932 w 109267"/>
                <a:gd name="connsiteY8" fmla="*/ 47720 h 126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67" h="126243">
                  <a:moveTo>
                    <a:pt x="93932" y="47720"/>
                  </a:moveTo>
                  <a:lnTo>
                    <a:pt x="93932" y="6224"/>
                  </a:lnTo>
                  <a:cubicBezTo>
                    <a:pt x="67733" y="-2075"/>
                    <a:pt x="40257" y="-2075"/>
                    <a:pt x="14058" y="6224"/>
                  </a:cubicBezTo>
                  <a:lnTo>
                    <a:pt x="14058" y="47720"/>
                  </a:lnTo>
                  <a:cubicBezTo>
                    <a:pt x="14058" y="48359"/>
                    <a:pt x="14058" y="48359"/>
                    <a:pt x="14058" y="48997"/>
                  </a:cubicBezTo>
                  <a:lnTo>
                    <a:pt x="0" y="126243"/>
                  </a:lnTo>
                  <a:lnTo>
                    <a:pt x="109268" y="126243"/>
                  </a:lnTo>
                  <a:lnTo>
                    <a:pt x="93932" y="48997"/>
                  </a:lnTo>
                  <a:cubicBezTo>
                    <a:pt x="93932" y="48359"/>
                    <a:pt x="93932" y="48359"/>
                    <a:pt x="93932" y="47720"/>
                  </a:cubicBezTo>
                  <a:close/>
                </a:path>
              </a:pathLst>
            </a:custGeom>
            <a:grp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sp>
          <p:nvSpPr>
            <p:cNvPr id="883" name="Graphic 4">
              <a:extLst>
                <a:ext uri="{FF2B5EF4-FFF2-40B4-BE49-F238E27FC236}">
                  <a16:creationId xmlns:a16="http://schemas.microsoft.com/office/drawing/2014/main" id="{913E5B34-0F30-D2FF-4DF2-5F583B2D2A3A}"/>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27482 w 362309"/>
                <a:gd name="connsiteY6" fmla="*/ 292386 h 361971"/>
                <a:gd name="connsiteX7" fmla="*/ 222370 w 362309"/>
                <a:gd name="connsiteY7" fmla="*/ 294940 h 361971"/>
                <a:gd name="connsiteX8" fmla="*/ 97766 w 362309"/>
                <a:gd name="connsiteY8" fmla="*/ 294940 h 361971"/>
                <a:gd name="connsiteX9" fmla="*/ 91376 w 362309"/>
                <a:gd name="connsiteY9" fmla="*/ 288556 h 361971"/>
                <a:gd name="connsiteX10" fmla="*/ 91376 w 362309"/>
                <a:gd name="connsiteY10" fmla="*/ 287279 h 361971"/>
                <a:gd name="connsiteX11" fmla="*/ 106712 w 362309"/>
                <a:gd name="connsiteY11" fmla="*/ 203011 h 361971"/>
                <a:gd name="connsiteX12" fmla="*/ 106712 w 362309"/>
                <a:gd name="connsiteY12" fmla="*/ 157046 h 361971"/>
                <a:gd name="connsiteX13" fmla="*/ 111185 w 362309"/>
                <a:gd name="connsiteY13" fmla="*/ 150662 h 361971"/>
                <a:gd name="connsiteX14" fmla="*/ 207673 w 362309"/>
                <a:gd name="connsiteY14" fmla="*/ 150662 h 361971"/>
                <a:gd name="connsiteX15" fmla="*/ 212146 w 362309"/>
                <a:gd name="connsiteY15" fmla="*/ 157046 h 361971"/>
                <a:gd name="connsiteX16" fmla="*/ 212146 w 362309"/>
                <a:gd name="connsiteY16" fmla="*/ 202372 h 361971"/>
                <a:gd name="connsiteX17" fmla="*/ 228760 w 362309"/>
                <a:gd name="connsiteY17" fmla="*/ 286641 h 361971"/>
                <a:gd name="connsiteX18" fmla="*/ 227482 w 362309"/>
                <a:gd name="connsiteY18" fmla="*/ 292386 h 361971"/>
                <a:gd name="connsiteX19" fmla="*/ 227482 w 362309"/>
                <a:gd name="connsiteY19" fmla="*/ 292386 h 361971"/>
                <a:gd name="connsiteX20" fmla="*/ 244735 w 362309"/>
                <a:gd name="connsiteY20" fmla="*/ 148747 h 361971"/>
                <a:gd name="connsiteX21" fmla="*/ 237067 w 362309"/>
                <a:gd name="connsiteY21" fmla="*/ 148747 h 361971"/>
                <a:gd name="connsiteX22" fmla="*/ 230677 w 362309"/>
                <a:gd name="connsiteY22" fmla="*/ 142363 h 361971"/>
                <a:gd name="connsiteX23" fmla="*/ 237067 w 362309"/>
                <a:gd name="connsiteY23" fmla="*/ 135979 h 361971"/>
                <a:gd name="connsiteX24" fmla="*/ 244735 w 362309"/>
                <a:gd name="connsiteY24" fmla="*/ 135979 h 361971"/>
                <a:gd name="connsiteX25" fmla="*/ 257514 w 362309"/>
                <a:gd name="connsiteY25" fmla="*/ 123211 h 361971"/>
                <a:gd name="connsiteX26" fmla="*/ 244735 w 362309"/>
                <a:gd name="connsiteY26" fmla="*/ 110443 h 361971"/>
                <a:gd name="connsiteX27" fmla="*/ 238345 w 362309"/>
                <a:gd name="connsiteY27" fmla="*/ 104059 h 361971"/>
                <a:gd name="connsiteX28" fmla="*/ 214063 w 362309"/>
                <a:gd name="connsiteY28" fmla="*/ 79161 h 361971"/>
                <a:gd name="connsiteX29" fmla="*/ 189781 w 362309"/>
                <a:gd name="connsiteY29" fmla="*/ 98952 h 361971"/>
                <a:gd name="connsiteX30" fmla="*/ 182113 w 362309"/>
                <a:gd name="connsiteY30" fmla="*/ 104059 h 361971"/>
                <a:gd name="connsiteX31" fmla="*/ 180835 w 362309"/>
                <a:gd name="connsiteY31" fmla="*/ 104059 h 361971"/>
                <a:gd name="connsiteX32" fmla="*/ 159110 w 362309"/>
                <a:gd name="connsiteY32" fmla="*/ 113635 h 361971"/>
                <a:gd name="connsiteX33" fmla="*/ 157831 w 362309"/>
                <a:gd name="connsiteY33" fmla="*/ 119380 h 361971"/>
                <a:gd name="connsiteX34" fmla="*/ 151441 w 362309"/>
                <a:gd name="connsiteY34" fmla="*/ 125764 h 361971"/>
                <a:gd name="connsiteX35" fmla="*/ 145052 w 362309"/>
                <a:gd name="connsiteY35" fmla="*/ 119380 h 361971"/>
                <a:gd name="connsiteX36" fmla="*/ 174445 w 362309"/>
                <a:gd name="connsiteY36" fmla="*/ 90014 h 361971"/>
                <a:gd name="connsiteX37" fmla="*/ 178279 w 362309"/>
                <a:gd name="connsiteY37" fmla="*/ 90653 h 361971"/>
                <a:gd name="connsiteX38" fmla="*/ 226843 w 362309"/>
                <a:gd name="connsiteY38" fmla="*/ 69585 h 361971"/>
                <a:gd name="connsiteX39" fmla="*/ 249847 w 362309"/>
                <a:gd name="connsiteY39" fmla="*/ 98313 h 361971"/>
                <a:gd name="connsiteX40" fmla="*/ 270294 w 362309"/>
                <a:gd name="connsiteY40" fmla="*/ 127680 h 361971"/>
                <a:gd name="connsiteX41" fmla="*/ 244735 w 362309"/>
                <a:gd name="connsiteY41" fmla="*/ 148747 h 361971"/>
                <a:gd name="connsiteX42" fmla="*/ 244735 w 362309"/>
                <a:gd name="connsiteY42" fmla="*/ 14874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27482" y="292386"/>
                  </a:moveTo>
                  <a:cubicBezTo>
                    <a:pt x="226204" y="293663"/>
                    <a:pt x="224287" y="294940"/>
                    <a:pt x="222370" y="294940"/>
                  </a:cubicBezTo>
                  <a:lnTo>
                    <a:pt x="97766" y="294940"/>
                  </a:lnTo>
                  <a:cubicBezTo>
                    <a:pt x="93932" y="294940"/>
                    <a:pt x="91376" y="292386"/>
                    <a:pt x="91376" y="288556"/>
                  </a:cubicBezTo>
                  <a:cubicBezTo>
                    <a:pt x="91376" y="287918"/>
                    <a:pt x="91376" y="287918"/>
                    <a:pt x="91376" y="287279"/>
                  </a:cubicBezTo>
                  <a:lnTo>
                    <a:pt x="106712" y="203011"/>
                  </a:lnTo>
                  <a:lnTo>
                    <a:pt x="106712" y="157046"/>
                  </a:lnTo>
                  <a:cubicBezTo>
                    <a:pt x="106712" y="153854"/>
                    <a:pt x="108629" y="151300"/>
                    <a:pt x="111185" y="150662"/>
                  </a:cubicBezTo>
                  <a:cubicBezTo>
                    <a:pt x="142496" y="139809"/>
                    <a:pt x="176362" y="139809"/>
                    <a:pt x="207673" y="150662"/>
                  </a:cubicBezTo>
                  <a:cubicBezTo>
                    <a:pt x="210229" y="151300"/>
                    <a:pt x="212146" y="153854"/>
                    <a:pt x="212146" y="157046"/>
                  </a:cubicBezTo>
                  <a:lnTo>
                    <a:pt x="212146" y="202372"/>
                  </a:lnTo>
                  <a:lnTo>
                    <a:pt x="228760" y="286641"/>
                  </a:lnTo>
                  <a:cubicBezTo>
                    <a:pt x="229399" y="289194"/>
                    <a:pt x="228760" y="291110"/>
                    <a:pt x="227482" y="292386"/>
                  </a:cubicBezTo>
                  <a:lnTo>
                    <a:pt x="227482" y="292386"/>
                  </a:lnTo>
                  <a:close/>
                  <a:moveTo>
                    <a:pt x="244735" y="148747"/>
                  </a:moveTo>
                  <a:lnTo>
                    <a:pt x="237067" y="148747"/>
                  </a:lnTo>
                  <a:cubicBezTo>
                    <a:pt x="233233" y="148747"/>
                    <a:pt x="230677" y="146193"/>
                    <a:pt x="230677" y="142363"/>
                  </a:cubicBezTo>
                  <a:cubicBezTo>
                    <a:pt x="230677" y="138532"/>
                    <a:pt x="233233" y="135979"/>
                    <a:pt x="237067" y="135979"/>
                  </a:cubicBezTo>
                  <a:lnTo>
                    <a:pt x="244735" y="135979"/>
                  </a:lnTo>
                  <a:cubicBezTo>
                    <a:pt x="251764" y="135979"/>
                    <a:pt x="257514" y="130233"/>
                    <a:pt x="257514" y="123211"/>
                  </a:cubicBezTo>
                  <a:cubicBezTo>
                    <a:pt x="257514" y="116188"/>
                    <a:pt x="251764" y="110443"/>
                    <a:pt x="244735" y="110443"/>
                  </a:cubicBezTo>
                  <a:cubicBezTo>
                    <a:pt x="240901" y="110443"/>
                    <a:pt x="238345" y="107889"/>
                    <a:pt x="238345" y="104059"/>
                  </a:cubicBezTo>
                  <a:cubicBezTo>
                    <a:pt x="238345" y="90653"/>
                    <a:pt x="227482" y="79800"/>
                    <a:pt x="214063" y="79161"/>
                  </a:cubicBezTo>
                  <a:cubicBezTo>
                    <a:pt x="202561" y="79161"/>
                    <a:pt x="192337" y="87461"/>
                    <a:pt x="189781" y="98952"/>
                  </a:cubicBezTo>
                  <a:cubicBezTo>
                    <a:pt x="189142" y="102144"/>
                    <a:pt x="185947" y="104697"/>
                    <a:pt x="182113" y="104059"/>
                  </a:cubicBezTo>
                  <a:cubicBezTo>
                    <a:pt x="181474" y="104059"/>
                    <a:pt x="181474" y="104059"/>
                    <a:pt x="180835" y="104059"/>
                  </a:cubicBezTo>
                  <a:cubicBezTo>
                    <a:pt x="172528" y="100867"/>
                    <a:pt x="162304" y="104697"/>
                    <a:pt x="159110" y="113635"/>
                  </a:cubicBezTo>
                  <a:cubicBezTo>
                    <a:pt x="158470" y="115550"/>
                    <a:pt x="157831" y="117465"/>
                    <a:pt x="157831" y="119380"/>
                  </a:cubicBezTo>
                  <a:cubicBezTo>
                    <a:pt x="157831" y="123211"/>
                    <a:pt x="155275" y="125764"/>
                    <a:pt x="151441" y="125764"/>
                  </a:cubicBezTo>
                  <a:cubicBezTo>
                    <a:pt x="147608" y="125764"/>
                    <a:pt x="145052" y="123211"/>
                    <a:pt x="145052" y="119380"/>
                  </a:cubicBezTo>
                  <a:cubicBezTo>
                    <a:pt x="145052" y="102782"/>
                    <a:pt x="158470" y="90014"/>
                    <a:pt x="174445" y="90014"/>
                  </a:cubicBezTo>
                  <a:cubicBezTo>
                    <a:pt x="175723" y="90014"/>
                    <a:pt x="177001" y="90014"/>
                    <a:pt x="178279" y="90653"/>
                  </a:cubicBezTo>
                  <a:cubicBezTo>
                    <a:pt x="185947" y="71501"/>
                    <a:pt x="207673" y="61925"/>
                    <a:pt x="226843" y="69585"/>
                  </a:cubicBezTo>
                  <a:cubicBezTo>
                    <a:pt x="238984" y="74693"/>
                    <a:pt x="247930" y="85545"/>
                    <a:pt x="249847" y="98313"/>
                  </a:cubicBezTo>
                  <a:cubicBezTo>
                    <a:pt x="263904" y="100867"/>
                    <a:pt x="272850" y="114273"/>
                    <a:pt x="270294" y="127680"/>
                  </a:cubicBezTo>
                  <a:cubicBezTo>
                    <a:pt x="269016" y="140448"/>
                    <a:pt x="257514" y="149385"/>
                    <a:pt x="244735" y="148747"/>
                  </a:cubicBezTo>
                  <a:lnTo>
                    <a:pt x="244735" y="148747"/>
                  </a:lnTo>
                  <a:close/>
                </a:path>
              </a:pathLst>
            </a:custGeom>
            <a:grp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grpSp>
      <p:sp>
        <p:nvSpPr>
          <p:cNvPr id="884" name="Graphic 4">
            <a:extLst>
              <a:ext uri="{FF2B5EF4-FFF2-40B4-BE49-F238E27FC236}">
                <a16:creationId xmlns:a16="http://schemas.microsoft.com/office/drawing/2014/main" id="{A6F9EC7B-EEC0-CAAB-20CD-2D095EFB3738}"/>
              </a:ext>
            </a:extLst>
          </p:cNvPr>
          <p:cNvSpPr/>
          <p:nvPr/>
        </p:nvSpPr>
        <p:spPr>
          <a:xfrm>
            <a:off x="4350512" y="1361343"/>
            <a:ext cx="457200" cy="457200"/>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286269 w 362309"/>
              <a:gd name="connsiteY6" fmla="*/ 194711 h 361971"/>
              <a:gd name="connsiteX7" fmla="*/ 279879 w 362309"/>
              <a:gd name="connsiteY7" fmla="*/ 201095 h 361971"/>
              <a:gd name="connsiteX8" fmla="*/ 273489 w 362309"/>
              <a:gd name="connsiteY8" fmla="*/ 194711 h 361971"/>
              <a:gd name="connsiteX9" fmla="*/ 273489 w 362309"/>
              <a:gd name="connsiteY9" fmla="*/ 185774 h 361971"/>
              <a:gd name="connsiteX10" fmla="*/ 248569 w 362309"/>
              <a:gd name="connsiteY10" fmla="*/ 185774 h 361971"/>
              <a:gd name="connsiteX11" fmla="*/ 248569 w 362309"/>
              <a:gd name="connsiteY11" fmla="*/ 194711 h 361971"/>
              <a:gd name="connsiteX12" fmla="*/ 242179 w 362309"/>
              <a:gd name="connsiteY12" fmla="*/ 201095 h 361971"/>
              <a:gd name="connsiteX13" fmla="*/ 235789 w 362309"/>
              <a:gd name="connsiteY13" fmla="*/ 194711 h 361971"/>
              <a:gd name="connsiteX14" fmla="*/ 235789 w 362309"/>
              <a:gd name="connsiteY14" fmla="*/ 185774 h 361971"/>
              <a:gd name="connsiteX15" fmla="*/ 214063 w 362309"/>
              <a:gd name="connsiteY15" fmla="*/ 185774 h 361971"/>
              <a:gd name="connsiteX16" fmla="*/ 214063 w 362309"/>
              <a:gd name="connsiteY16" fmla="*/ 187689 h 361971"/>
              <a:gd name="connsiteX17" fmla="*/ 233872 w 362309"/>
              <a:gd name="connsiteY17" fmla="*/ 282172 h 361971"/>
              <a:gd name="connsiteX18" fmla="*/ 249208 w 362309"/>
              <a:gd name="connsiteY18" fmla="*/ 282172 h 361971"/>
              <a:gd name="connsiteX19" fmla="*/ 255597 w 362309"/>
              <a:gd name="connsiteY19" fmla="*/ 288556 h 361971"/>
              <a:gd name="connsiteX20" fmla="*/ 249208 w 362309"/>
              <a:gd name="connsiteY20" fmla="*/ 294940 h 361971"/>
              <a:gd name="connsiteX21" fmla="*/ 112463 w 362309"/>
              <a:gd name="connsiteY21" fmla="*/ 294940 h 361971"/>
              <a:gd name="connsiteX22" fmla="*/ 106073 w 362309"/>
              <a:gd name="connsiteY22" fmla="*/ 288556 h 361971"/>
              <a:gd name="connsiteX23" fmla="*/ 112463 w 362309"/>
              <a:gd name="connsiteY23" fmla="*/ 282172 h 361971"/>
              <a:gd name="connsiteX24" fmla="*/ 127799 w 362309"/>
              <a:gd name="connsiteY24" fmla="*/ 282172 h 361971"/>
              <a:gd name="connsiteX25" fmla="*/ 148247 w 362309"/>
              <a:gd name="connsiteY25" fmla="*/ 185135 h 361971"/>
              <a:gd name="connsiteX26" fmla="*/ 127799 w 362309"/>
              <a:gd name="connsiteY26" fmla="*/ 185135 h 361971"/>
              <a:gd name="connsiteX27" fmla="*/ 127799 w 362309"/>
              <a:gd name="connsiteY27" fmla="*/ 194073 h 361971"/>
              <a:gd name="connsiteX28" fmla="*/ 121409 w 362309"/>
              <a:gd name="connsiteY28" fmla="*/ 200457 h 361971"/>
              <a:gd name="connsiteX29" fmla="*/ 115019 w 362309"/>
              <a:gd name="connsiteY29" fmla="*/ 194073 h 361971"/>
              <a:gd name="connsiteX30" fmla="*/ 115019 w 362309"/>
              <a:gd name="connsiteY30" fmla="*/ 185135 h 361971"/>
              <a:gd name="connsiteX31" fmla="*/ 88820 w 362309"/>
              <a:gd name="connsiteY31" fmla="*/ 185135 h 361971"/>
              <a:gd name="connsiteX32" fmla="*/ 88820 w 362309"/>
              <a:gd name="connsiteY32" fmla="*/ 194073 h 361971"/>
              <a:gd name="connsiteX33" fmla="*/ 82430 w 362309"/>
              <a:gd name="connsiteY33" fmla="*/ 200457 h 361971"/>
              <a:gd name="connsiteX34" fmla="*/ 76040 w 362309"/>
              <a:gd name="connsiteY34" fmla="*/ 194073 h 361971"/>
              <a:gd name="connsiteX35" fmla="*/ 76040 w 362309"/>
              <a:gd name="connsiteY35" fmla="*/ 178752 h 361971"/>
              <a:gd name="connsiteX36" fmla="*/ 76040 w 362309"/>
              <a:gd name="connsiteY36" fmla="*/ 178752 h 361971"/>
              <a:gd name="connsiteX37" fmla="*/ 76040 w 362309"/>
              <a:gd name="connsiteY37" fmla="*/ 178113 h 361971"/>
              <a:gd name="connsiteX38" fmla="*/ 76040 w 362309"/>
              <a:gd name="connsiteY38" fmla="*/ 177475 h 361971"/>
              <a:gd name="connsiteX39" fmla="*/ 76040 w 362309"/>
              <a:gd name="connsiteY39" fmla="*/ 175560 h 361971"/>
              <a:gd name="connsiteX40" fmla="*/ 76679 w 362309"/>
              <a:gd name="connsiteY40" fmla="*/ 174921 h 361971"/>
              <a:gd name="connsiteX41" fmla="*/ 77318 w 362309"/>
              <a:gd name="connsiteY41" fmla="*/ 173644 h 361971"/>
              <a:gd name="connsiteX42" fmla="*/ 77957 w 362309"/>
              <a:gd name="connsiteY42" fmla="*/ 173006 h 361971"/>
              <a:gd name="connsiteX43" fmla="*/ 78596 w 362309"/>
              <a:gd name="connsiteY43" fmla="*/ 172368 h 361971"/>
              <a:gd name="connsiteX44" fmla="*/ 157831 w 362309"/>
              <a:gd name="connsiteY44" fmla="*/ 133425 h 361971"/>
              <a:gd name="connsiteX45" fmla="*/ 159110 w 362309"/>
              <a:gd name="connsiteY45" fmla="*/ 127041 h 361971"/>
              <a:gd name="connsiteX46" fmla="*/ 113102 w 362309"/>
              <a:gd name="connsiteY46" fmla="*/ 127041 h 361971"/>
              <a:gd name="connsiteX47" fmla="*/ 113102 w 362309"/>
              <a:gd name="connsiteY47" fmla="*/ 132148 h 361971"/>
              <a:gd name="connsiteX48" fmla="*/ 106712 w 362309"/>
              <a:gd name="connsiteY48" fmla="*/ 138532 h 361971"/>
              <a:gd name="connsiteX49" fmla="*/ 100322 w 362309"/>
              <a:gd name="connsiteY49" fmla="*/ 132148 h 361971"/>
              <a:gd name="connsiteX50" fmla="*/ 100322 w 362309"/>
              <a:gd name="connsiteY50" fmla="*/ 120657 h 361971"/>
              <a:gd name="connsiteX51" fmla="*/ 100322 w 362309"/>
              <a:gd name="connsiteY51" fmla="*/ 120019 h 361971"/>
              <a:gd name="connsiteX52" fmla="*/ 100961 w 362309"/>
              <a:gd name="connsiteY52" fmla="*/ 118742 h 361971"/>
              <a:gd name="connsiteX53" fmla="*/ 101600 w 362309"/>
              <a:gd name="connsiteY53" fmla="*/ 118104 h 361971"/>
              <a:gd name="connsiteX54" fmla="*/ 102239 w 362309"/>
              <a:gd name="connsiteY54" fmla="*/ 116827 h 361971"/>
              <a:gd name="connsiteX55" fmla="*/ 103517 w 362309"/>
              <a:gd name="connsiteY55" fmla="*/ 116188 h 361971"/>
              <a:gd name="connsiteX56" fmla="*/ 104156 w 362309"/>
              <a:gd name="connsiteY56" fmla="*/ 115550 h 361971"/>
              <a:gd name="connsiteX57" fmla="*/ 168694 w 362309"/>
              <a:gd name="connsiteY57" fmla="*/ 84269 h 361971"/>
              <a:gd name="connsiteX58" fmla="*/ 174445 w 362309"/>
              <a:gd name="connsiteY58" fmla="*/ 57456 h 361971"/>
              <a:gd name="connsiteX59" fmla="*/ 179557 w 362309"/>
              <a:gd name="connsiteY59" fmla="*/ 51710 h 361971"/>
              <a:gd name="connsiteX60" fmla="*/ 184030 w 362309"/>
              <a:gd name="connsiteY60" fmla="*/ 52349 h 361971"/>
              <a:gd name="connsiteX61" fmla="*/ 187864 w 362309"/>
              <a:gd name="connsiteY61" fmla="*/ 58094 h 361971"/>
              <a:gd name="connsiteX62" fmla="*/ 193615 w 362309"/>
              <a:gd name="connsiteY62" fmla="*/ 84269 h 361971"/>
              <a:gd name="connsiteX63" fmla="*/ 257514 w 362309"/>
              <a:gd name="connsiteY63" fmla="*/ 115550 h 361971"/>
              <a:gd name="connsiteX64" fmla="*/ 257514 w 362309"/>
              <a:gd name="connsiteY64" fmla="*/ 115550 h 361971"/>
              <a:gd name="connsiteX65" fmla="*/ 258154 w 362309"/>
              <a:gd name="connsiteY65" fmla="*/ 115550 h 361971"/>
              <a:gd name="connsiteX66" fmla="*/ 258792 w 362309"/>
              <a:gd name="connsiteY66" fmla="*/ 116188 h 361971"/>
              <a:gd name="connsiteX67" fmla="*/ 260070 w 362309"/>
              <a:gd name="connsiteY67" fmla="*/ 117465 h 361971"/>
              <a:gd name="connsiteX68" fmla="*/ 260709 w 362309"/>
              <a:gd name="connsiteY68" fmla="*/ 118104 h 361971"/>
              <a:gd name="connsiteX69" fmla="*/ 261348 w 362309"/>
              <a:gd name="connsiteY69" fmla="*/ 119380 h 361971"/>
              <a:gd name="connsiteX70" fmla="*/ 261348 w 362309"/>
              <a:gd name="connsiteY70" fmla="*/ 120657 h 361971"/>
              <a:gd name="connsiteX71" fmla="*/ 261348 w 362309"/>
              <a:gd name="connsiteY71" fmla="*/ 121934 h 361971"/>
              <a:gd name="connsiteX72" fmla="*/ 261348 w 362309"/>
              <a:gd name="connsiteY72" fmla="*/ 133425 h 361971"/>
              <a:gd name="connsiteX73" fmla="*/ 254959 w 362309"/>
              <a:gd name="connsiteY73" fmla="*/ 139809 h 361971"/>
              <a:gd name="connsiteX74" fmla="*/ 248569 w 362309"/>
              <a:gd name="connsiteY74" fmla="*/ 133425 h 361971"/>
              <a:gd name="connsiteX75" fmla="*/ 248569 w 362309"/>
              <a:gd name="connsiteY75" fmla="*/ 128318 h 361971"/>
              <a:gd name="connsiteX76" fmla="*/ 202561 w 362309"/>
              <a:gd name="connsiteY76" fmla="*/ 128318 h 361971"/>
              <a:gd name="connsiteX77" fmla="*/ 203839 w 362309"/>
              <a:gd name="connsiteY77" fmla="*/ 134702 h 361971"/>
              <a:gd name="connsiteX78" fmla="*/ 283074 w 362309"/>
              <a:gd name="connsiteY78" fmla="*/ 173644 h 361971"/>
              <a:gd name="connsiteX79" fmla="*/ 283713 w 362309"/>
              <a:gd name="connsiteY79" fmla="*/ 174283 h 361971"/>
              <a:gd name="connsiteX80" fmla="*/ 284991 w 362309"/>
              <a:gd name="connsiteY80" fmla="*/ 174921 h 361971"/>
              <a:gd name="connsiteX81" fmla="*/ 285630 w 362309"/>
              <a:gd name="connsiteY81" fmla="*/ 175560 h 361971"/>
              <a:gd name="connsiteX82" fmla="*/ 286269 w 362309"/>
              <a:gd name="connsiteY82" fmla="*/ 176836 h 361971"/>
              <a:gd name="connsiteX83" fmla="*/ 286908 w 362309"/>
              <a:gd name="connsiteY83" fmla="*/ 179390 h 361971"/>
              <a:gd name="connsiteX84" fmla="*/ 286269 w 362309"/>
              <a:gd name="connsiteY84" fmla="*/ 1947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1157" y="0"/>
                  <a:pt x="180835" y="0"/>
                </a:cubicBezTo>
                <a:cubicBezTo>
                  <a:pt x="180835" y="0"/>
                  <a:pt x="180835" y="0"/>
                  <a:pt x="180835" y="0"/>
                </a:cubicBezTo>
                <a:close/>
                <a:moveTo>
                  <a:pt x="286269" y="194711"/>
                </a:moveTo>
                <a:cubicBezTo>
                  <a:pt x="286269" y="198542"/>
                  <a:pt x="283713" y="201095"/>
                  <a:pt x="279879" y="201095"/>
                </a:cubicBezTo>
                <a:cubicBezTo>
                  <a:pt x="276045" y="201095"/>
                  <a:pt x="273489" y="198542"/>
                  <a:pt x="273489" y="194711"/>
                </a:cubicBezTo>
                <a:lnTo>
                  <a:pt x="273489" y="185774"/>
                </a:lnTo>
                <a:lnTo>
                  <a:pt x="248569" y="185774"/>
                </a:lnTo>
                <a:lnTo>
                  <a:pt x="248569" y="194711"/>
                </a:lnTo>
                <a:cubicBezTo>
                  <a:pt x="248569" y="198542"/>
                  <a:pt x="246013" y="201095"/>
                  <a:pt x="242179" y="201095"/>
                </a:cubicBezTo>
                <a:cubicBezTo>
                  <a:pt x="238345" y="201095"/>
                  <a:pt x="235789" y="198542"/>
                  <a:pt x="235789" y="194711"/>
                </a:cubicBezTo>
                <a:lnTo>
                  <a:pt x="235789" y="185774"/>
                </a:lnTo>
                <a:lnTo>
                  <a:pt x="214063" y="185774"/>
                </a:lnTo>
                <a:cubicBezTo>
                  <a:pt x="214063" y="186412"/>
                  <a:pt x="214063" y="187051"/>
                  <a:pt x="214063" y="187689"/>
                </a:cubicBezTo>
                <a:lnTo>
                  <a:pt x="233872" y="282172"/>
                </a:lnTo>
                <a:lnTo>
                  <a:pt x="249208" y="282172"/>
                </a:lnTo>
                <a:cubicBezTo>
                  <a:pt x="253042" y="282172"/>
                  <a:pt x="255597" y="284726"/>
                  <a:pt x="255597" y="288556"/>
                </a:cubicBezTo>
                <a:cubicBezTo>
                  <a:pt x="255597" y="292386"/>
                  <a:pt x="253042" y="294940"/>
                  <a:pt x="249208" y="294940"/>
                </a:cubicBezTo>
                <a:lnTo>
                  <a:pt x="112463" y="294940"/>
                </a:lnTo>
                <a:cubicBezTo>
                  <a:pt x="108629" y="294940"/>
                  <a:pt x="106073" y="292386"/>
                  <a:pt x="106073" y="288556"/>
                </a:cubicBezTo>
                <a:cubicBezTo>
                  <a:pt x="106073" y="284726"/>
                  <a:pt x="108629" y="282172"/>
                  <a:pt x="112463" y="282172"/>
                </a:cubicBezTo>
                <a:lnTo>
                  <a:pt x="127799" y="282172"/>
                </a:lnTo>
                <a:lnTo>
                  <a:pt x="148247" y="185135"/>
                </a:lnTo>
                <a:lnTo>
                  <a:pt x="127799" y="185135"/>
                </a:lnTo>
                <a:lnTo>
                  <a:pt x="127799" y="194073"/>
                </a:lnTo>
                <a:cubicBezTo>
                  <a:pt x="127799" y="197903"/>
                  <a:pt x="125243" y="200457"/>
                  <a:pt x="121409" y="200457"/>
                </a:cubicBezTo>
                <a:cubicBezTo>
                  <a:pt x="117575" y="200457"/>
                  <a:pt x="115019" y="197903"/>
                  <a:pt x="115019" y="194073"/>
                </a:cubicBezTo>
                <a:lnTo>
                  <a:pt x="115019" y="185135"/>
                </a:lnTo>
                <a:lnTo>
                  <a:pt x="88820" y="185135"/>
                </a:lnTo>
                <a:lnTo>
                  <a:pt x="88820" y="194073"/>
                </a:lnTo>
                <a:cubicBezTo>
                  <a:pt x="88820" y="197903"/>
                  <a:pt x="86264" y="200457"/>
                  <a:pt x="82430" y="200457"/>
                </a:cubicBezTo>
                <a:cubicBezTo>
                  <a:pt x="78596" y="200457"/>
                  <a:pt x="76040" y="197903"/>
                  <a:pt x="76040" y="194073"/>
                </a:cubicBezTo>
                <a:lnTo>
                  <a:pt x="76040" y="178752"/>
                </a:lnTo>
                <a:lnTo>
                  <a:pt x="76040" y="178752"/>
                </a:lnTo>
                <a:lnTo>
                  <a:pt x="76040" y="178113"/>
                </a:lnTo>
                <a:cubicBezTo>
                  <a:pt x="76040" y="178113"/>
                  <a:pt x="76040" y="177475"/>
                  <a:pt x="76040" y="177475"/>
                </a:cubicBezTo>
                <a:cubicBezTo>
                  <a:pt x="76040" y="176836"/>
                  <a:pt x="76040" y="176198"/>
                  <a:pt x="76040" y="175560"/>
                </a:cubicBezTo>
                <a:cubicBezTo>
                  <a:pt x="76040" y="175560"/>
                  <a:pt x="76040" y="174921"/>
                  <a:pt x="76679" y="174921"/>
                </a:cubicBezTo>
                <a:cubicBezTo>
                  <a:pt x="76679" y="174283"/>
                  <a:pt x="77318" y="174283"/>
                  <a:pt x="77318" y="173644"/>
                </a:cubicBezTo>
                <a:lnTo>
                  <a:pt x="77957" y="173006"/>
                </a:lnTo>
                <a:cubicBezTo>
                  <a:pt x="77957" y="173006"/>
                  <a:pt x="78596" y="172368"/>
                  <a:pt x="78596" y="172368"/>
                </a:cubicBezTo>
                <a:lnTo>
                  <a:pt x="157831" y="133425"/>
                </a:lnTo>
                <a:lnTo>
                  <a:pt x="159110" y="127041"/>
                </a:lnTo>
                <a:lnTo>
                  <a:pt x="113102" y="127041"/>
                </a:lnTo>
                <a:lnTo>
                  <a:pt x="113102" y="132148"/>
                </a:lnTo>
                <a:cubicBezTo>
                  <a:pt x="113102" y="135979"/>
                  <a:pt x="110546" y="138532"/>
                  <a:pt x="106712" y="138532"/>
                </a:cubicBezTo>
                <a:cubicBezTo>
                  <a:pt x="102878" y="138532"/>
                  <a:pt x="100322" y="135979"/>
                  <a:pt x="100322" y="132148"/>
                </a:cubicBezTo>
                <a:lnTo>
                  <a:pt x="100322" y="120657"/>
                </a:lnTo>
                <a:cubicBezTo>
                  <a:pt x="100322" y="120657"/>
                  <a:pt x="100322" y="120019"/>
                  <a:pt x="100322" y="120019"/>
                </a:cubicBezTo>
                <a:cubicBezTo>
                  <a:pt x="100322" y="119380"/>
                  <a:pt x="100322" y="118742"/>
                  <a:pt x="100961" y="118742"/>
                </a:cubicBezTo>
                <a:cubicBezTo>
                  <a:pt x="100961" y="118104"/>
                  <a:pt x="100961" y="118104"/>
                  <a:pt x="101600" y="118104"/>
                </a:cubicBezTo>
                <a:cubicBezTo>
                  <a:pt x="101600" y="117465"/>
                  <a:pt x="102239" y="117465"/>
                  <a:pt x="102239" y="116827"/>
                </a:cubicBezTo>
                <a:cubicBezTo>
                  <a:pt x="102878" y="116188"/>
                  <a:pt x="102878" y="116188"/>
                  <a:pt x="103517" y="116188"/>
                </a:cubicBezTo>
                <a:lnTo>
                  <a:pt x="104156" y="115550"/>
                </a:lnTo>
                <a:lnTo>
                  <a:pt x="168694" y="84269"/>
                </a:lnTo>
                <a:lnTo>
                  <a:pt x="174445" y="57456"/>
                </a:lnTo>
                <a:cubicBezTo>
                  <a:pt x="174445" y="54902"/>
                  <a:pt x="176362" y="52349"/>
                  <a:pt x="179557" y="51710"/>
                </a:cubicBezTo>
                <a:cubicBezTo>
                  <a:pt x="180835" y="51072"/>
                  <a:pt x="182752" y="51710"/>
                  <a:pt x="184030" y="52349"/>
                </a:cubicBezTo>
                <a:cubicBezTo>
                  <a:pt x="185947" y="53626"/>
                  <a:pt x="187864" y="55541"/>
                  <a:pt x="187864" y="58094"/>
                </a:cubicBezTo>
                <a:lnTo>
                  <a:pt x="193615" y="84269"/>
                </a:lnTo>
                <a:lnTo>
                  <a:pt x="257514" y="115550"/>
                </a:lnTo>
                <a:lnTo>
                  <a:pt x="257514" y="115550"/>
                </a:lnTo>
                <a:lnTo>
                  <a:pt x="258154" y="115550"/>
                </a:lnTo>
                <a:cubicBezTo>
                  <a:pt x="258154" y="115550"/>
                  <a:pt x="258154" y="115550"/>
                  <a:pt x="258792" y="116188"/>
                </a:cubicBezTo>
                <a:cubicBezTo>
                  <a:pt x="259431" y="116188"/>
                  <a:pt x="259431" y="116827"/>
                  <a:pt x="260070" y="117465"/>
                </a:cubicBezTo>
                <a:cubicBezTo>
                  <a:pt x="260070" y="117465"/>
                  <a:pt x="260709" y="118104"/>
                  <a:pt x="260709" y="118104"/>
                </a:cubicBezTo>
                <a:cubicBezTo>
                  <a:pt x="260709" y="118742"/>
                  <a:pt x="261348" y="118742"/>
                  <a:pt x="261348" y="119380"/>
                </a:cubicBezTo>
                <a:cubicBezTo>
                  <a:pt x="261348" y="120019"/>
                  <a:pt x="261348" y="120019"/>
                  <a:pt x="261348" y="120657"/>
                </a:cubicBezTo>
                <a:cubicBezTo>
                  <a:pt x="261348" y="121296"/>
                  <a:pt x="261348" y="121296"/>
                  <a:pt x="261348" y="121934"/>
                </a:cubicBezTo>
                <a:lnTo>
                  <a:pt x="261348" y="133425"/>
                </a:lnTo>
                <a:cubicBezTo>
                  <a:pt x="261348" y="137256"/>
                  <a:pt x="258792" y="139809"/>
                  <a:pt x="254959" y="139809"/>
                </a:cubicBezTo>
                <a:cubicBezTo>
                  <a:pt x="251125" y="139809"/>
                  <a:pt x="248569" y="137256"/>
                  <a:pt x="248569" y="133425"/>
                </a:cubicBezTo>
                <a:lnTo>
                  <a:pt x="248569" y="128318"/>
                </a:lnTo>
                <a:lnTo>
                  <a:pt x="202561" y="128318"/>
                </a:lnTo>
                <a:lnTo>
                  <a:pt x="203839" y="134702"/>
                </a:lnTo>
                <a:lnTo>
                  <a:pt x="283074" y="173644"/>
                </a:lnTo>
                <a:cubicBezTo>
                  <a:pt x="283074" y="173644"/>
                  <a:pt x="283713" y="174283"/>
                  <a:pt x="283713" y="174283"/>
                </a:cubicBezTo>
                <a:cubicBezTo>
                  <a:pt x="284352" y="174283"/>
                  <a:pt x="284352" y="174921"/>
                  <a:pt x="284991" y="174921"/>
                </a:cubicBezTo>
                <a:cubicBezTo>
                  <a:pt x="284991" y="174921"/>
                  <a:pt x="285630" y="175560"/>
                  <a:pt x="285630" y="175560"/>
                </a:cubicBezTo>
                <a:cubicBezTo>
                  <a:pt x="285630" y="176198"/>
                  <a:pt x="286269" y="176198"/>
                  <a:pt x="286269" y="176836"/>
                </a:cubicBezTo>
                <a:cubicBezTo>
                  <a:pt x="286269" y="177475"/>
                  <a:pt x="286269" y="178113"/>
                  <a:pt x="286908" y="179390"/>
                </a:cubicBezTo>
                <a:lnTo>
                  <a:pt x="286269" y="194711"/>
                </a:lnTo>
                <a:close/>
              </a:path>
            </a:pathLst>
          </a:custGeom>
          <a:solidFill>
            <a:srgbClr val="43B02A"/>
          </a:solid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grpSp>
        <p:nvGrpSpPr>
          <p:cNvPr id="885" name="Graphic 4">
            <a:extLst>
              <a:ext uri="{FF2B5EF4-FFF2-40B4-BE49-F238E27FC236}">
                <a16:creationId xmlns:a16="http://schemas.microsoft.com/office/drawing/2014/main" id="{3E0BF49A-E781-75ED-01E4-5EB445DB9F0C}"/>
              </a:ext>
            </a:extLst>
          </p:cNvPr>
          <p:cNvGrpSpPr>
            <a:grpSpLocks noChangeAspect="1"/>
          </p:cNvGrpSpPr>
          <p:nvPr/>
        </p:nvGrpSpPr>
        <p:grpSpPr>
          <a:xfrm>
            <a:off x="6932700" y="1361343"/>
            <a:ext cx="456820" cy="457200"/>
            <a:chOff x="905454" y="1885990"/>
            <a:chExt cx="362309" cy="362610"/>
          </a:xfrm>
          <a:solidFill>
            <a:srgbClr val="43B02A"/>
          </a:solidFill>
        </p:grpSpPr>
        <p:sp>
          <p:nvSpPr>
            <p:cNvPr id="886" name="Graphic 4">
              <a:extLst>
                <a:ext uri="{FF2B5EF4-FFF2-40B4-BE49-F238E27FC236}">
                  <a16:creationId xmlns:a16="http://schemas.microsoft.com/office/drawing/2014/main" id="{5E46EB20-6E03-57A7-DAD4-A32C830A2101}"/>
                </a:ext>
              </a:extLst>
            </p:cNvPr>
            <p:cNvSpPr/>
            <p:nvPr/>
          </p:nvSpPr>
          <p:spPr>
            <a:xfrm>
              <a:off x="1075426" y="2055166"/>
              <a:ext cx="21725" cy="21705"/>
            </a:xfrm>
            <a:custGeom>
              <a:avLst/>
              <a:gdLst>
                <a:gd name="connsiteX0" fmla="*/ 10863 w 21725"/>
                <a:gd name="connsiteY0" fmla="*/ 0 h 21705"/>
                <a:gd name="connsiteX1" fmla="*/ 0 w 21725"/>
                <a:gd name="connsiteY1" fmla="*/ 10853 h 21705"/>
                <a:gd name="connsiteX2" fmla="*/ 10863 w 21725"/>
                <a:gd name="connsiteY2" fmla="*/ 21706 h 21705"/>
                <a:gd name="connsiteX3" fmla="*/ 21726 w 21725"/>
                <a:gd name="connsiteY3" fmla="*/ 10853 h 21705"/>
                <a:gd name="connsiteX4" fmla="*/ 21726 w 21725"/>
                <a:gd name="connsiteY4" fmla="*/ 10853 h 21705"/>
                <a:gd name="connsiteX5" fmla="*/ 10863 w 21725"/>
                <a:gd name="connsiteY5" fmla="*/ 0 h 2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25" h="21705">
                  <a:moveTo>
                    <a:pt x="10863" y="0"/>
                  </a:moveTo>
                  <a:cubicBezTo>
                    <a:pt x="5112" y="0"/>
                    <a:pt x="0" y="5107"/>
                    <a:pt x="0" y="10853"/>
                  </a:cubicBezTo>
                  <a:cubicBezTo>
                    <a:pt x="0" y="16598"/>
                    <a:pt x="5112" y="21706"/>
                    <a:pt x="10863" y="21706"/>
                  </a:cubicBezTo>
                  <a:cubicBezTo>
                    <a:pt x="16614" y="21706"/>
                    <a:pt x="21726" y="16598"/>
                    <a:pt x="21726" y="10853"/>
                  </a:cubicBezTo>
                  <a:cubicBezTo>
                    <a:pt x="21726" y="10853"/>
                    <a:pt x="21726" y="10853"/>
                    <a:pt x="21726" y="10853"/>
                  </a:cubicBezTo>
                  <a:cubicBezTo>
                    <a:pt x="21726" y="4469"/>
                    <a:pt x="16614" y="0"/>
                    <a:pt x="10863" y="0"/>
                  </a:cubicBezTo>
                  <a:close/>
                </a:path>
              </a:pathLst>
            </a:custGeom>
            <a:grp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sp>
          <p:nvSpPr>
            <p:cNvPr id="887" name="Graphic 4">
              <a:extLst>
                <a:ext uri="{FF2B5EF4-FFF2-40B4-BE49-F238E27FC236}">
                  <a16:creationId xmlns:a16="http://schemas.microsoft.com/office/drawing/2014/main" id="{C7156727-73E9-E09E-148F-13AD503ED739}"/>
                </a:ext>
              </a:extLst>
            </p:cNvPr>
            <p:cNvSpPr/>
            <p:nvPr/>
          </p:nvSpPr>
          <p:spPr>
            <a:xfrm>
              <a:off x="973187" y="1953022"/>
              <a:ext cx="226203" cy="225993"/>
            </a:xfrm>
            <a:custGeom>
              <a:avLst/>
              <a:gdLst>
                <a:gd name="connsiteX0" fmla="*/ 113102 w 226203"/>
                <a:gd name="connsiteY0" fmla="*/ 0 h 225993"/>
                <a:gd name="connsiteX1" fmla="*/ 0 w 226203"/>
                <a:gd name="connsiteY1" fmla="*/ 112997 h 225993"/>
                <a:gd name="connsiteX2" fmla="*/ 113102 w 226203"/>
                <a:gd name="connsiteY2" fmla="*/ 225993 h 225993"/>
                <a:gd name="connsiteX3" fmla="*/ 226204 w 226203"/>
                <a:gd name="connsiteY3" fmla="*/ 112997 h 225993"/>
                <a:gd name="connsiteX4" fmla="*/ 113102 w 226203"/>
                <a:gd name="connsiteY4" fmla="*/ 0 h 225993"/>
                <a:gd name="connsiteX5" fmla="*/ 65177 w 226203"/>
                <a:gd name="connsiteY5" fmla="*/ 112997 h 225993"/>
                <a:gd name="connsiteX6" fmla="*/ 58787 w 226203"/>
                <a:gd name="connsiteY6" fmla="*/ 119381 h 225993"/>
                <a:gd name="connsiteX7" fmla="*/ 20448 w 226203"/>
                <a:gd name="connsiteY7" fmla="*/ 119381 h 225993"/>
                <a:gd name="connsiteX8" fmla="*/ 14058 w 226203"/>
                <a:gd name="connsiteY8" fmla="*/ 112997 h 225993"/>
                <a:gd name="connsiteX9" fmla="*/ 20448 w 226203"/>
                <a:gd name="connsiteY9" fmla="*/ 106613 h 225993"/>
                <a:gd name="connsiteX10" fmla="*/ 52397 w 226203"/>
                <a:gd name="connsiteY10" fmla="*/ 106613 h 225993"/>
                <a:gd name="connsiteX11" fmla="*/ 54314 w 226203"/>
                <a:gd name="connsiteY11" fmla="*/ 95760 h 225993"/>
                <a:gd name="connsiteX12" fmla="*/ 38340 w 226203"/>
                <a:gd name="connsiteY12" fmla="*/ 89376 h 225993"/>
                <a:gd name="connsiteX13" fmla="*/ 35145 w 226203"/>
                <a:gd name="connsiteY13" fmla="*/ 81077 h 225993"/>
                <a:gd name="connsiteX14" fmla="*/ 43452 w 226203"/>
                <a:gd name="connsiteY14" fmla="*/ 77885 h 225993"/>
                <a:gd name="connsiteX15" fmla="*/ 43452 w 226203"/>
                <a:gd name="connsiteY15" fmla="*/ 77885 h 225993"/>
                <a:gd name="connsiteX16" fmla="*/ 59426 w 226203"/>
                <a:gd name="connsiteY16" fmla="*/ 84269 h 225993"/>
                <a:gd name="connsiteX17" fmla="*/ 65816 w 226203"/>
                <a:gd name="connsiteY17" fmla="*/ 75331 h 225993"/>
                <a:gd name="connsiteX18" fmla="*/ 42813 w 226203"/>
                <a:gd name="connsiteY18" fmla="*/ 52349 h 225993"/>
                <a:gd name="connsiteX19" fmla="*/ 42813 w 226203"/>
                <a:gd name="connsiteY19" fmla="*/ 43411 h 225993"/>
                <a:gd name="connsiteX20" fmla="*/ 51758 w 226203"/>
                <a:gd name="connsiteY20" fmla="*/ 43411 h 225993"/>
                <a:gd name="connsiteX21" fmla="*/ 51758 w 226203"/>
                <a:gd name="connsiteY21" fmla="*/ 43411 h 225993"/>
                <a:gd name="connsiteX22" fmla="*/ 74762 w 226203"/>
                <a:gd name="connsiteY22" fmla="*/ 66394 h 225993"/>
                <a:gd name="connsiteX23" fmla="*/ 83708 w 226203"/>
                <a:gd name="connsiteY23" fmla="*/ 60010 h 225993"/>
                <a:gd name="connsiteX24" fmla="*/ 77318 w 226203"/>
                <a:gd name="connsiteY24" fmla="*/ 44050 h 225993"/>
                <a:gd name="connsiteX25" fmla="*/ 80513 w 226203"/>
                <a:gd name="connsiteY25" fmla="*/ 35750 h 225993"/>
                <a:gd name="connsiteX26" fmla="*/ 88820 w 226203"/>
                <a:gd name="connsiteY26" fmla="*/ 38942 h 225993"/>
                <a:gd name="connsiteX27" fmla="*/ 95210 w 226203"/>
                <a:gd name="connsiteY27" fmla="*/ 54902 h 225993"/>
                <a:gd name="connsiteX28" fmla="*/ 106073 w 226203"/>
                <a:gd name="connsiteY28" fmla="*/ 52987 h 225993"/>
                <a:gd name="connsiteX29" fmla="*/ 106073 w 226203"/>
                <a:gd name="connsiteY29" fmla="*/ 21067 h 225993"/>
                <a:gd name="connsiteX30" fmla="*/ 112463 w 226203"/>
                <a:gd name="connsiteY30" fmla="*/ 14683 h 225993"/>
                <a:gd name="connsiteX31" fmla="*/ 118853 w 226203"/>
                <a:gd name="connsiteY31" fmla="*/ 21067 h 225993"/>
                <a:gd name="connsiteX32" fmla="*/ 118853 w 226203"/>
                <a:gd name="connsiteY32" fmla="*/ 52987 h 225993"/>
                <a:gd name="connsiteX33" fmla="*/ 129716 w 226203"/>
                <a:gd name="connsiteY33" fmla="*/ 55541 h 225993"/>
                <a:gd name="connsiteX34" fmla="*/ 136745 w 226203"/>
                <a:gd name="connsiteY34" fmla="*/ 39581 h 225993"/>
                <a:gd name="connsiteX35" fmla="*/ 144413 w 226203"/>
                <a:gd name="connsiteY35" fmla="*/ 35112 h 225993"/>
                <a:gd name="connsiteX36" fmla="*/ 148886 w 226203"/>
                <a:gd name="connsiteY36" fmla="*/ 42773 h 225993"/>
                <a:gd name="connsiteX37" fmla="*/ 148247 w 226203"/>
                <a:gd name="connsiteY37" fmla="*/ 44050 h 225993"/>
                <a:gd name="connsiteX38" fmla="*/ 141857 w 226203"/>
                <a:gd name="connsiteY38" fmla="*/ 60010 h 225993"/>
                <a:gd name="connsiteX39" fmla="*/ 150802 w 226203"/>
                <a:gd name="connsiteY39" fmla="*/ 66394 h 225993"/>
                <a:gd name="connsiteX40" fmla="*/ 173806 w 226203"/>
                <a:gd name="connsiteY40" fmla="*/ 43411 h 225993"/>
                <a:gd name="connsiteX41" fmla="*/ 182752 w 226203"/>
                <a:gd name="connsiteY41" fmla="*/ 43411 h 225993"/>
                <a:gd name="connsiteX42" fmla="*/ 182752 w 226203"/>
                <a:gd name="connsiteY42" fmla="*/ 43411 h 225993"/>
                <a:gd name="connsiteX43" fmla="*/ 182752 w 226203"/>
                <a:gd name="connsiteY43" fmla="*/ 52349 h 225993"/>
                <a:gd name="connsiteX44" fmla="*/ 155914 w 226203"/>
                <a:gd name="connsiteY44" fmla="*/ 79162 h 225993"/>
                <a:gd name="connsiteX45" fmla="*/ 154636 w 226203"/>
                <a:gd name="connsiteY45" fmla="*/ 79800 h 225993"/>
                <a:gd name="connsiteX46" fmla="*/ 153997 w 226203"/>
                <a:gd name="connsiteY46" fmla="*/ 80438 h 225993"/>
                <a:gd name="connsiteX47" fmla="*/ 152719 w 226203"/>
                <a:gd name="connsiteY47" fmla="*/ 80438 h 225993"/>
                <a:gd name="connsiteX48" fmla="*/ 151441 w 226203"/>
                <a:gd name="connsiteY48" fmla="*/ 80438 h 225993"/>
                <a:gd name="connsiteX49" fmla="*/ 151441 w 226203"/>
                <a:gd name="connsiteY49" fmla="*/ 80438 h 225993"/>
                <a:gd name="connsiteX50" fmla="*/ 150164 w 226203"/>
                <a:gd name="connsiteY50" fmla="*/ 80438 h 225993"/>
                <a:gd name="connsiteX51" fmla="*/ 148886 w 226203"/>
                <a:gd name="connsiteY51" fmla="*/ 80438 h 225993"/>
                <a:gd name="connsiteX52" fmla="*/ 148247 w 226203"/>
                <a:gd name="connsiteY52" fmla="*/ 79800 h 225993"/>
                <a:gd name="connsiteX53" fmla="*/ 146969 w 226203"/>
                <a:gd name="connsiteY53" fmla="*/ 79162 h 225993"/>
                <a:gd name="connsiteX54" fmla="*/ 113102 w 226203"/>
                <a:gd name="connsiteY54" fmla="*/ 65117 h 225993"/>
                <a:gd name="connsiteX55" fmla="*/ 65177 w 226203"/>
                <a:gd name="connsiteY55" fmla="*/ 112997 h 225993"/>
                <a:gd name="connsiteX56" fmla="*/ 65177 w 226203"/>
                <a:gd name="connsiteY56" fmla="*/ 112997 h 225993"/>
                <a:gd name="connsiteX57" fmla="*/ 141857 w 226203"/>
                <a:gd name="connsiteY57" fmla="*/ 185135 h 225993"/>
                <a:gd name="connsiteX58" fmla="*/ 83708 w 226203"/>
                <a:gd name="connsiteY58" fmla="*/ 185135 h 225993"/>
                <a:gd name="connsiteX59" fmla="*/ 77318 w 226203"/>
                <a:gd name="connsiteY59" fmla="*/ 178752 h 225993"/>
                <a:gd name="connsiteX60" fmla="*/ 83708 w 226203"/>
                <a:gd name="connsiteY60" fmla="*/ 172368 h 225993"/>
                <a:gd name="connsiteX61" fmla="*/ 141857 w 226203"/>
                <a:gd name="connsiteY61" fmla="*/ 172368 h 225993"/>
                <a:gd name="connsiteX62" fmla="*/ 148247 w 226203"/>
                <a:gd name="connsiteY62" fmla="*/ 178752 h 225993"/>
                <a:gd name="connsiteX63" fmla="*/ 141857 w 226203"/>
                <a:gd name="connsiteY63" fmla="*/ 185135 h 225993"/>
                <a:gd name="connsiteX64" fmla="*/ 200005 w 226203"/>
                <a:gd name="connsiteY64" fmla="*/ 79800 h 225993"/>
                <a:gd name="connsiteX65" fmla="*/ 196171 w 226203"/>
                <a:gd name="connsiteY65" fmla="*/ 88099 h 225993"/>
                <a:gd name="connsiteX66" fmla="*/ 171889 w 226203"/>
                <a:gd name="connsiteY66" fmla="*/ 97675 h 225993"/>
                <a:gd name="connsiteX67" fmla="*/ 173167 w 226203"/>
                <a:gd name="connsiteY67" fmla="*/ 106613 h 225993"/>
                <a:gd name="connsiteX68" fmla="*/ 205117 w 226203"/>
                <a:gd name="connsiteY68" fmla="*/ 106613 h 225993"/>
                <a:gd name="connsiteX69" fmla="*/ 211507 w 226203"/>
                <a:gd name="connsiteY69" fmla="*/ 112997 h 225993"/>
                <a:gd name="connsiteX70" fmla="*/ 205117 w 226203"/>
                <a:gd name="connsiteY70" fmla="*/ 119381 h 225993"/>
                <a:gd name="connsiteX71" fmla="*/ 166777 w 226203"/>
                <a:gd name="connsiteY71" fmla="*/ 119381 h 225993"/>
                <a:gd name="connsiteX72" fmla="*/ 160387 w 226203"/>
                <a:gd name="connsiteY72" fmla="*/ 112997 h 225993"/>
                <a:gd name="connsiteX73" fmla="*/ 160387 w 226203"/>
                <a:gd name="connsiteY73" fmla="*/ 112997 h 225993"/>
                <a:gd name="connsiteX74" fmla="*/ 159109 w 226203"/>
                <a:gd name="connsiteY74" fmla="*/ 102144 h 225993"/>
                <a:gd name="connsiteX75" fmla="*/ 136106 w 226203"/>
                <a:gd name="connsiteY75" fmla="*/ 111081 h 225993"/>
                <a:gd name="connsiteX76" fmla="*/ 136106 w 226203"/>
                <a:gd name="connsiteY76" fmla="*/ 112997 h 225993"/>
                <a:gd name="connsiteX77" fmla="*/ 112463 w 226203"/>
                <a:gd name="connsiteY77" fmla="*/ 137256 h 225993"/>
                <a:gd name="connsiteX78" fmla="*/ 88181 w 226203"/>
                <a:gd name="connsiteY78" fmla="*/ 113635 h 225993"/>
                <a:gd name="connsiteX79" fmla="*/ 111824 w 226203"/>
                <a:gd name="connsiteY79" fmla="*/ 89376 h 225993"/>
                <a:gd name="connsiteX80" fmla="*/ 131633 w 226203"/>
                <a:gd name="connsiteY80" fmla="*/ 98952 h 225993"/>
                <a:gd name="connsiteX81" fmla="*/ 191059 w 226203"/>
                <a:gd name="connsiteY81" fmla="*/ 75970 h 225993"/>
                <a:gd name="connsiteX82" fmla="*/ 200005 w 226203"/>
                <a:gd name="connsiteY82" fmla="*/ 78523 h 225993"/>
                <a:gd name="connsiteX83" fmla="*/ 200005 w 226203"/>
                <a:gd name="connsiteY83" fmla="*/ 79800 h 225993"/>
                <a:gd name="connsiteX84" fmla="*/ 200005 w 226203"/>
                <a:gd name="connsiteY84" fmla="*/ 79800 h 22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26203" h="225993">
                  <a:moveTo>
                    <a:pt x="113102" y="0"/>
                  </a:moveTo>
                  <a:cubicBezTo>
                    <a:pt x="50480" y="0"/>
                    <a:pt x="0" y="50434"/>
                    <a:pt x="0" y="112997"/>
                  </a:cubicBezTo>
                  <a:cubicBezTo>
                    <a:pt x="0" y="175560"/>
                    <a:pt x="50480" y="225993"/>
                    <a:pt x="113102" y="225993"/>
                  </a:cubicBezTo>
                  <a:cubicBezTo>
                    <a:pt x="175723" y="225993"/>
                    <a:pt x="226204" y="175560"/>
                    <a:pt x="226204" y="112997"/>
                  </a:cubicBezTo>
                  <a:cubicBezTo>
                    <a:pt x="226204" y="50434"/>
                    <a:pt x="175723" y="0"/>
                    <a:pt x="113102" y="0"/>
                  </a:cubicBezTo>
                  <a:close/>
                  <a:moveTo>
                    <a:pt x="65177" y="112997"/>
                  </a:moveTo>
                  <a:cubicBezTo>
                    <a:pt x="65177" y="116827"/>
                    <a:pt x="62621" y="119381"/>
                    <a:pt x="58787" y="119381"/>
                  </a:cubicBezTo>
                  <a:lnTo>
                    <a:pt x="20448" y="119381"/>
                  </a:lnTo>
                  <a:cubicBezTo>
                    <a:pt x="16614" y="119381"/>
                    <a:pt x="14058" y="116827"/>
                    <a:pt x="14058" y="112997"/>
                  </a:cubicBezTo>
                  <a:cubicBezTo>
                    <a:pt x="14058" y="109166"/>
                    <a:pt x="16614" y="106613"/>
                    <a:pt x="20448" y="106613"/>
                  </a:cubicBezTo>
                  <a:lnTo>
                    <a:pt x="52397" y="106613"/>
                  </a:lnTo>
                  <a:cubicBezTo>
                    <a:pt x="53036" y="102782"/>
                    <a:pt x="53675" y="99590"/>
                    <a:pt x="54314" y="95760"/>
                  </a:cubicBezTo>
                  <a:lnTo>
                    <a:pt x="38340" y="89376"/>
                  </a:lnTo>
                  <a:cubicBezTo>
                    <a:pt x="35145" y="88099"/>
                    <a:pt x="33228" y="84269"/>
                    <a:pt x="35145" y="81077"/>
                  </a:cubicBezTo>
                  <a:cubicBezTo>
                    <a:pt x="36423" y="77885"/>
                    <a:pt x="40257" y="75970"/>
                    <a:pt x="43452" y="77885"/>
                  </a:cubicBezTo>
                  <a:lnTo>
                    <a:pt x="43452" y="77885"/>
                  </a:lnTo>
                  <a:lnTo>
                    <a:pt x="59426" y="84269"/>
                  </a:lnTo>
                  <a:cubicBezTo>
                    <a:pt x="61343" y="81077"/>
                    <a:pt x="63260" y="77885"/>
                    <a:pt x="65816" y="75331"/>
                  </a:cubicBezTo>
                  <a:lnTo>
                    <a:pt x="42813" y="52349"/>
                  </a:lnTo>
                  <a:cubicBezTo>
                    <a:pt x="40257" y="49795"/>
                    <a:pt x="40257" y="45965"/>
                    <a:pt x="42813" y="43411"/>
                  </a:cubicBezTo>
                  <a:cubicBezTo>
                    <a:pt x="45368" y="40858"/>
                    <a:pt x="49202" y="40858"/>
                    <a:pt x="51758" y="43411"/>
                  </a:cubicBezTo>
                  <a:cubicBezTo>
                    <a:pt x="51758" y="43411"/>
                    <a:pt x="51758" y="43411"/>
                    <a:pt x="51758" y="43411"/>
                  </a:cubicBezTo>
                  <a:lnTo>
                    <a:pt x="74762" y="66394"/>
                  </a:lnTo>
                  <a:cubicBezTo>
                    <a:pt x="77957" y="63840"/>
                    <a:pt x="80513" y="61925"/>
                    <a:pt x="83708" y="60010"/>
                  </a:cubicBezTo>
                  <a:lnTo>
                    <a:pt x="77318" y="44050"/>
                  </a:lnTo>
                  <a:cubicBezTo>
                    <a:pt x="76040" y="40858"/>
                    <a:pt x="77318" y="37027"/>
                    <a:pt x="80513" y="35750"/>
                  </a:cubicBezTo>
                  <a:cubicBezTo>
                    <a:pt x="83708" y="34474"/>
                    <a:pt x="87542" y="35750"/>
                    <a:pt x="88820" y="38942"/>
                  </a:cubicBezTo>
                  <a:lnTo>
                    <a:pt x="95210" y="54902"/>
                  </a:lnTo>
                  <a:cubicBezTo>
                    <a:pt x="99044" y="53626"/>
                    <a:pt x="102239" y="52987"/>
                    <a:pt x="106073" y="52987"/>
                  </a:cubicBezTo>
                  <a:lnTo>
                    <a:pt x="106073" y="21067"/>
                  </a:lnTo>
                  <a:cubicBezTo>
                    <a:pt x="106073" y="17237"/>
                    <a:pt x="108629" y="14683"/>
                    <a:pt x="112463" y="14683"/>
                  </a:cubicBezTo>
                  <a:cubicBezTo>
                    <a:pt x="116297" y="14683"/>
                    <a:pt x="118853" y="17237"/>
                    <a:pt x="118853" y="21067"/>
                  </a:cubicBezTo>
                  <a:lnTo>
                    <a:pt x="118853" y="52987"/>
                  </a:lnTo>
                  <a:cubicBezTo>
                    <a:pt x="122687" y="53626"/>
                    <a:pt x="125882" y="54264"/>
                    <a:pt x="129716" y="55541"/>
                  </a:cubicBezTo>
                  <a:lnTo>
                    <a:pt x="136745" y="39581"/>
                  </a:lnTo>
                  <a:cubicBezTo>
                    <a:pt x="138023" y="36389"/>
                    <a:pt x="141218" y="34474"/>
                    <a:pt x="144413" y="35112"/>
                  </a:cubicBezTo>
                  <a:cubicBezTo>
                    <a:pt x="147607" y="36389"/>
                    <a:pt x="149524" y="39581"/>
                    <a:pt x="148886" y="42773"/>
                  </a:cubicBezTo>
                  <a:cubicBezTo>
                    <a:pt x="148886" y="43411"/>
                    <a:pt x="148886" y="43411"/>
                    <a:pt x="148247" y="44050"/>
                  </a:cubicBezTo>
                  <a:lnTo>
                    <a:pt x="141857" y="60010"/>
                  </a:lnTo>
                  <a:cubicBezTo>
                    <a:pt x="145052" y="61925"/>
                    <a:pt x="148247" y="63840"/>
                    <a:pt x="150802" y="66394"/>
                  </a:cubicBezTo>
                  <a:lnTo>
                    <a:pt x="173806" y="43411"/>
                  </a:lnTo>
                  <a:cubicBezTo>
                    <a:pt x="176362" y="40858"/>
                    <a:pt x="180196" y="40858"/>
                    <a:pt x="182752" y="43411"/>
                  </a:cubicBezTo>
                  <a:cubicBezTo>
                    <a:pt x="182752" y="43411"/>
                    <a:pt x="182752" y="43411"/>
                    <a:pt x="182752" y="43411"/>
                  </a:cubicBezTo>
                  <a:cubicBezTo>
                    <a:pt x="185308" y="45965"/>
                    <a:pt x="185308" y="49795"/>
                    <a:pt x="182752" y="52349"/>
                  </a:cubicBezTo>
                  <a:lnTo>
                    <a:pt x="155914" y="79162"/>
                  </a:lnTo>
                  <a:cubicBezTo>
                    <a:pt x="155275" y="79800"/>
                    <a:pt x="155275" y="79800"/>
                    <a:pt x="154636" y="79800"/>
                  </a:cubicBezTo>
                  <a:cubicBezTo>
                    <a:pt x="154636" y="79800"/>
                    <a:pt x="153997" y="80438"/>
                    <a:pt x="153997" y="80438"/>
                  </a:cubicBezTo>
                  <a:lnTo>
                    <a:pt x="152719" y="80438"/>
                  </a:lnTo>
                  <a:cubicBezTo>
                    <a:pt x="152081" y="80438"/>
                    <a:pt x="152081" y="80438"/>
                    <a:pt x="151441" y="80438"/>
                  </a:cubicBezTo>
                  <a:lnTo>
                    <a:pt x="151441" y="80438"/>
                  </a:lnTo>
                  <a:lnTo>
                    <a:pt x="150164" y="80438"/>
                  </a:lnTo>
                  <a:lnTo>
                    <a:pt x="148886" y="80438"/>
                  </a:lnTo>
                  <a:lnTo>
                    <a:pt x="148247" y="79800"/>
                  </a:lnTo>
                  <a:cubicBezTo>
                    <a:pt x="147607" y="79800"/>
                    <a:pt x="147607" y="79162"/>
                    <a:pt x="146969" y="79162"/>
                  </a:cubicBezTo>
                  <a:cubicBezTo>
                    <a:pt x="138023" y="70224"/>
                    <a:pt x="125882" y="65117"/>
                    <a:pt x="113102" y="65117"/>
                  </a:cubicBezTo>
                  <a:cubicBezTo>
                    <a:pt x="86903" y="65117"/>
                    <a:pt x="65816" y="86184"/>
                    <a:pt x="65177" y="112997"/>
                  </a:cubicBezTo>
                  <a:lnTo>
                    <a:pt x="65177" y="112997"/>
                  </a:lnTo>
                  <a:close/>
                  <a:moveTo>
                    <a:pt x="141857" y="185135"/>
                  </a:moveTo>
                  <a:lnTo>
                    <a:pt x="83708" y="185135"/>
                  </a:lnTo>
                  <a:cubicBezTo>
                    <a:pt x="79874" y="185135"/>
                    <a:pt x="77318" y="182582"/>
                    <a:pt x="77318" y="178752"/>
                  </a:cubicBezTo>
                  <a:cubicBezTo>
                    <a:pt x="77318" y="174921"/>
                    <a:pt x="79874" y="172368"/>
                    <a:pt x="83708" y="172368"/>
                  </a:cubicBezTo>
                  <a:lnTo>
                    <a:pt x="141857" y="172368"/>
                  </a:lnTo>
                  <a:cubicBezTo>
                    <a:pt x="145691" y="172368"/>
                    <a:pt x="148247" y="174921"/>
                    <a:pt x="148247" y="178752"/>
                  </a:cubicBezTo>
                  <a:cubicBezTo>
                    <a:pt x="148247" y="182582"/>
                    <a:pt x="145691" y="185135"/>
                    <a:pt x="141857" y="185135"/>
                  </a:cubicBezTo>
                  <a:close/>
                  <a:moveTo>
                    <a:pt x="200005" y="79800"/>
                  </a:moveTo>
                  <a:cubicBezTo>
                    <a:pt x="201283" y="82992"/>
                    <a:pt x="199366" y="86822"/>
                    <a:pt x="196171" y="88099"/>
                  </a:cubicBezTo>
                  <a:lnTo>
                    <a:pt x="171889" y="97675"/>
                  </a:lnTo>
                  <a:cubicBezTo>
                    <a:pt x="172528" y="100867"/>
                    <a:pt x="173167" y="103421"/>
                    <a:pt x="173167" y="106613"/>
                  </a:cubicBezTo>
                  <a:lnTo>
                    <a:pt x="205117" y="106613"/>
                  </a:lnTo>
                  <a:cubicBezTo>
                    <a:pt x="208951" y="106613"/>
                    <a:pt x="211507" y="109166"/>
                    <a:pt x="211507" y="112997"/>
                  </a:cubicBezTo>
                  <a:cubicBezTo>
                    <a:pt x="211507" y="116827"/>
                    <a:pt x="208951" y="119381"/>
                    <a:pt x="205117" y="119381"/>
                  </a:cubicBezTo>
                  <a:lnTo>
                    <a:pt x="166777" y="119381"/>
                  </a:lnTo>
                  <a:cubicBezTo>
                    <a:pt x="162943" y="119381"/>
                    <a:pt x="160387" y="116827"/>
                    <a:pt x="160387" y="112997"/>
                  </a:cubicBezTo>
                  <a:lnTo>
                    <a:pt x="160387" y="112997"/>
                  </a:lnTo>
                  <a:cubicBezTo>
                    <a:pt x="160387" y="109166"/>
                    <a:pt x="159748" y="105974"/>
                    <a:pt x="159109" y="102144"/>
                  </a:cubicBezTo>
                  <a:lnTo>
                    <a:pt x="136106" y="111081"/>
                  </a:lnTo>
                  <a:cubicBezTo>
                    <a:pt x="136106" y="111720"/>
                    <a:pt x="136106" y="112358"/>
                    <a:pt x="136106" y="112997"/>
                  </a:cubicBezTo>
                  <a:cubicBezTo>
                    <a:pt x="136106" y="126403"/>
                    <a:pt x="125882" y="136617"/>
                    <a:pt x="112463" y="137256"/>
                  </a:cubicBezTo>
                  <a:cubicBezTo>
                    <a:pt x="99044" y="137256"/>
                    <a:pt x="88820" y="127041"/>
                    <a:pt x="88181" y="113635"/>
                  </a:cubicBezTo>
                  <a:cubicBezTo>
                    <a:pt x="87542" y="100229"/>
                    <a:pt x="98405" y="90014"/>
                    <a:pt x="111824" y="89376"/>
                  </a:cubicBezTo>
                  <a:cubicBezTo>
                    <a:pt x="119492" y="89376"/>
                    <a:pt x="126521" y="93206"/>
                    <a:pt x="131633" y="98952"/>
                  </a:cubicBezTo>
                  <a:lnTo>
                    <a:pt x="191059" y="75970"/>
                  </a:lnTo>
                  <a:cubicBezTo>
                    <a:pt x="194254" y="74054"/>
                    <a:pt x="198088" y="75331"/>
                    <a:pt x="200005" y="78523"/>
                  </a:cubicBezTo>
                  <a:cubicBezTo>
                    <a:pt x="200005" y="79162"/>
                    <a:pt x="200005" y="79162"/>
                    <a:pt x="200005" y="79800"/>
                  </a:cubicBezTo>
                  <a:lnTo>
                    <a:pt x="200005" y="79800"/>
                  </a:lnTo>
                  <a:close/>
                </a:path>
              </a:pathLst>
            </a:custGeom>
            <a:grp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sp>
          <p:nvSpPr>
            <p:cNvPr id="888" name="Graphic 4">
              <a:extLst>
                <a:ext uri="{FF2B5EF4-FFF2-40B4-BE49-F238E27FC236}">
                  <a16:creationId xmlns:a16="http://schemas.microsoft.com/office/drawing/2014/main" id="{A88E52D3-3B9F-A218-DEB4-70A12E26DE7B}"/>
                </a:ext>
              </a:extLst>
            </p:cNvPr>
            <p:cNvSpPr/>
            <p:nvPr/>
          </p:nvSpPr>
          <p:spPr>
            <a:xfrm>
              <a:off x="9054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180835 w 362309"/>
                <a:gd name="connsiteY6" fmla="*/ 305793 h 362610"/>
                <a:gd name="connsiteX7" fmla="*/ 54954 w 362309"/>
                <a:gd name="connsiteY7" fmla="*/ 180028 h 362610"/>
                <a:gd name="connsiteX8" fmla="*/ 180835 w 362309"/>
                <a:gd name="connsiteY8" fmla="*/ 54264 h 362610"/>
                <a:gd name="connsiteX9" fmla="*/ 306717 w 362309"/>
                <a:gd name="connsiteY9" fmla="*/ 180028 h 362610"/>
                <a:gd name="connsiteX10" fmla="*/ 180835 w 362309"/>
                <a:gd name="connsiteY10" fmla="*/ 305793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0438"/>
                    <a:pt x="281157" y="0"/>
                    <a:pt x="180835" y="0"/>
                  </a:cubicBezTo>
                  <a:cubicBezTo>
                    <a:pt x="180835" y="0"/>
                    <a:pt x="180835" y="0"/>
                    <a:pt x="180835" y="0"/>
                  </a:cubicBezTo>
                  <a:close/>
                  <a:moveTo>
                    <a:pt x="180835" y="305793"/>
                  </a:moveTo>
                  <a:cubicBezTo>
                    <a:pt x="111185" y="305793"/>
                    <a:pt x="54954" y="249614"/>
                    <a:pt x="54954" y="180028"/>
                  </a:cubicBezTo>
                  <a:cubicBezTo>
                    <a:pt x="54954" y="110443"/>
                    <a:pt x="111185" y="54264"/>
                    <a:pt x="180835" y="54264"/>
                  </a:cubicBezTo>
                  <a:cubicBezTo>
                    <a:pt x="250486" y="54264"/>
                    <a:pt x="306717" y="110443"/>
                    <a:pt x="306717" y="180028"/>
                  </a:cubicBezTo>
                  <a:cubicBezTo>
                    <a:pt x="306717" y="248975"/>
                    <a:pt x="250486" y="305154"/>
                    <a:pt x="180835" y="305793"/>
                  </a:cubicBezTo>
                  <a:close/>
                </a:path>
              </a:pathLst>
            </a:custGeom>
            <a:grpFill/>
            <a:ln w="6390" cap="flat">
              <a:noFill/>
              <a:prstDash val="solid"/>
              <a:miter/>
            </a:ln>
          </p:spPr>
          <p:txBody>
            <a:bodyPr rtlCol="0" anchor="ctr"/>
            <a:lstStyle/>
            <a:p>
              <a:endParaRPr lang="en-US" sz="2400">
                <a:latin typeface="Arial" panose="020B0604020202020204" pitchFamily="34" charset="0"/>
                <a:cs typeface="Arial" panose="020B0604020202020204" pitchFamily="34" charset="0"/>
              </a:endParaRPr>
            </a:p>
          </p:txBody>
        </p:sp>
      </p:grpSp>
      <p:cxnSp>
        <p:nvCxnSpPr>
          <p:cNvPr id="27" name="Straight Arrow Connector 26">
            <a:extLst>
              <a:ext uri="{FF2B5EF4-FFF2-40B4-BE49-F238E27FC236}">
                <a16:creationId xmlns:a16="http://schemas.microsoft.com/office/drawing/2014/main" id="{94F44728-EA89-5982-CA15-76CBAA4E2FDB}"/>
              </a:ext>
            </a:extLst>
          </p:cNvPr>
          <p:cNvCxnSpPr>
            <a:cxnSpLocks/>
          </p:cNvCxnSpPr>
          <p:nvPr/>
        </p:nvCxnSpPr>
        <p:spPr>
          <a:xfrm>
            <a:off x="529720" y="6081659"/>
            <a:ext cx="8163373" cy="0"/>
          </a:xfrm>
          <a:prstGeom prst="straightConnector1">
            <a:avLst/>
          </a:prstGeom>
          <a:ln w="38100">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0" name="TextBox 449">
            <a:extLst>
              <a:ext uri="{FF2B5EF4-FFF2-40B4-BE49-F238E27FC236}">
                <a16:creationId xmlns:a16="http://schemas.microsoft.com/office/drawing/2014/main" id="{C6DBC807-F6B7-7C93-E185-11B17A935CB0}"/>
              </a:ext>
            </a:extLst>
          </p:cNvPr>
          <p:cNvSpPr txBox="1"/>
          <p:nvPr/>
        </p:nvSpPr>
        <p:spPr>
          <a:xfrm>
            <a:off x="3666831" y="6137656"/>
            <a:ext cx="1367362" cy="246221"/>
          </a:xfrm>
          <a:prstGeom prst="rect">
            <a:avLst/>
          </a:prstGeom>
          <a:solidFill>
            <a:schemeClr val="bg1">
              <a:lumMod val="95000"/>
            </a:schemeClr>
          </a:solidFill>
        </p:spPr>
        <p:txBody>
          <a:bodyPr wrap="none" lIns="0" tIns="0" rIns="0" bIns="0" rtlCol="0">
            <a:spAutoFit/>
          </a:bodyPr>
          <a:lstStyle/>
          <a:p>
            <a:pPr>
              <a:spcBef>
                <a:spcPts val="600"/>
              </a:spcBef>
              <a:buSzPct val="100000"/>
            </a:pPr>
            <a:r>
              <a:rPr lang="en-IN" sz="1600" b="1">
                <a:solidFill>
                  <a:srgbClr val="313131"/>
                </a:solidFill>
                <a:latin typeface="Arial" panose="020B0604020202020204" pitchFamily="34" charset="0"/>
                <a:cs typeface="Arial" panose="020B0604020202020204" pitchFamily="34" charset="0"/>
              </a:rPr>
              <a:t>Cybersecurity</a:t>
            </a:r>
          </a:p>
        </p:txBody>
      </p:sp>
    </p:spTree>
    <p:extLst>
      <p:ext uri="{BB962C8B-B14F-4D97-AF65-F5344CB8AC3E}">
        <p14:creationId xmlns:p14="http://schemas.microsoft.com/office/powerpoint/2010/main" val="173189725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3" name="Straight Connector 222">
            <a:extLst>
              <a:ext uri="{FF2B5EF4-FFF2-40B4-BE49-F238E27FC236}">
                <a16:creationId xmlns:a16="http://schemas.microsoft.com/office/drawing/2014/main" id="{3771024D-3F5F-9F81-05CB-6121742AA680}"/>
              </a:ext>
            </a:extLst>
          </p:cNvPr>
          <p:cNvCxnSpPr/>
          <p:nvPr/>
        </p:nvCxnSpPr>
        <p:spPr>
          <a:xfrm flipH="1">
            <a:off x="9891862" y="1452520"/>
            <a:ext cx="1948" cy="3749040"/>
          </a:xfrm>
          <a:prstGeom prst="line">
            <a:avLst/>
          </a:prstGeom>
          <a:noFill/>
          <a:ln w="9525" cap="flat" cmpd="sng" algn="ctr">
            <a:solidFill>
              <a:sysClr val="window" lastClr="FFFFFF">
                <a:lumMod val="85000"/>
              </a:sysClr>
            </a:solidFill>
            <a:prstDash val="solid"/>
          </a:ln>
          <a:effectLst/>
        </p:spPr>
      </p:cxnSp>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5" imgH="416" progId="TCLayout.ActiveDocument.1">
                  <p:embed/>
                </p:oleObj>
              </mc:Choice>
              <mc:Fallback>
                <p:oleObj name="think-cell Slide" r:id="rId11"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A structured approach shall be leveraged to engage key stakeholders based on a focused communication cadence to facilitate interactions</a:t>
            </a:r>
          </a:p>
          <a:p>
            <a:pPr algn="just"/>
            <a:endParaRPr lang="en-US" sz="1400">
              <a:solidFill>
                <a:schemeClr val="tx1">
                  <a:lumMod val="65000"/>
                  <a:lumOff val="35000"/>
                </a:schemeClr>
              </a:solidFill>
              <a:latin typeface="Arial" panose="020B0604020202020204" pitchFamily="34" charset="0"/>
              <a:cs typeface="Arial" panose="020B0604020202020204" pitchFamily="34" charset="0"/>
            </a:endParaRP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Work Plan (Week 1 – Week 16)</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4F36F01-91DF-C118-9B91-043A683C3953}"/>
              </a:ext>
            </a:extLst>
          </p:cNvPr>
          <p:cNvCxnSpPr/>
          <p:nvPr/>
        </p:nvCxnSpPr>
        <p:spPr>
          <a:xfrm flipH="1">
            <a:off x="11162099" y="1463410"/>
            <a:ext cx="1948" cy="3749040"/>
          </a:xfrm>
          <a:prstGeom prst="line">
            <a:avLst/>
          </a:prstGeom>
          <a:noFill/>
          <a:ln w="9525" cap="flat" cmpd="sng" algn="ctr">
            <a:solidFill>
              <a:sysClr val="window" lastClr="FFFFFF">
                <a:lumMod val="85000"/>
              </a:sysClr>
            </a:solidFill>
            <a:prstDash val="solid"/>
          </a:ln>
          <a:effectLst/>
        </p:spPr>
      </p:cxnSp>
      <p:cxnSp>
        <p:nvCxnSpPr>
          <p:cNvPr id="176" name="Straight Connector 175">
            <a:extLst>
              <a:ext uri="{FF2B5EF4-FFF2-40B4-BE49-F238E27FC236}">
                <a16:creationId xmlns:a16="http://schemas.microsoft.com/office/drawing/2014/main" id="{A5F720CC-572D-8020-1F28-BAB21015A510}"/>
              </a:ext>
            </a:extLst>
          </p:cNvPr>
          <p:cNvCxnSpPr/>
          <p:nvPr/>
        </p:nvCxnSpPr>
        <p:spPr>
          <a:xfrm flipH="1">
            <a:off x="6081145" y="1429844"/>
            <a:ext cx="1948" cy="3749040"/>
          </a:xfrm>
          <a:prstGeom prst="line">
            <a:avLst/>
          </a:prstGeom>
          <a:noFill/>
          <a:ln w="9525" cap="flat" cmpd="sng" algn="ctr">
            <a:solidFill>
              <a:sysClr val="window" lastClr="FFFFFF">
                <a:lumMod val="85000"/>
              </a:sysClr>
            </a:solidFill>
            <a:prstDash val="solid"/>
          </a:ln>
          <a:effectLst/>
        </p:spPr>
      </p:cxnSp>
      <p:cxnSp>
        <p:nvCxnSpPr>
          <p:cNvPr id="177" name="Straight Connector 176">
            <a:extLst>
              <a:ext uri="{FF2B5EF4-FFF2-40B4-BE49-F238E27FC236}">
                <a16:creationId xmlns:a16="http://schemas.microsoft.com/office/drawing/2014/main" id="{D3B9913F-602E-E62A-04BF-1ABAF0186DD7}"/>
              </a:ext>
            </a:extLst>
          </p:cNvPr>
          <p:cNvCxnSpPr/>
          <p:nvPr/>
        </p:nvCxnSpPr>
        <p:spPr>
          <a:xfrm flipH="1">
            <a:off x="7351384" y="1429844"/>
            <a:ext cx="1948" cy="3749040"/>
          </a:xfrm>
          <a:prstGeom prst="line">
            <a:avLst/>
          </a:prstGeom>
          <a:noFill/>
          <a:ln w="9525" cap="flat" cmpd="sng" algn="ctr">
            <a:solidFill>
              <a:sysClr val="window" lastClr="FFFFFF">
                <a:lumMod val="85000"/>
              </a:sysClr>
            </a:solidFill>
            <a:prstDash val="solid"/>
          </a:ln>
          <a:effectLst/>
        </p:spPr>
      </p:cxnSp>
      <p:cxnSp>
        <p:nvCxnSpPr>
          <p:cNvPr id="178" name="Straight Connector 177">
            <a:extLst>
              <a:ext uri="{FF2B5EF4-FFF2-40B4-BE49-F238E27FC236}">
                <a16:creationId xmlns:a16="http://schemas.microsoft.com/office/drawing/2014/main" id="{0A7775FC-4E39-12C1-BE70-479FB1A1C921}"/>
              </a:ext>
            </a:extLst>
          </p:cNvPr>
          <p:cNvCxnSpPr/>
          <p:nvPr/>
        </p:nvCxnSpPr>
        <p:spPr>
          <a:xfrm flipH="1">
            <a:off x="8621623" y="1429844"/>
            <a:ext cx="1948" cy="3749040"/>
          </a:xfrm>
          <a:prstGeom prst="line">
            <a:avLst/>
          </a:prstGeom>
          <a:noFill/>
          <a:ln w="9525" cap="flat" cmpd="sng" algn="ctr">
            <a:solidFill>
              <a:sysClr val="window" lastClr="FFFFFF">
                <a:lumMod val="85000"/>
              </a:sysClr>
            </a:solidFill>
            <a:prstDash val="solid"/>
          </a:ln>
          <a:effectLst/>
        </p:spPr>
      </p:cxnSp>
      <p:cxnSp>
        <p:nvCxnSpPr>
          <p:cNvPr id="179" name="Straight Connector 178">
            <a:extLst>
              <a:ext uri="{FF2B5EF4-FFF2-40B4-BE49-F238E27FC236}">
                <a16:creationId xmlns:a16="http://schemas.microsoft.com/office/drawing/2014/main" id="{B4A1A127-413A-0FB2-FB64-83C6ABDBDF86}"/>
              </a:ext>
            </a:extLst>
          </p:cNvPr>
          <p:cNvCxnSpPr/>
          <p:nvPr/>
        </p:nvCxnSpPr>
        <p:spPr>
          <a:xfrm flipH="1">
            <a:off x="2270428" y="1429844"/>
            <a:ext cx="1948" cy="3749040"/>
          </a:xfrm>
          <a:prstGeom prst="line">
            <a:avLst/>
          </a:prstGeom>
          <a:noFill/>
          <a:ln w="9525" cap="flat" cmpd="sng" algn="ctr">
            <a:solidFill>
              <a:sysClr val="window" lastClr="FFFFFF">
                <a:lumMod val="85000"/>
              </a:sysClr>
            </a:solidFill>
            <a:prstDash val="solid"/>
          </a:ln>
          <a:effectLst/>
        </p:spPr>
      </p:cxnSp>
      <p:cxnSp>
        <p:nvCxnSpPr>
          <p:cNvPr id="180" name="Straight Connector 179">
            <a:extLst>
              <a:ext uri="{FF2B5EF4-FFF2-40B4-BE49-F238E27FC236}">
                <a16:creationId xmlns:a16="http://schemas.microsoft.com/office/drawing/2014/main" id="{0DDFC2E6-D0DE-C79F-C8DE-B3B1E2492A1B}"/>
              </a:ext>
            </a:extLst>
          </p:cNvPr>
          <p:cNvCxnSpPr/>
          <p:nvPr/>
        </p:nvCxnSpPr>
        <p:spPr>
          <a:xfrm flipH="1">
            <a:off x="3552143" y="1429844"/>
            <a:ext cx="1948" cy="3749040"/>
          </a:xfrm>
          <a:prstGeom prst="line">
            <a:avLst/>
          </a:prstGeom>
          <a:noFill/>
          <a:ln w="9525" cap="flat" cmpd="sng" algn="ctr">
            <a:solidFill>
              <a:sysClr val="window" lastClr="FFFFFF">
                <a:lumMod val="85000"/>
              </a:sysClr>
            </a:solidFill>
            <a:prstDash val="solid"/>
          </a:ln>
          <a:effectLst/>
        </p:spPr>
      </p:cxnSp>
      <p:cxnSp>
        <p:nvCxnSpPr>
          <p:cNvPr id="181" name="Straight Connector 180">
            <a:extLst>
              <a:ext uri="{FF2B5EF4-FFF2-40B4-BE49-F238E27FC236}">
                <a16:creationId xmlns:a16="http://schemas.microsoft.com/office/drawing/2014/main" id="{66568C38-59D0-9630-2B30-B01465359FF0}"/>
              </a:ext>
            </a:extLst>
          </p:cNvPr>
          <p:cNvCxnSpPr/>
          <p:nvPr/>
        </p:nvCxnSpPr>
        <p:spPr>
          <a:xfrm flipH="1">
            <a:off x="4810906" y="1429844"/>
            <a:ext cx="1948" cy="3749040"/>
          </a:xfrm>
          <a:prstGeom prst="line">
            <a:avLst/>
          </a:prstGeom>
          <a:noFill/>
          <a:ln w="9525" cap="flat" cmpd="sng" algn="ctr">
            <a:solidFill>
              <a:sysClr val="window" lastClr="FFFFFF">
                <a:lumMod val="85000"/>
              </a:sysClr>
            </a:solidFill>
            <a:prstDash val="solid"/>
          </a:ln>
          <a:effectLst/>
        </p:spPr>
      </p:cxnSp>
      <p:cxnSp>
        <p:nvCxnSpPr>
          <p:cNvPr id="182" name="Straight Arrow Connector 181">
            <a:extLst>
              <a:ext uri="{FF2B5EF4-FFF2-40B4-BE49-F238E27FC236}">
                <a16:creationId xmlns:a16="http://schemas.microsoft.com/office/drawing/2014/main" id="{D821EDC3-DC87-88D2-6ADB-6552F75EB04A}"/>
              </a:ext>
            </a:extLst>
          </p:cNvPr>
          <p:cNvCxnSpPr/>
          <p:nvPr/>
        </p:nvCxnSpPr>
        <p:spPr>
          <a:xfrm>
            <a:off x="1059692" y="1569223"/>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cxnSp>
        <p:nvCxnSpPr>
          <p:cNvPr id="183" name="Straight Arrow Connector 182">
            <a:extLst>
              <a:ext uri="{FF2B5EF4-FFF2-40B4-BE49-F238E27FC236}">
                <a16:creationId xmlns:a16="http://schemas.microsoft.com/office/drawing/2014/main" id="{D3E82C04-B5C7-230A-F6E4-FC8F764227F1}"/>
              </a:ext>
            </a:extLst>
          </p:cNvPr>
          <p:cNvCxnSpPr>
            <a:cxnSpLocks/>
          </p:cNvCxnSpPr>
          <p:nvPr/>
        </p:nvCxnSpPr>
        <p:spPr>
          <a:xfrm>
            <a:off x="1624241" y="2439450"/>
            <a:ext cx="1854221"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184" name="TextBox 183">
            <a:extLst>
              <a:ext uri="{FF2B5EF4-FFF2-40B4-BE49-F238E27FC236}">
                <a16:creationId xmlns:a16="http://schemas.microsoft.com/office/drawing/2014/main" id="{9812777C-4234-5553-342D-4A4B190FB2D3}"/>
              </a:ext>
            </a:extLst>
          </p:cNvPr>
          <p:cNvSpPr txBox="1"/>
          <p:nvPr/>
        </p:nvSpPr>
        <p:spPr>
          <a:xfrm>
            <a:off x="5322794" y="4927126"/>
            <a:ext cx="2415659" cy="169277"/>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1100" b="1" i="1" kern="0">
                <a:solidFill>
                  <a:srgbClr val="313131"/>
                </a:solidFill>
                <a:latin typeface="Calibri"/>
              </a:rPr>
              <a:t>Update Calls / Discussion Meetings</a:t>
            </a:r>
            <a:endParaRPr lang="en-IN" sz="1100" b="1" i="1" kern="0">
              <a:solidFill>
                <a:srgbClr val="313131"/>
              </a:solidFill>
              <a:latin typeface="Arial" panose="020B0604020202020204" pitchFamily="34" charset="0"/>
              <a:cs typeface="Arial" panose="020B0604020202020204" pitchFamily="34" charset="0"/>
            </a:endParaRPr>
          </a:p>
        </p:txBody>
      </p:sp>
      <p:sp>
        <p:nvSpPr>
          <p:cNvPr id="185" name="TextBox 184">
            <a:extLst>
              <a:ext uri="{FF2B5EF4-FFF2-40B4-BE49-F238E27FC236}">
                <a16:creationId xmlns:a16="http://schemas.microsoft.com/office/drawing/2014/main" id="{F8CA6BC0-1298-6931-52E8-4D02D0490C7E}"/>
              </a:ext>
            </a:extLst>
          </p:cNvPr>
          <p:cNvSpPr txBox="1"/>
          <p:nvPr/>
        </p:nvSpPr>
        <p:spPr>
          <a:xfrm>
            <a:off x="1025194" y="1499975"/>
            <a:ext cx="746567"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a:solidFill>
                  <a:srgbClr val="313131"/>
                </a:solidFill>
                <a:latin typeface="Arial" panose="020B0604020202020204" pitchFamily="34" charset="0"/>
                <a:cs typeface="Arial" panose="020B0604020202020204" pitchFamily="34" charset="0"/>
              </a:rPr>
              <a:t>Weeks</a:t>
            </a:r>
            <a:endParaRPr lang="en-IN" sz="900" b="1" i="1" kern="0">
              <a:solidFill>
                <a:srgbClr val="313131"/>
              </a:solidFill>
              <a:latin typeface="Arial" panose="020B0604020202020204" pitchFamily="34" charset="0"/>
              <a:cs typeface="Arial" panose="020B0604020202020204" pitchFamily="34" charset="0"/>
            </a:endParaRPr>
          </a:p>
        </p:txBody>
      </p:sp>
      <p:cxnSp>
        <p:nvCxnSpPr>
          <p:cNvPr id="186" name="Straight Connector 185">
            <a:extLst>
              <a:ext uri="{FF2B5EF4-FFF2-40B4-BE49-F238E27FC236}">
                <a16:creationId xmlns:a16="http://schemas.microsoft.com/office/drawing/2014/main" id="{1433155E-7F28-D774-0D3A-F049E5F3850D}"/>
              </a:ext>
            </a:extLst>
          </p:cNvPr>
          <p:cNvCxnSpPr/>
          <p:nvPr/>
        </p:nvCxnSpPr>
        <p:spPr>
          <a:xfrm flipH="1">
            <a:off x="1000189" y="1429844"/>
            <a:ext cx="1948" cy="3749040"/>
          </a:xfrm>
          <a:prstGeom prst="line">
            <a:avLst/>
          </a:prstGeom>
          <a:noFill/>
          <a:ln w="9525" cap="flat" cmpd="sng" algn="ctr">
            <a:solidFill>
              <a:sysClr val="window" lastClr="FFFFFF">
                <a:lumMod val="85000"/>
              </a:sysClr>
            </a:solidFill>
            <a:prstDash val="solid"/>
          </a:ln>
          <a:effectLst/>
        </p:spPr>
      </p:cxnSp>
      <p:sp>
        <p:nvSpPr>
          <p:cNvPr id="187" name="Rectangle 186">
            <a:extLst>
              <a:ext uri="{FF2B5EF4-FFF2-40B4-BE49-F238E27FC236}">
                <a16:creationId xmlns:a16="http://schemas.microsoft.com/office/drawing/2014/main" id="{8AABEE60-07C3-65A0-8C7C-143D84D567C2}"/>
              </a:ext>
            </a:extLst>
          </p:cNvPr>
          <p:cNvSpPr/>
          <p:nvPr/>
        </p:nvSpPr>
        <p:spPr bwMode="gray">
          <a:xfrm>
            <a:off x="744059" y="5251306"/>
            <a:ext cx="10422633" cy="865724"/>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a:solidFill>
                <a:prstClr val="white"/>
              </a:solidFill>
              <a:latin typeface="Arial" panose="020B0604020202020204" pitchFamily="34" charset="0"/>
              <a:cs typeface="Arial" panose="020B0604020202020204" pitchFamily="34" charset="0"/>
            </a:endParaRPr>
          </a:p>
        </p:txBody>
      </p:sp>
      <p:sp>
        <p:nvSpPr>
          <p:cNvPr id="188" name="TextBox 187">
            <a:extLst>
              <a:ext uri="{FF2B5EF4-FFF2-40B4-BE49-F238E27FC236}">
                <a16:creationId xmlns:a16="http://schemas.microsoft.com/office/drawing/2014/main" id="{D12DE771-40EE-6A80-B7B2-8D8A90B948E1}"/>
              </a:ext>
            </a:extLst>
          </p:cNvPr>
          <p:cNvSpPr txBox="1"/>
          <p:nvPr/>
        </p:nvSpPr>
        <p:spPr>
          <a:xfrm>
            <a:off x="1823582" y="2053611"/>
            <a:ext cx="683581" cy="24622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1. Kick off Meeting</a:t>
            </a:r>
            <a:endParaRPr kumimoji="0" lang="en-IN"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endParaRPr>
          </a:p>
        </p:txBody>
      </p:sp>
      <p:cxnSp>
        <p:nvCxnSpPr>
          <p:cNvPr id="189" name="Straight Connector 188">
            <a:extLst>
              <a:ext uri="{FF2B5EF4-FFF2-40B4-BE49-F238E27FC236}">
                <a16:creationId xmlns:a16="http://schemas.microsoft.com/office/drawing/2014/main" id="{183F619E-649A-DECE-737C-56C18D312938}"/>
              </a:ext>
            </a:extLst>
          </p:cNvPr>
          <p:cNvCxnSpPr/>
          <p:nvPr/>
        </p:nvCxnSpPr>
        <p:spPr>
          <a:xfrm>
            <a:off x="1624241" y="1719450"/>
            <a:ext cx="0" cy="396000"/>
          </a:xfrm>
          <a:prstGeom prst="line">
            <a:avLst/>
          </a:prstGeom>
          <a:noFill/>
          <a:ln w="9525" cap="flat" cmpd="sng" algn="ctr">
            <a:solidFill>
              <a:sysClr val="windowText" lastClr="000000"/>
            </a:solidFill>
            <a:prstDash val="solid"/>
          </a:ln>
          <a:effectLst/>
        </p:spPr>
      </p:cxnSp>
      <p:sp>
        <p:nvSpPr>
          <p:cNvPr id="190" name="TextBox 189">
            <a:extLst>
              <a:ext uri="{FF2B5EF4-FFF2-40B4-BE49-F238E27FC236}">
                <a16:creationId xmlns:a16="http://schemas.microsoft.com/office/drawing/2014/main" id="{407546CD-E6B1-3BD3-EB73-164F1E74380A}"/>
              </a:ext>
            </a:extLst>
          </p:cNvPr>
          <p:cNvSpPr txBox="1"/>
          <p:nvPr/>
        </p:nvSpPr>
        <p:spPr>
          <a:xfrm>
            <a:off x="749644" y="5185802"/>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91" name="TextBox 190">
            <a:extLst>
              <a:ext uri="{FF2B5EF4-FFF2-40B4-BE49-F238E27FC236}">
                <a16:creationId xmlns:a16="http://schemas.microsoft.com/office/drawing/2014/main" id="{E7B8D6D8-4C5D-4291-3146-321F97507B65}"/>
              </a:ext>
            </a:extLst>
          </p:cNvPr>
          <p:cNvSpPr txBox="1"/>
          <p:nvPr/>
        </p:nvSpPr>
        <p:spPr>
          <a:xfrm>
            <a:off x="965001" y="2509931"/>
            <a:ext cx="2734420" cy="123111"/>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Stakeholder Interactions – As-Is Assessment</a:t>
            </a:r>
            <a:endParaRPr kumimoji="0" lang="en-IN" sz="800" b="0"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endParaRPr>
          </a:p>
        </p:txBody>
      </p:sp>
      <p:cxnSp>
        <p:nvCxnSpPr>
          <p:cNvPr id="192" name="Straight Arrow Connector 191">
            <a:extLst>
              <a:ext uri="{FF2B5EF4-FFF2-40B4-BE49-F238E27FC236}">
                <a16:creationId xmlns:a16="http://schemas.microsoft.com/office/drawing/2014/main" id="{4330A6EE-BAAB-52E6-4AF9-63E1C82A82A8}"/>
              </a:ext>
            </a:extLst>
          </p:cNvPr>
          <p:cNvCxnSpPr>
            <a:cxnSpLocks/>
          </p:cNvCxnSpPr>
          <p:nvPr/>
        </p:nvCxnSpPr>
        <p:spPr>
          <a:xfrm>
            <a:off x="1002137" y="4847547"/>
            <a:ext cx="10157316"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cxnSp>
        <p:nvCxnSpPr>
          <p:cNvPr id="193" name="Straight Connector 192">
            <a:extLst>
              <a:ext uri="{FF2B5EF4-FFF2-40B4-BE49-F238E27FC236}">
                <a16:creationId xmlns:a16="http://schemas.microsoft.com/office/drawing/2014/main" id="{542B3E0A-0B32-E7B5-3355-2799C4C61CA5}"/>
              </a:ext>
            </a:extLst>
          </p:cNvPr>
          <p:cNvCxnSpPr>
            <a:cxnSpLocks/>
          </p:cNvCxnSpPr>
          <p:nvPr/>
        </p:nvCxnSpPr>
        <p:spPr>
          <a:xfrm>
            <a:off x="996337" y="5163645"/>
            <a:ext cx="10170356" cy="38568"/>
          </a:xfrm>
          <a:prstGeom prst="line">
            <a:avLst/>
          </a:prstGeom>
          <a:noFill/>
          <a:ln w="9525" cap="flat" cmpd="sng" algn="ctr">
            <a:solidFill>
              <a:sysClr val="window" lastClr="FFFFFF">
                <a:lumMod val="75000"/>
              </a:sysClr>
            </a:solidFill>
            <a:prstDash val="solid"/>
          </a:ln>
          <a:effectLst/>
        </p:spPr>
      </p:cxnSp>
      <p:sp>
        <p:nvSpPr>
          <p:cNvPr id="194" name="Flowchart: Decision 193">
            <a:extLst>
              <a:ext uri="{FF2B5EF4-FFF2-40B4-BE49-F238E27FC236}">
                <a16:creationId xmlns:a16="http://schemas.microsoft.com/office/drawing/2014/main" id="{6CC65FE1-477D-839D-7740-0C9DC43BD428}"/>
              </a:ext>
            </a:extLst>
          </p:cNvPr>
          <p:cNvSpPr/>
          <p:nvPr/>
        </p:nvSpPr>
        <p:spPr bwMode="gray">
          <a:xfrm rot="5400000">
            <a:off x="2200396" y="4780521"/>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sp>
        <p:nvSpPr>
          <p:cNvPr id="195" name="Flowchart: Decision 194">
            <a:extLst>
              <a:ext uri="{FF2B5EF4-FFF2-40B4-BE49-F238E27FC236}">
                <a16:creationId xmlns:a16="http://schemas.microsoft.com/office/drawing/2014/main" id="{D3194B62-513B-ED94-D776-C5D87B487F86}"/>
              </a:ext>
            </a:extLst>
          </p:cNvPr>
          <p:cNvSpPr/>
          <p:nvPr/>
        </p:nvSpPr>
        <p:spPr bwMode="gray">
          <a:xfrm rot="5400000">
            <a:off x="7285212" y="4778733"/>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sp>
        <p:nvSpPr>
          <p:cNvPr id="196" name="Flowchart: Decision 195">
            <a:extLst>
              <a:ext uri="{FF2B5EF4-FFF2-40B4-BE49-F238E27FC236}">
                <a16:creationId xmlns:a16="http://schemas.microsoft.com/office/drawing/2014/main" id="{80F6C460-CC3B-E325-8FFF-4EF360C91B55}"/>
              </a:ext>
            </a:extLst>
          </p:cNvPr>
          <p:cNvSpPr/>
          <p:nvPr/>
        </p:nvSpPr>
        <p:spPr bwMode="gray">
          <a:xfrm rot="5400000">
            <a:off x="4747014" y="4772210"/>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graphicFrame>
        <p:nvGraphicFramePr>
          <p:cNvPr id="197" name="Table 196">
            <a:extLst>
              <a:ext uri="{FF2B5EF4-FFF2-40B4-BE49-F238E27FC236}">
                <a16:creationId xmlns:a16="http://schemas.microsoft.com/office/drawing/2014/main" id="{CEACD13E-9212-9F03-D8B6-5C48696669BA}"/>
              </a:ext>
            </a:extLst>
          </p:cNvPr>
          <p:cNvGraphicFramePr>
            <a:graphicFrameLocks noGrp="1"/>
          </p:cNvGraphicFramePr>
          <p:nvPr>
            <p:extLst>
              <p:ext uri="{D42A27DB-BD31-4B8C-83A1-F6EECF244321}">
                <p14:modId xmlns:p14="http://schemas.microsoft.com/office/powerpoint/2010/main" val="1704658872"/>
              </p:ext>
            </p:extLst>
          </p:nvPr>
        </p:nvGraphicFramePr>
        <p:xfrm>
          <a:off x="912972" y="5391980"/>
          <a:ext cx="1978361" cy="640080"/>
        </p:xfrm>
        <a:graphic>
          <a:graphicData uri="http://schemas.openxmlformats.org/drawingml/2006/table">
            <a:tbl>
              <a:tblPr firstRow="1" bandRow="1"/>
              <a:tblGrid>
                <a:gridCol w="306727">
                  <a:extLst>
                    <a:ext uri="{9D8B030D-6E8A-4147-A177-3AD203B41FA5}">
                      <a16:colId xmlns:a16="http://schemas.microsoft.com/office/drawing/2014/main" val="1412291399"/>
                    </a:ext>
                  </a:extLst>
                </a:gridCol>
                <a:gridCol w="1671634">
                  <a:extLst>
                    <a:ext uri="{9D8B030D-6E8A-4147-A177-3AD203B41FA5}">
                      <a16:colId xmlns:a16="http://schemas.microsoft.com/office/drawing/2014/main" val="2927740918"/>
                    </a:ext>
                  </a:extLst>
                </a:gridCol>
              </a:tblGrid>
              <a:tr h="227742">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endParaRPr lang="en-US" sz="1000"/>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r>
                        <a:rPr lang="en-US" sz="1000"/>
                        <a:t>Deliverable</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extLst>
                  <a:ext uri="{0D108BD9-81ED-4DB2-BD59-A6C34878D82A}">
                    <a16:rowId xmlns:a16="http://schemas.microsoft.com/office/drawing/2014/main" val="1854898771"/>
                  </a:ext>
                </a:extLst>
              </a:tr>
              <a:tr h="394158">
                <a:tc gridSpan="2">
                  <a:txBody>
                    <a:bodyPr/>
                    <a:lstStyle>
                      <a:lvl1pPr marL="0" algn="l" defTabSz="1150154" rtl="0" eaLnBrk="1" latinLnBrk="0" hangingPunct="1">
                        <a:defRPr sz="2264" kern="1200">
                          <a:solidFill>
                            <a:schemeClr val="tx1"/>
                          </a:solidFill>
                          <a:latin typeface="Calibri"/>
                        </a:defRPr>
                      </a:lvl1pPr>
                      <a:lvl2pPr marL="575077" algn="l" defTabSz="1150154" rtl="0" eaLnBrk="1" latinLnBrk="0" hangingPunct="1">
                        <a:defRPr sz="2264" kern="1200">
                          <a:solidFill>
                            <a:schemeClr val="tx1"/>
                          </a:solidFill>
                          <a:latin typeface="Calibri"/>
                        </a:defRPr>
                      </a:lvl2pPr>
                      <a:lvl3pPr marL="1150154" algn="l" defTabSz="1150154" rtl="0" eaLnBrk="1" latinLnBrk="0" hangingPunct="1">
                        <a:defRPr sz="2264" kern="1200">
                          <a:solidFill>
                            <a:schemeClr val="tx1"/>
                          </a:solidFill>
                          <a:latin typeface="Calibri"/>
                        </a:defRPr>
                      </a:lvl3pPr>
                      <a:lvl4pPr marL="1725231" algn="l" defTabSz="1150154" rtl="0" eaLnBrk="1" latinLnBrk="0" hangingPunct="1">
                        <a:defRPr sz="2264" kern="1200">
                          <a:solidFill>
                            <a:schemeClr val="tx1"/>
                          </a:solidFill>
                          <a:latin typeface="Calibri"/>
                        </a:defRPr>
                      </a:lvl4pPr>
                      <a:lvl5pPr marL="2300309" algn="l" defTabSz="1150154" rtl="0" eaLnBrk="1" latinLnBrk="0" hangingPunct="1">
                        <a:defRPr sz="2264" kern="1200">
                          <a:solidFill>
                            <a:schemeClr val="tx1"/>
                          </a:solidFill>
                          <a:latin typeface="Calibri"/>
                        </a:defRPr>
                      </a:lvl5pPr>
                      <a:lvl6pPr marL="2875386" algn="l" defTabSz="1150154" rtl="0" eaLnBrk="1" latinLnBrk="0" hangingPunct="1">
                        <a:defRPr sz="2264" kern="1200">
                          <a:solidFill>
                            <a:schemeClr val="tx1"/>
                          </a:solidFill>
                          <a:latin typeface="Calibri"/>
                        </a:defRPr>
                      </a:lvl6pPr>
                      <a:lvl7pPr marL="3450463" algn="l" defTabSz="1150154" rtl="0" eaLnBrk="1" latinLnBrk="0" hangingPunct="1">
                        <a:defRPr sz="2264" kern="1200">
                          <a:solidFill>
                            <a:schemeClr val="tx1"/>
                          </a:solidFill>
                          <a:latin typeface="Calibri"/>
                        </a:defRPr>
                      </a:lvl7pPr>
                      <a:lvl8pPr marL="4025540" algn="l" defTabSz="1150154" rtl="0" eaLnBrk="1" latinLnBrk="0" hangingPunct="1">
                        <a:defRPr sz="2264" kern="1200">
                          <a:solidFill>
                            <a:schemeClr val="tx1"/>
                          </a:solidFill>
                          <a:latin typeface="Calibri"/>
                        </a:defRPr>
                      </a:lvl8pPr>
                      <a:lvl9pPr marL="4600616" algn="l" defTabSz="1150154" rtl="0" eaLnBrk="1" latinLnBrk="0" hangingPunct="1">
                        <a:defRPr sz="2264" kern="1200">
                          <a:solidFill>
                            <a:schemeClr val="tx1"/>
                          </a:solidFill>
                          <a:latin typeface="Calibri"/>
                        </a:defRPr>
                      </a:lvl9pPr>
                    </a:lstStyle>
                    <a:p>
                      <a:r>
                        <a:rPr lang="en-US" sz="1000"/>
                        <a:t>To be submitted to ADB for comments</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solidFill>
                      <a:srgbClr val="43B02A">
                        <a:alpha val="20000"/>
                      </a:srgbClr>
                    </a:solidFill>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198" name="Table 197">
            <a:extLst>
              <a:ext uri="{FF2B5EF4-FFF2-40B4-BE49-F238E27FC236}">
                <a16:creationId xmlns:a16="http://schemas.microsoft.com/office/drawing/2014/main" id="{A5AB30A2-152D-EC0B-907B-D26815BE3B6D}"/>
              </a:ext>
            </a:extLst>
          </p:cNvPr>
          <p:cNvGraphicFramePr>
            <a:graphicFrameLocks noGrp="1"/>
          </p:cNvGraphicFramePr>
          <p:nvPr>
            <p:extLst>
              <p:ext uri="{D42A27DB-BD31-4B8C-83A1-F6EECF244321}">
                <p14:modId xmlns:p14="http://schemas.microsoft.com/office/powerpoint/2010/main" val="1826796485"/>
              </p:ext>
            </p:extLst>
          </p:nvPr>
        </p:nvGraphicFramePr>
        <p:xfrm>
          <a:off x="3011718" y="5402236"/>
          <a:ext cx="2929770" cy="640080"/>
        </p:xfrm>
        <a:graphic>
          <a:graphicData uri="http://schemas.openxmlformats.org/drawingml/2006/table">
            <a:tbl>
              <a:tblPr firstRow="1" bandRow="1"/>
              <a:tblGrid>
                <a:gridCol w="422099">
                  <a:extLst>
                    <a:ext uri="{9D8B030D-6E8A-4147-A177-3AD203B41FA5}">
                      <a16:colId xmlns:a16="http://schemas.microsoft.com/office/drawing/2014/main" val="1412291399"/>
                    </a:ext>
                  </a:extLst>
                </a:gridCol>
                <a:gridCol w="2507671">
                  <a:extLst>
                    <a:ext uri="{9D8B030D-6E8A-4147-A177-3AD203B41FA5}">
                      <a16:colId xmlns:a16="http://schemas.microsoft.com/office/drawing/2014/main" val="2927740918"/>
                    </a:ext>
                  </a:extLst>
                </a:gridCol>
              </a:tblGrid>
              <a:tr h="227742">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endParaRPr lang="en-US" sz="1000"/>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r>
                        <a:rPr lang="en-US" sz="1000"/>
                        <a:t>Stakeholder Meeting (Visit to Bhutan)</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extLst>
                  <a:ext uri="{0D108BD9-81ED-4DB2-BD59-A6C34878D82A}">
                    <a16:rowId xmlns:a16="http://schemas.microsoft.com/office/drawing/2014/main" val="1854898771"/>
                  </a:ext>
                </a:extLst>
              </a:tr>
              <a:tr h="227742">
                <a:tc gridSpan="2">
                  <a:txBody>
                    <a:bodyPr/>
                    <a:lstStyle>
                      <a:lvl1pPr marL="0" algn="l" defTabSz="1150154" rtl="0" eaLnBrk="1" latinLnBrk="0" hangingPunct="1">
                        <a:defRPr sz="2264" kern="1200">
                          <a:solidFill>
                            <a:schemeClr val="tx1"/>
                          </a:solidFill>
                          <a:latin typeface="Calibri"/>
                        </a:defRPr>
                      </a:lvl1pPr>
                      <a:lvl2pPr marL="575077" algn="l" defTabSz="1150154" rtl="0" eaLnBrk="1" latinLnBrk="0" hangingPunct="1">
                        <a:defRPr sz="2264" kern="1200">
                          <a:solidFill>
                            <a:schemeClr val="tx1"/>
                          </a:solidFill>
                          <a:latin typeface="Calibri"/>
                        </a:defRPr>
                      </a:lvl2pPr>
                      <a:lvl3pPr marL="1150154" algn="l" defTabSz="1150154" rtl="0" eaLnBrk="1" latinLnBrk="0" hangingPunct="1">
                        <a:defRPr sz="2264" kern="1200">
                          <a:solidFill>
                            <a:schemeClr val="tx1"/>
                          </a:solidFill>
                          <a:latin typeface="Calibri"/>
                        </a:defRPr>
                      </a:lvl3pPr>
                      <a:lvl4pPr marL="1725231" algn="l" defTabSz="1150154" rtl="0" eaLnBrk="1" latinLnBrk="0" hangingPunct="1">
                        <a:defRPr sz="2264" kern="1200">
                          <a:solidFill>
                            <a:schemeClr val="tx1"/>
                          </a:solidFill>
                          <a:latin typeface="Calibri"/>
                        </a:defRPr>
                      </a:lvl4pPr>
                      <a:lvl5pPr marL="2300309" algn="l" defTabSz="1150154" rtl="0" eaLnBrk="1" latinLnBrk="0" hangingPunct="1">
                        <a:defRPr sz="2264" kern="1200">
                          <a:solidFill>
                            <a:schemeClr val="tx1"/>
                          </a:solidFill>
                          <a:latin typeface="Calibri"/>
                        </a:defRPr>
                      </a:lvl5pPr>
                      <a:lvl6pPr marL="2875386" algn="l" defTabSz="1150154" rtl="0" eaLnBrk="1" latinLnBrk="0" hangingPunct="1">
                        <a:defRPr sz="2264" kern="1200">
                          <a:solidFill>
                            <a:schemeClr val="tx1"/>
                          </a:solidFill>
                          <a:latin typeface="Calibri"/>
                        </a:defRPr>
                      </a:lvl6pPr>
                      <a:lvl7pPr marL="3450463" algn="l" defTabSz="1150154" rtl="0" eaLnBrk="1" latinLnBrk="0" hangingPunct="1">
                        <a:defRPr sz="2264" kern="1200">
                          <a:solidFill>
                            <a:schemeClr val="tx1"/>
                          </a:solidFill>
                          <a:latin typeface="Calibri"/>
                        </a:defRPr>
                      </a:lvl7pPr>
                      <a:lvl8pPr marL="4025540" algn="l" defTabSz="1150154" rtl="0" eaLnBrk="1" latinLnBrk="0" hangingPunct="1">
                        <a:defRPr sz="2264" kern="1200">
                          <a:solidFill>
                            <a:schemeClr val="tx1"/>
                          </a:solidFill>
                          <a:latin typeface="Calibri"/>
                        </a:defRPr>
                      </a:lvl8pPr>
                      <a:lvl9pPr marL="4600616" algn="l" defTabSz="1150154" rtl="0" eaLnBrk="1" latinLnBrk="0" hangingPunct="1">
                        <a:defRPr sz="2264" kern="1200">
                          <a:solidFill>
                            <a:schemeClr val="tx1"/>
                          </a:solidFill>
                          <a:latin typeface="Calibri"/>
                        </a:defRPr>
                      </a:lvl9pPr>
                    </a:lstStyle>
                    <a:p>
                      <a:r>
                        <a:rPr lang="en-US" sz="1000"/>
                        <a:t>Attendees: Utility stakeholders, ADB counterparts and Deloitte project team</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solidFill>
                      <a:srgbClr val="43B02A">
                        <a:alpha val="20000"/>
                      </a:srgbClr>
                    </a:solidFill>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199" name="Table 198">
            <a:extLst>
              <a:ext uri="{FF2B5EF4-FFF2-40B4-BE49-F238E27FC236}">
                <a16:creationId xmlns:a16="http://schemas.microsoft.com/office/drawing/2014/main" id="{711EACF1-C813-1F85-D58A-3FE907C52361}"/>
              </a:ext>
            </a:extLst>
          </p:cNvPr>
          <p:cNvGraphicFramePr>
            <a:graphicFrameLocks noGrp="1"/>
          </p:cNvGraphicFramePr>
          <p:nvPr>
            <p:extLst>
              <p:ext uri="{D42A27DB-BD31-4B8C-83A1-F6EECF244321}">
                <p14:modId xmlns:p14="http://schemas.microsoft.com/office/powerpoint/2010/main" val="3456758426"/>
              </p:ext>
            </p:extLst>
          </p:nvPr>
        </p:nvGraphicFramePr>
        <p:xfrm>
          <a:off x="6061872" y="5401455"/>
          <a:ext cx="2544703" cy="640080"/>
        </p:xfrm>
        <a:graphic>
          <a:graphicData uri="http://schemas.openxmlformats.org/drawingml/2006/table">
            <a:tbl>
              <a:tblPr firstRow="1" bandRow="1"/>
              <a:tblGrid>
                <a:gridCol w="366621">
                  <a:extLst>
                    <a:ext uri="{9D8B030D-6E8A-4147-A177-3AD203B41FA5}">
                      <a16:colId xmlns:a16="http://schemas.microsoft.com/office/drawing/2014/main" val="1412291399"/>
                    </a:ext>
                  </a:extLst>
                </a:gridCol>
                <a:gridCol w="2178082">
                  <a:extLst>
                    <a:ext uri="{9D8B030D-6E8A-4147-A177-3AD203B41FA5}">
                      <a16:colId xmlns:a16="http://schemas.microsoft.com/office/drawing/2014/main" val="2927740918"/>
                    </a:ext>
                  </a:extLst>
                </a:gridCol>
              </a:tblGrid>
              <a:tr h="227742">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endParaRPr lang="en-US" sz="1000"/>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r>
                        <a:rPr lang="en-US" sz="1000"/>
                        <a:t>Virtual Meeting</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extLst>
                  <a:ext uri="{0D108BD9-81ED-4DB2-BD59-A6C34878D82A}">
                    <a16:rowId xmlns:a16="http://schemas.microsoft.com/office/drawing/2014/main" val="1854898771"/>
                  </a:ext>
                </a:extLst>
              </a:tr>
              <a:tr h="227742">
                <a:tc gridSpan="2">
                  <a:txBody>
                    <a:bodyPr/>
                    <a:lstStyle>
                      <a:lvl1pPr marL="0" algn="l" defTabSz="1150154" rtl="0" eaLnBrk="1" latinLnBrk="0" hangingPunct="1">
                        <a:defRPr sz="2264" kern="1200">
                          <a:solidFill>
                            <a:schemeClr val="tx1"/>
                          </a:solidFill>
                          <a:latin typeface="Calibri"/>
                        </a:defRPr>
                      </a:lvl1pPr>
                      <a:lvl2pPr marL="575077" algn="l" defTabSz="1150154" rtl="0" eaLnBrk="1" latinLnBrk="0" hangingPunct="1">
                        <a:defRPr sz="2264" kern="1200">
                          <a:solidFill>
                            <a:schemeClr val="tx1"/>
                          </a:solidFill>
                          <a:latin typeface="Calibri"/>
                        </a:defRPr>
                      </a:lvl2pPr>
                      <a:lvl3pPr marL="1150154" algn="l" defTabSz="1150154" rtl="0" eaLnBrk="1" latinLnBrk="0" hangingPunct="1">
                        <a:defRPr sz="2264" kern="1200">
                          <a:solidFill>
                            <a:schemeClr val="tx1"/>
                          </a:solidFill>
                          <a:latin typeface="Calibri"/>
                        </a:defRPr>
                      </a:lvl3pPr>
                      <a:lvl4pPr marL="1725231" algn="l" defTabSz="1150154" rtl="0" eaLnBrk="1" latinLnBrk="0" hangingPunct="1">
                        <a:defRPr sz="2264" kern="1200">
                          <a:solidFill>
                            <a:schemeClr val="tx1"/>
                          </a:solidFill>
                          <a:latin typeface="Calibri"/>
                        </a:defRPr>
                      </a:lvl4pPr>
                      <a:lvl5pPr marL="2300309" algn="l" defTabSz="1150154" rtl="0" eaLnBrk="1" latinLnBrk="0" hangingPunct="1">
                        <a:defRPr sz="2264" kern="1200">
                          <a:solidFill>
                            <a:schemeClr val="tx1"/>
                          </a:solidFill>
                          <a:latin typeface="Calibri"/>
                        </a:defRPr>
                      </a:lvl5pPr>
                      <a:lvl6pPr marL="2875386" algn="l" defTabSz="1150154" rtl="0" eaLnBrk="1" latinLnBrk="0" hangingPunct="1">
                        <a:defRPr sz="2264" kern="1200">
                          <a:solidFill>
                            <a:schemeClr val="tx1"/>
                          </a:solidFill>
                          <a:latin typeface="Calibri"/>
                        </a:defRPr>
                      </a:lvl6pPr>
                      <a:lvl7pPr marL="3450463" algn="l" defTabSz="1150154" rtl="0" eaLnBrk="1" latinLnBrk="0" hangingPunct="1">
                        <a:defRPr sz="2264" kern="1200">
                          <a:solidFill>
                            <a:schemeClr val="tx1"/>
                          </a:solidFill>
                          <a:latin typeface="Calibri"/>
                        </a:defRPr>
                      </a:lvl7pPr>
                      <a:lvl8pPr marL="4025540" algn="l" defTabSz="1150154" rtl="0" eaLnBrk="1" latinLnBrk="0" hangingPunct="1">
                        <a:defRPr sz="2264" kern="1200">
                          <a:solidFill>
                            <a:schemeClr val="tx1"/>
                          </a:solidFill>
                          <a:latin typeface="Calibri"/>
                        </a:defRPr>
                      </a:lvl8pPr>
                      <a:lvl9pPr marL="4600616" algn="l" defTabSz="1150154" rtl="0" eaLnBrk="1" latinLnBrk="0" hangingPunct="1">
                        <a:defRPr sz="2264" kern="1200">
                          <a:solidFill>
                            <a:schemeClr val="tx1"/>
                          </a:solidFill>
                          <a:latin typeface="Calibri"/>
                        </a:defRPr>
                      </a:lvl9pPr>
                    </a:lstStyle>
                    <a:p>
                      <a:r>
                        <a:rPr lang="en-US" sz="1000"/>
                        <a:t>Utility stakeholders, ADB counterparts and Deloitte project team</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solidFill>
                      <a:srgbClr val="43B02A">
                        <a:alpha val="20000"/>
                      </a:srgbClr>
                    </a:solidFill>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200" name="Table 199">
            <a:extLst>
              <a:ext uri="{FF2B5EF4-FFF2-40B4-BE49-F238E27FC236}">
                <a16:creationId xmlns:a16="http://schemas.microsoft.com/office/drawing/2014/main" id="{9CC9BE90-CE30-CB6F-1E97-24E52D939DF2}"/>
              </a:ext>
            </a:extLst>
          </p:cNvPr>
          <p:cNvGraphicFramePr>
            <a:graphicFrameLocks noGrp="1"/>
          </p:cNvGraphicFramePr>
          <p:nvPr>
            <p:extLst>
              <p:ext uri="{D42A27DB-BD31-4B8C-83A1-F6EECF244321}">
                <p14:modId xmlns:p14="http://schemas.microsoft.com/office/powerpoint/2010/main" val="3118289021"/>
              </p:ext>
            </p:extLst>
          </p:nvPr>
        </p:nvGraphicFramePr>
        <p:xfrm>
          <a:off x="8726959" y="5401455"/>
          <a:ext cx="2319349" cy="640080"/>
        </p:xfrm>
        <a:graphic>
          <a:graphicData uri="http://schemas.openxmlformats.org/drawingml/2006/table">
            <a:tbl>
              <a:tblPr firstRow="1" bandRow="1"/>
              <a:tblGrid>
                <a:gridCol w="334154">
                  <a:extLst>
                    <a:ext uri="{9D8B030D-6E8A-4147-A177-3AD203B41FA5}">
                      <a16:colId xmlns:a16="http://schemas.microsoft.com/office/drawing/2014/main" val="1412291399"/>
                    </a:ext>
                  </a:extLst>
                </a:gridCol>
                <a:gridCol w="1985195">
                  <a:extLst>
                    <a:ext uri="{9D8B030D-6E8A-4147-A177-3AD203B41FA5}">
                      <a16:colId xmlns:a16="http://schemas.microsoft.com/office/drawing/2014/main" val="2927740918"/>
                    </a:ext>
                  </a:extLst>
                </a:gridCol>
              </a:tblGrid>
              <a:tr h="227742">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endParaRPr lang="en-US" sz="1000"/>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tc>
                  <a:txBody>
                    <a:bodyPr/>
                    <a:lstStyle>
                      <a:lvl1pPr marL="0" algn="l" defTabSz="1150154" rtl="0" eaLnBrk="1" latinLnBrk="0" hangingPunct="1">
                        <a:defRPr sz="2264" b="1" kern="1200">
                          <a:solidFill>
                            <a:schemeClr val="tx1"/>
                          </a:solidFill>
                          <a:latin typeface="Calibri"/>
                        </a:defRPr>
                      </a:lvl1pPr>
                      <a:lvl2pPr marL="575077" algn="l" defTabSz="1150154" rtl="0" eaLnBrk="1" latinLnBrk="0" hangingPunct="1">
                        <a:defRPr sz="2264" b="1" kern="1200">
                          <a:solidFill>
                            <a:schemeClr val="tx1"/>
                          </a:solidFill>
                          <a:latin typeface="Calibri"/>
                        </a:defRPr>
                      </a:lvl2pPr>
                      <a:lvl3pPr marL="1150154" algn="l" defTabSz="1150154" rtl="0" eaLnBrk="1" latinLnBrk="0" hangingPunct="1">
                        <a:defRPr sz="2264" b="1" kern="1200">
                          <a:solidFill>
                            <a:schemeClr val="tx1"/>
                          </a:solidFill>
                          <a:latin typeface="Calibri"/>
                        </a:defRPr>
                      </a:lvl3pPr>
                      <a:lvl4pPr marL="1725231" algn="l" defTabSz="1150154" rtl="0" eaLnBrk="1" latinLnBrk="0" hangingPunct="1">
                        <a:defRPr sz="2264" b="1" kern="1200">
                          <a:solidFill>
                            <a:schemeClr val="tx1"/>
                          </a:solidFill>
                          <a:latin typeface="Calibri"/>
                        </a:defRPr>
                      </a:lvl4pPr>
                      <a:lvl5pPr marL="2300309" algn="l" defTabSz="1150154" rtl="0" eaLnBrk="1" latinLnBrk="0" hangingPunct="1">
                        <a:defRPr sz="2264" b="1" kern="1200">
                          <a:solidFill>
                            <a:schemeClr val="tx1"/>
                          </a:solidFill>
                          <a:latin typeface="Calibri"/>
                        </a:defRPr>
                      </a:lvl5pPr>
                      <a:lvl6pPr marL="2875386" algn="l" defTabSz="1150154" rtl="0" eaLnBrk="1" latinLnBrk="0" hangingPunct="1">
                        <a:defRPr sz="2264" b="1" kern="1200">
                          <a:solidFill>
                            <a:schemeClr val="tx1"/>
                          </a:solidFill>
                          <a:latin typeface="Calibri"/>
                        </a:defRPr>
                      </a:lvl6pPr>
                      <a:lvl7pPr marL="3450463" algn="l" defTabSz="1150154" rtl="0" eaLnBrk="1" latinLnBrk="0" hangingPunct="1">
                        <a:defRPr sz="2264" b="1" kern="1200">
                          <a:solidFill>
                            <a:schemeClr val="tx1"/>
                          </a:solidFill>
                          <a:latin typeface="Calibri"/>
                        </a:defRPr>
                      </a:lvl7pPr>
                      <a:lvl8pPr marL="4025540" algn="l" defTabSz="1150154" rtl="0" eaLnBrk="1" latinLnBrk="0" hangingPunct="1">
                        <a:defRPr sz="2264" b="1" kern="1200">
                          <a:solidFill>
                            <a:schemeClr val="tx1"/>
                          </a:solidFill>
                          <a:latin typeface="Calibri"/>
                        </a:defRPr>
                      </a:lvl8pPr>
                      <a:lvl9pPr marL="4600616" algn="l" defTabSz="1150154" rtl="0" eaLnBrk="1" latinLnBrk="0" hangingPunct="1">
                        <a:defRPr sz="2264" b="1" kern="1200">
                          <a:solidFill>
                            <a:schemeClr val="tx1"/>
                          </a:solidFill>
                          <a:latin typeface="Calibri"/>
                        </a:defRPr>
                      </a:lvl9pPr>
                    </a:lstStyle>
                    <a:p>
                      <a:r>
                        <a:rPr lang="en-US" sz="1000"/>
                        <a:t>Working Team Meetings</a:t>
                      </a:r>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noFill/>
                  </a:tcPr>
                </a:tc>
                <a:extLst>
                  <a:ext uri="{0D108BD9-81ED-4DB2-BD59-A6C34878D82A}">
                    <a16:rowId xmlns:a16="http://schemas.microsoft.com/office/drawing/2014/main" val="1854898771"/>
                  </a:ext>
                </a:extLst>
              </a:tr>
              <a:tr h="227742">
                <a:tc gridSpan="2">
                  <a:txBody>
                    <a:bodyPr/>
                    <a:lstStyle>
                      <a:lvl1pPr marL="0" algn="l" defTabSz="1150154" rtl="0" eaLnBrk="1" latinLnBrk="0" hangingPunct="1">
                        <a:defRPr sz="2264" kern="1200">
                          <a:solidFill>
                            <a:schemeClr val="tx1"/>
                          </a:solidFill>
                          <a:latin typeface="Calibri"/>
                        </a:defRPr>
                      </a:lvl1pPr>
                      <a:lvl2pPr marL="575077" algn="l" defTabSz="1150154" rtl="0" eaLnBrk="1" latinLnBrk="0" hangingPunct="1">
                        <a:defRPr sz="2264" kern="1200">
                          <a:solidFill>
                            <a:schemeClr val="tx1"/>
                          </a:solidFill>
                          <a:latin typeface="Calibri"/>
                        </a:defRPr>
                      </a:lvl2pPr>
                      <a:lvl3pPr marL="1150154" algn="l" defTabSz="1150154" rtl="0" eaLnBrk="1" latinLnBrk="0" hangingPunct="1">
                        <a:defRPr sz="2264" kern="1200">
                          <a:solidFill>
                            <a:schemeClr val="tx1"/>
                          </a:solidFill>
                          <a:latin typeface="Calibri"/>
                        </a:defRPr>
                      </a:lvl3pPr>
                      <a:lvl4pPr marL="1725231" algn="l" defTabSz="1150154" rtl="0" eaLnBrk="1" latinLnBrk="0" hangingPunct="1">
                        <a:defRPr sz="2264" kern="1200">
                          <a:solidFill>
                            <a:schemeClr val="tx1"/>
                          </a:solidFill>
                          <a:latin typeface="Calibri"/>
                        </a:defRPr>
                      </a:lvl4pPr>
                      <a:lvl5pPr marL="2300309" algn="l" defTabSz="1150154" rtl="0" eaLnBrk="1" latinLnBrk="0" hangingPunct="1">
                        <a:defRPr sz="2264" kern="1200">
                          <a:solidFill>
                            <a:schemeClr val="tx1"/>
                          </a:solidFill>
                          <a:latin typeface="Calibri"/>
                        </a:defRPr>
                      </a:lvl5pPr>
                      <a:lvl6pPr marL="2875386" algn="l" defTabSz="1150154" rtl="0" eaLnBrk="1" latinLnBrk="0" hangingPunct="1">
                        <a:defRPr sz="2264" kern="1200">
                          <a:solidFill>
                            <a:schemeClr val="tx1"/>
                          </a:solidFill>
                          <a:latin typeface="Calibri"/>
                        </a:defRPr>
                      </a:lvl6pPr>
                      <a:lvl7pPr marL="3450463" algn="l" defTabSz="1150154" rtl="0" eaLnBrk="1" latinLnBrk="0" hangingPunct="1">
                        <a:defRPr sz="2264" kern="1200">
                          <a:solidFill>
                            <a:schemeClr val="tx1"/>
                          </a:solidFill>
                          <a:latin typeface="Calibri"/>
                        </a:defRPr>
                      </a:lvl7pPr>
                      <a:lvl8pPr marL="4025540" algn="l" defTabSz="1150154" rtl="0" eaLnBrk="1" latinLnBrk="0" hangingPunct="1">
                        <a:defRPr sz="2264" kern="1200">
                          <a:solidFill>
                            <a:schemeClr val="tx1"/>
                          </a:solidFill>
                          <a:latin typeface="Calibri"/>
                        </a:defRPr>
                      </a:lvl8pPr>
                      <a:lvl9pPr marL="4600616" algn="l" defTabSz="1150154" rtl="0" eaLnBrk="1" latinLnBrk="0" hangingPunct="1">
                        <a:defRPr sz="2264" kern="1200">
                          <a:solidFill>
                            <a:schemeClr val="tx1"/>
                          </a:solidFill>
                          <a:latin typeface="Calibri"/>
                        </a:defRPr>
                      </a:lvl9pPr>
                    </a:lstStyle>
                    <a:p>
                      <a:r>
                        <a:rPr lang="en-US" sz="1000"/>
                        <a:t>Attendees: ADB </a:t>
                      </a:r>
                      <a:r>
                        <a:rPr lang="en-US" sz="1000" baseline="0"/>
                        <a:t>counterparts and Deloitte Project Team</a:t>
                      </a:r>
                      <a:endParaRPr lang="en-US" sz="1000"/>
                    </a:p>
                  </a:txBody>
                  <a:tcPr>
                    <a:lnL>
                      <a:noFill/>
                    </a:lnL>
                    <a:lnR>
                      <a:noFill/>
                    </a:lnR>
                    <a:lnT w="12700" cmpd="sng">
                      <a:solidFill>
                        <a:srgbClr val="43B02A"/>
                      </a:solidFill>
                    </a:lnT>
                    <a:lnB w="12700" cmpd="sng">
                      <a:solidFill>
                        <a:srgbClr val="43B02A"/>
                      </a:solidFill>
                    </a:lnB>
                    <a:lnTlToBr w="12700" cmpd="sng">
                      <a:noFill/>
                      <a:prstDash val="solid"/>
                    </a:lnTlToBr>
                    <a:lnBlToTr w="12700" cmpd="sng">
                      <a:noFill/>
                      <a:prstDash val="solid"/>
                    </a:lnBlToTr>
                    <a:solidFill>
                      <a:srgbClr val="43B02A">
                        <a:alpha val="20000"/>
                      </a:srgbClr>
                    </a:solidFill>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sp>
        <p:nvSpPr>
          <p:cNvPr id="201" name="Flowchart: Decision 200">
            <a:extLst>
              <a:ext uri="{FF2B5EF4-FFF2-40B4-BE49-F238E27FC236}">
                <a16:creationId xmlns:a16="http://schemas.microsoft.com/office/drawing/2014/main" id="{D74A210A-0A0C-FB68-E156-2CEFAFF8883D}"/>
              </a:ext>
            </a:extLst>
          </p:cNvPr>
          <p:cNvSpPr/>
          <p:nvPr/>
        </p:nvSpPr>
        <p:spPr bwMode="gray">
          <a:xfrm rot="5400000">
            <a:off x="912973" y="5415309"/>
            <a:ext cx="164592" cy="164592"/>
          </a:xfrm>
          <a:prstGeom prst="flowChartDecision">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2" name="Flowchart: Decision 201">
            <a:extLst>
              <a:ext uri="{FF2B5EF4-FFF2-40B4-BE49-F238E27FC236}">
                <a16:creationId xmlns:a16="http://schemas.microsoft.com/office/drawing/2014/main" id="{94EA81D4-4F80-F85C-360E-763AE7C09BA9}"/>
              </a:ext>
            </a:extLst>
          </p:cNvPr>
          <p:cNvSpPr/>
          <p:nvPr/>
        </p:nvSpPr>
        <p:spPr bwMode="gray">
          <a:xfrm rot="5400000">
            <a:off x="3207527" y="5423013"/>
            <a:ext cx="164592" cy="164592"/>
          </a:xfrm>
          <a:prstGeom prst="flowChartDecision">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sp>
        <p:nvSpPr>
          <p:cNvPr id="203" name="Flowchart: Decision 202">
            <a:extLst>
              <a:ext uri="{FF2B5EF4-FFF2-40B4-BE49-F238E27FC236}">
                <a16:creationId xmlns:a16="http://schemas.microsoft.com/office/drawing/2014/main" id="{3B2BB669-39D9-7384-532F-45EB7C2220FD}"/>
              </a:ext>
            </a:extLst>
          </p:cNvPr>
          <p:cNvSpPr/>
          <p:nvPr/>
        </p:nvSpPr>
        <p:spPr bwMode="gray">
          <a:xfrm rot="5400000">
            <a:off x="8915170" y="5444196"/>
            <a:ext cx="164592" cy="164592"/>
          </a:xfrm>
          <a:prstGeom prst="flowChartDecision">
            <a:avLst/>
          </a:prstGeom>
          <a:solidFill>
            <a:srgbClr val="7030A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sp>
        <p:nvSpPr>
          <p:cNvPr id="204" name="Freeform 818">
            <a:extLst>
              <a:ext uri="{FF2B5EF4-FFF2-40B4-BE49-F238E27FC236}">
                <a16:creationId xmlns:a16="http://schemas.microsoft.com/office/drawing/2014/main" id="{68721989-13CA-2FDF-FCEC-F3BE69125858}"/>
              </a:ext>
            </a:extLst>
          </p:cNvPr>
          <p:cNvSpPr>
            <a:spLocks noEditPoints="1"/>
          </p:cNvSpPr>
          <p:nvPr/>
        </p:nvSpPr>
        <p:spPr bwMode="auto">
          <a:xfrm>
            <a:off x="6214005" y="5415309"/>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2400">
              <a:solidFill>
                <a:prstClr val="black"/>
              </a:solidFill>
              <a:latin typeface="Calibri"/>
            </a:endParaRPr>
          </a:p>
        </p:txBody>
      </p:sp>
      <p:sp>
        <p:nvSpPr>
          <p:cNvPr id="205" name="Freeform 818">
            <a:extLst>
              <a:ext uri="{FF2B5EF4-FFF2-40B4-BE49-F238E27FC236}">
                <a16:creationId xmlns:a16="http://schemas.microsoft.com/office/drawing/2014/main" id="{83AA3A01-2DE9-4923-AA6D-48A1470F626A}"/>
              </a:ext>
            </a:extLst>
          </p:cNvPr>
          <p:cNvSpPr>
            <a:spLocks noEditPoints="1"/>
          </p:cNvSpPr>
          <p:nvPr/>
        </p:nvSpPr>
        <p:spPr bwMode="auto">
          <a:xfrm>
            <a:off x="1544736" y="2132104"/>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a:solidFill>
                <a:prstClr val="black"/>
              </a:solidFill>
              <a:ea typeface="Verdana" panose="020B0604030504040204" pitchFamily="34" charset="0"/>
            </a:endParaRPr>
          </a:p>
        </p:txBody>
      </p:sp>
      <p:cxnSp>
        <p:nvCxnSpPr>
          <p:cNvPr id="206" name="Straight Connector 205">
            <a:extLst>
              <a:ext uri="{FF2B5EF4-FFF2-40B4-BE49-F238E27FC236}">
                <a16:creationId xmlns:a16="http://schemas.microsoft.com/office/drawing/2014/main" id="{8891992C-3BC0-5286-9A26-EF1CAFF2689C}"/>
              </a:ext>
            </a:extLst>
          </p:cNvPr>
          <p:cNvCxnSpPr>
            <a:cxnSpLocks/>
          </p:cNvCxnSpPr>
          <p:nvPr/>
        </p:nvCxnSpPr>
        <p:spPr>
          <a:xfrm>
            <a:off x="6076610" y="1739269"/>
            <a:ext cx="9925" cy="1614919"/>
          </a:xfrm>
          <a:prstGeom prst="line">
            <a:avLst/>
          </a:prstGeom>
          <a:noFill/>
          <a:ln w="9525" cap="flat" cmpd="sng" algn="ctr">
            <a:solidFill>
              <a:sysClr val="windowText" lastClr="000000"/>
            </a:solidFill>
            <a:prstDash val="solid"/>
          </a:ln>
          <a:effectLst/>
        </p:spPr>
      </p:cxnSp>
      <p:cxnSp>
        <p:nvCxnSpPr>
          <p:cNvPr id="207" name="Straight Arrow Connector 206">
            <a:extLst>
              <a:ext uri="{FF2B5EF4-FFF2-40B4-BE49-F238E27FC236}">
                <a16:creationId xmlns:a16="http://schemas.microsoft.com/office/drawing/2014/main" id="{D9FD1FF4-7068-A2AB-D2D6-4667E4DCFEF5}"/>
              </a:ext>
            </a:extLst>
          </p:cNvPr>
          <p:cNvCxnSpPr>
            <a:cxnSpLocks/>
            <a:endCxn id="231" idx="2"/>
          </p:cNvCxnSpPr>
          <p:nvPr/>
        </p:nvCxnSpPr>
        <p:spPr>
          <a:xfrm>
            <a:off x="3537200" y="3389025"/>
            <a:ext cx="2490487"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08" name="Rectangle 207">
            <a:extLst>
              <a:ext uri="{FF2B5EF4-FFF2-40B4-BE49-F238E27FC236}">
                <a16:creationId xmlns:a16="http://schemas.microsoft.com/office/drawing/2014/main" id="{29EAF9D0-F7A6-E9C1-7F1C-3ED19AE8B7CD}"/>
              </a:ext>
            </a:extLst>
          </p:cNvPr>
          <p:cNvSpPr/>
          <p:nvPr/>
        </p:nvSpPr>
        <p:spPr>
          <a:xfrm>
            <a:off x="1809355" y="1230170"/>
            <a:ext cx="4252518" cy="216000"/>
          </a:xfrm>
          <a:prstGeom prst="rect">
            <a:avLst/>
          </a:prstGeom>
          <a:solidFill>
            <a:srgbClr val="43B02A"/>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200" b="1" i="0" u="none" strike="noStrike" kern="0" cap="small" spc="0" normalizeH="0" baseline="0" noProof="0">
                <a:ln>
                  <a:noFill/>
                </a:ln>
                <a:solidFill>
                  <a:prstClr val="white"/>
                </a:solidFill>
                <a:effectLst/>
                <a:uLnTx/>
                <a:uFillTx/>
                <a:latin typeface="Calibri"/>
                <a:cs typeface="Arial" panose="020B0604020202020204" pitchFamily="34" charset="0"/>
              </a:rPr>
              <a:t>AS – IS Assessment And Diagnostic Report Documentation </a:t>
            </a:r>
          </a:p>
        </p:txBody>
      </p:sp>
      <p:sp>
        <p:nvSpPr>
          <p:cNvPr id="209" name="Rectangle 208">
            <a:extLst>
              <a:ext uri="{FF2B5EF4-FFF2-40B4-BE49-F238E27FC236}">
                <a16:creationId xmlns:a16="http://schemas.microsoft.com/office/drawing/2014/main" id="{4A2C7675-5DC9-562E-2956-73EB3C1FDF42}"/>
              </a:ext>
            </a:extLst>
          </p:cNvPr>
          <p:cNvSpPr/>
          <p:nvPr/>
        </p:nvSpPr>
        <p:spPr>
          <a:xfrm>
            <a:off x="994590" y="1230170"/>
            <a:ext cx="785072" cy="216000"/>
          </a:xfrm>
          <a:prstGeom prst="rect">
            <a:avLst/>
          </a:prstGeom>
          <a:solidFill>
            <a:srgbClr val="43B02A"/>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200" b="1" i="0" u="none" strike="noStrike" kern="0" cap="small" spc="0" normalizeH="0" baseline="0" noProof="0">
                <a:ln>
                  <a:noFill/>
                </a:ln>
                <a:solidFill>
                  <a:prstClr val="white"/>
                </a:solidFill>
                <a:effectLst/>
                <a:uLnTx/>
                <a:uFillTx/>
                <a:latin typeface="Calibri"/>
                <a:cs typeface="Arial" panose="020B0604020202020204" pitchFamily="34" charset="0"/>
              </a:rPr>
              <a:t>Initiation</a:t>
            </a:r>
          </a:p>
        </p:txBody>
      </p:sp>
      <p:sp>
        <p:nvSpPr>
          <p:cNvPr id="210" name="TextBox 209">
            <a:extLst>
              <a:ext uri="{FF2B5EF4-FFF2-40B4-BE49-F238E27FC236}">
                <a16:creationId xmlns:a16="http://schemas.microsoft.com/office/drawing/2014/main" id="{74624882-967E-DC76-775F-1196AB28F370}"/>
              </a:ext>
            </a:extLst>
          </p:cNvPr>
          <p:cNvSpPr txBox="1"/>
          <p:nvPr/>
        </p:nvSpPr>
        <p:spPr>
          <a:xfrm>
            <a:off x="3724484" y="3091709"/>
            <a:ext cx="1027090" cy="24622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As-Is Process Understanding</a:t>
            </a:r>
            <a:endParaRPr kumimoji="0" lang="en-IN" sz="800" b="0" i="0" u="none" strike="noStrike" kern="0" cap="none" spc="0" normalizeH="0" baseline="0" noProof="0">
              <a:ln>
                <a:noFill/>
              </a:ln>
              <a:solidFill>
                <a:prstClr val="white">
                  <a:lumMod val="50000"/>
                </a:prstClr>
              </a:solidFill>
              <a:effectLst/>
              <a:uLnTx/>
              <a:uFillTx/>
              <a:ea typeface="Verdana" panose="020B0604030504040204" pitchFamily="34" charset="0"/>
              <a:cs typeface="Arial" panose="020B0604020202020204" pitchFamily="34" charset="0"/>
            </a:endParaRPr>
          </a:p>
        </p:txBody>
      </p:sp>
      <p:sp>
        <p:nvSpPr>
          <p:cNvPr id="211" name="TextBox 210">
            <a:extLst>
              <a:ext uri="{FF2B5EF4-FFF2-40B4-BE49-F238E27FC236}">
                <a16:creationId xmlns:a16="http://schemas.microsoft.com/office/drawing/2014/main" id="{3577F5E3-8942-DD00-A5B7-7406D87335CD}"/>
              </a:ext>
            </a:extLst>
          </p:cNvPr>
          <p:cNvSpPr txBox="1"/>
          <p:nvPr/>
        </p:nvSpPr>
        <p:spPr>
          <a:xfrm>
            <a:off x="5653080" y="3490989"/>
            <a:ext cx="915876" cy="369332"/>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lang="en-US" sz="800" b="1" kern="0">
                <a:solidFill>
                  <a:srgbClr val="0097A9">
                    <a:lumMod val="75000"/>
                  </a:srgbClr>
                </a:solidFill>
                <a:ea typeface="Verdana" panose="020B0604030504040204" pitchFamily="34" charset="0"/>
                <a:cs typeface="Arial" panose="020B0604020202020204" pitchFamily="34" charset="0"/>
              </a:rPr>
              <a:t>2</a:t>
            </a:r>
            <a:r>
              <a:rPr kumimoji="0" lang="en-US"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 As-is and Diagnostic Report </a:t>
            </a:r>
            <a:endParaRPr kumimoji="0" lang="en-IN" sz="800" b="1" i="0" u="none" strike="noStrike" kern="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p:txBody>
      </p:sp>
      <p:cxnSp>
        <p:nvCxnSpPr>
          <p:cNvPr id="212" name="Straight Arrow Connector 211">
            <a:extLst>
              <a:ext uri="{FF2B5EF4-FFF2-40B4-BE49-F238E27FC236}">
                <a16:creationId xmlns:a16="http://schemas.microsoft.com/office/drawing/2014/main" id="{C1366DA6-CC16-AF58-27F3-0E4E588747E0}"/>
              </a:ext>
            </a:extLst>
          </p:cNvPr>
          <p:cNvCxnSpPr>
            <a:cxnSpLocks/>
          </p:cNvCxnSpPr>
          <p:nvPr/>
        </p:nvCxnSpPr>
        <p:spPr>
          <a:xfrm>
            <a:off x="6394005" y="3778190"/>
            <a:ext cx="2170688"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13" name="Text Placeholder 18">
            <a:extLst>
              <a:ext uri="{FF2B5EF4-FFF2-40B4-BE49-F238E27FC236}">
                <a16:creationId xmlns:a16="http://schemas.microsoft.com/office/drawing/2014/main" id="{A3E7A65A-0657-6D35-7487-6BD57A56D37A}"/>
              </a:ext>
            </a:extLst>
          </p:cNvPr>
          <p:cNvSpPr>
            <a:spLocks noGrp="1"/>
          </p:cNvSpPr>
          <p:nvPr>
            <p:custDataLst>
              <p:tags r:id="rId2"/>
            </p:custDataLst>
          </p:nvPr>
        </p:nvSpPr>
        <p:spPr bwMode="auto">
          <a:xfrm>
            <a:off x="1007736" y="1678521"/>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W1-W2</a:t>
            </a:r>
          </a:p>
        </p:txBody>
      </p:sp>
      <p:sp>
        <p:nvSpPr>
          <p:cNvPr id="214" name="Freeform 818">
            <a:extLst>
              <a:ext uri="{FF2B5EF4-FFF2-40B4-BE49-F238E27FC236}">
                <a16:creationId xmlns:a16="http://schemas.microsoft.com/office/drawing/2014/main" id="{F294E6A9-F93A-1F17-EA13-5EAF97A78F91}"/>
              </a:ext>
            </a:extLst>
          </p:cNvPr>
          <p:cNvSpPr>
            <a:spLocks noEditPoints="1"/>
          </p:cNvSpPr>
          <p:nvPr/>
        </p:nvSpPr>
        <p:spPr bwMode="auto">
          <a:xfrm>
            <a:off x="3478462" y="3140625"/>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a:solidFill>
                <a:prstClr val="black"/>
              </a:solidFill>
              <a:ea typeface="Verdana" panose="020B0604030504040204" pitchFamily="34" charset="0"/>
            </a:endParaRPr>
          </a:p>
        </p:txBody>
      </p:sp>
      <p:sp>
        <p:nvSpPr>
          <p:cNvPr id="215" name="TextBox 214">
            <a:extLst>
              <a:ext uri="{FF2B5EF4-FFF2-40B4-BE49-F238E27FC236}">
                <a16:creationId xmlns:a16="http://schemas.microsoft.com/office/drawing/2014/main" id="{96E3CDFD-4FF3-5101-8307-1BC430C02887}"/>
              </a:ext>
            </a:extLst>
          </p:cNvPr>
          <p:cNvSpPr txBox="1"/>
          <p:nvPr/>
        </p:nvSpPr>
        <p:spPr>
          <a:xfrm>
            <a:off x="2693484" y="3824741"/>
            <a:ext cx="1706056" cy="369332"/>
          </a:xfrm>
          <a:prstGeom prst="rect">
            <a:avLst/>
          </a:prstGeom>
          <a:noFill/>
        </p:spPr>
        <p:txBody>
          <a:bodyPr wrap="square">
            <a:spAutoFit/>
          </a:bodyPr>
          <a:lstStyle/>
          <a:p>
            <a:pPr algn="ctr">
              <a:spcBef>
                <a:spcPts val="600"/>
              </a:spcBef>
              <a:buSzPct val="100000"/>
              <a:defRPr/>
            </a:pPr>
            <a:r>
              <a:rPr lang="en-US" sz="900" kern="0">
                <a:solidFill>
                  <a:srgbClr val="0097A9">
                    <a:lumMod val="75000"/>
                  </a:srgbClr>
                </a:solidFill>
                <a:ea typeface="Verdana" panose="020B0604030504040204" pitchFamily="34" charset="0"/>
                <a:cs typeface="Arial" panose="020B0604020202020204" pitchFamily="34" charset="0"/>
              </a:rPr>
              <a:t>Preparation of Diagnostic Report</a:t>
            </a:r>
            <a:endParaRPr lang="en-IN" sz="900" kern="0">
              <a:solidFill>
                <a:srgbClr val="0097A9">
                  <a:lumMod val="75000"/>
                </a:srgbClr>
              </a:solidFill>
              <a:ea typeface="Verdana" panose="020B060403050404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F3C4FE0A-745D-2A79-E0A5-7CF2DF4016E3}"/>
              </a:ext>
            </a:extLst>
          </p:cNvPr>
          <p:cNvSpPr txBox="1"/>
          <p:nvPr/>
        </p:nvSpPr>
        <p:spPr>
          <a:xfrm>
            <a:off x="8065763" y="3910263"/>
            <a:ext cx="1178806" cy="246221"/>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lang="en-US" sz="800" b="1" kern="0">
                <a:solidFill>
                  <a:srgbClr val="0097A9">
                    <a:lumMod val="75000"/>
                  </a:srgbClr>
                </a:solidFill>
                <a:ea typeface="Verdana" panose="020B0604030504040204" pitchFamily="34" charset="0"/>
                <a:cs typeface="Arial" panose="020B0604020202020204" pitchFamily="34" charset="0"/>
              </a:rPr>
              <a:t>3</a:t>
            </a:r>
            <a:r>
              <a:rPr kumimoji="0" lang="en-US"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 Draft Digital Roadmap</a:t>
            </a:r>
            <a:endParaRPr kumimoji="0" lang="en-IN" sz="800" b="1" i="0" u="none" strike="noStrike" kern="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p:txBody>
      </p:sp>
      <p:sp>
        <p:nvSpPr>
          <p:cNvPr id="217" name="TextBox 216">
            <a:extLst>
              <a:ext uri="{FF2B5EF4-FFF2-40B4-BE49-F238E27FC236}">
                <a16:creationId xmlns:a16="http://schemas.microsoft.com/office/drawing/2014/main" id="{7E2B808C-B1E2-41D5-5A05-E10D1AA7EA80}"/>
              </a:ext>
            </a:extLst>
          </p:cNvPr>
          <p:cNvSpPr txBox="1"/>
          <p:nvPr/>
        </p:nvSpPr>
        <p:spPr>
          <a:xfrm>
            <a:off x="9085451" y="2182885"/>
            <a:ext cx="1773148" cy="276999"/>
          </a:xfrm>
          <a:prstGeom prst="rect">
            <a:avLst/>
          </a:prstGeom>
          <a:noFill/>
        </p:spPr>
        <p:txBody>
          <a:bodyPr wrap="square" lIns="0" tIns="0" rIns="0" bIns="0" rtlCol="0">
            <a:spAutoFit/>
          </a:bodyPr>
          <a:lstStyle/>
          <a:p>
            <a:pPr algn="ctr">
              <a:spcBef>
                <a:spcPts val="600"/>
              </a:spcBef>
              <a:buSzPct val="100000"/>
              <a:defRPr/>
            </a:pPr>
            <a:r>
              <a:rPr lang="en-US" sz="900" kern="0">
                <a:solidFill>
                  <a:srgbClr val="0097A9">
                    <a:lumMod val="75000"/>
                  </a:srgbClr>
                </a:solidFill>
                <a:ea typeface="Verdana" panose="020B0604030504040204" pitchFamily="34" charset="0"/>
                <a:cs typeface="Arial" panose="020B0604020202020204" pitchFamily="34" charset="0"/>
              </a:rPr>
              <a:t>Preparation of final strategy and roadmap</a:t>
            </a:r>
            <a:endParaRPr lang="en-IN" sz="900" kern="0">
              <a:solidFill>
                <a:srgbClr val="0097A9">
                  <a:lumMod val="75000"/>
                </a:srgbClr>
              </a:solidFill>
              <a:ea typeface="Verdana" panose="020B0604030504040204" pitchFamily="34" charset="0"/>
              <a:cs typeface="Arial" panose="020B0604020202020204" pitchFamily="34" charset="0"/>
            </a:endParaRPr>
          </a:p>
        </p:txBody>
      </p:sp>
      <p:sp>
        <p:nvSpPr>
          <p:cNvPr id="219" name="Rectangle 218">
            <a:extLst>
              <a:ext uri="{FF2B5EF4-FFF2-40B4-BE49-F238E27FC236}">
                <a16:creationId xmlns:a16="http://schemas.microsoft.com/office/drawing/2014/main" id="{395C5B8A-D89C-B739-DC5A-14FEC9B5A926}"/>
              </a:ext>
            </a:extLst>
          </p:cNvPr>
          <p:cNvSpPr/>
          <p:nvPr/>
        </p:nvSpPr>
        <p:spPr>
          <a:xfrm>
            <a:off x="6094772" y="1230170"/>
            <a:ext cx="5064682" cy="216000"/>
          </a:xfrm>
          <a:prstGeom prst="rect">
            <a:avLst/>
          </a:prstGeom>
          <a:solidFill>
            <a:srgbClr val="43B02A"/>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200" b="1" i="0" u="none" strike="noStrike" kern="0" cap="small" spc="0" normalizeH="0" baseline="0" noProof="0">
                <a:ln>
                  <a:noFill/>
                </a:ln>
                <a:solidFill>
                  <a:prstClr val="white"/>
                </a:solidFill>
                <a:effectLst/>
                <a:uLnTx/>
                <a:uFillTx/>
                <a:latin typeface="Calibri"/>
                <a:cs typeface="Arial" panose="020B0604020202020204" pitchFamily="34" charset="0"/>
              </a:rPr>
              <a:t>Submission of it/</a:t>
            </a:r>
            <a:r>
              <a:rPr kumimoji="0" lang="en-US" sz="1200" b="1" i="0" u="none" strike="noStrike" kern="0" cap="small" spc="0" normalizeH="0" baseline="0" noProof="0" err="1">
                <a:ln>
                  <a:noFill/>
                </a:ln>
                <a:solidFill>
                  <a:prstClr val="white"/>
                </a:solidFill>
                <a:effectLst/>
                <a:uLnTx/>
                <a:uFillTx/>
                <a:latin typeface="Calibri"/>
                <a:cs typeface="Arial" panose="020B0604020202020204" pitchFamily="34" charset="0"/>
              </a:rPr>
              <a:t>ot</a:t>
            </a:r>
            <a:r>
              <a:rPr kumimoji="0" lang="en-US" sz="1200" b="1" i="0" u="none" strike="noStrike" kern="0" cap="small" spc="0" normalizeH="0" baseline="0" noProof="0">
                <a:ln>
                  <a:noFill/>
                </a:ln>
                <a:solidFill>
                  <a:prstClr val="white"/>
                </a:solidFill>
                <a:effectLst/>
                <a:uLnTx/>
                <a:uFillTx/>
                <a:latin typeface="Calibri"/>
                <a:cs typeface="Arial" panose="020B0604020202020204" pitchFamily="34" charset="0"/>
              </a:rPr>
              <a:t> strategy, implementation roadmap &amp; capacity building plan</a:t>
            </a:r>
          </a:p>
        </p:txBody>
      </p:sp>
      <p:sp>
        <p:nvSpPr>
          <p:cNvPr id="220" name="Freeform 818">
            <a:extLst>
              <a:ext uri="{FF2B5EF4-FFF2-40B4-BE49-F238E27FC236}">
                <a16:creationId xmlns:a16="http://schemas.microsoft.com/office/drawing/2014/main" id="{F92A6EA1-23DE-9352-5D29-E997734CDEA6}"/>
              </a:ext>
            </a:extLst>
          </p:cNvPr>
          <p:cNvSpPr>
            <a:spLocks noEditPoints="1"/>
          </p:cNvSpPr>
          <p:nvPr/>
        </p:nvSpPr>
        <p:spPr bwMode="auto">
          <a:xfrm>
            <a:off x="11037340" y="4024902"/>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a:solidFill>
                <a:prstClr val="black"/>
              </a:solidFill>
              <a:ea typeface="Verdana" panose="020B0604030504040204" pitchFamily="34" charset="0"/>
            </a:endParaRPr>
          </a:p>
        </p:txBody>
      </p:sp>
      <p:sp>
        <p:nvSpPr>
          <p:cNvPr id="222" name="Rectangle 221">
            <a:extLst>
              <a:ext uri="{FF2B5EF4-FFF2-40B4-BE49-F238E27FC236}">
                <a16:creationId xmlns:a16="http://schemas.microsoft.com/office/drawing/2014/main" id="{2A0C141C-B024-FC2E-BD2C-6376755D90A2}"/>
              </a:ext>
            </a:extLst>
          </p:cNvPr>
          <p:cNvSpPr/>
          <p:nvPr/>
        </p:nvSpPr>
        <p:spPr>
          <a:xfrm rot="16200000">
            <a:off x="-792022" y="3154299"/>
            <a:ext cx="3272110" cy="196323"/>
          </a:xfrm>
          <a:prstGeom prst="rect">
            <a:avLst/>
          </a:prstGeom>
          <a:solidFill>
            <a:srgbClr val="43B02A"/>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000" b="1" i="0" u="none" strike="noStrike" kern="0" cap="small" spc="0" normalizeH="0" baseline="0" noProof="0">
                <a:ln>
                  <a:noFill/>
                </a:ln>
                <a:solidFill>
                  <a:prstClr val="white"/>
                </a:solidFill>
                <a:effectLst/>
                <a:uLnTx/>
                <a:uFillTx/>
                <a:latin typeface="Calibri"/>
                <a:cs typeface="Arial" panose="020B0604020202020204" pitchFamily="34" charset="0"/>
              </a:rPr>
              <a:t>Activities involving Stakeholders</a:t>
            </a:r>
          </a:p>
        </p:txBody>
      </p:sp>
      <p:sp>
        <p:nvSpPr>
          <p:cNvPr id="224" name="Text Placeholder 18">
            <a:extLst>
              <a:ext uri="{FF2B5EF4-FFF2-40B4-BE49-F238E27FC236}">
                <a16:creationId xmlns:a16="http://schemas.microsoft.com/office/drawing/2014/main" id="{671C4749-9357-94FD-87AC-545A57543B96}"/>
              </a:ext>
            </a:extLst>
          </p:cNvPr>
          <p:cNvSpPr>
            <a:spLocks noGrp="1"/>
          </p:cNvSpPr>
          <p:nvPr>
            <p:custDataLst>
              <p:tags r:id="rId3"/>
            </p:custDataLst>
          </p:nvPr>
        </p:nvSpPr>
        <p:spPr bwMode="auto">
          <a:xfrm>
            <a:off x="2277154" y="1678521"/>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W3-W4</a:t>
            </a:r>
          </a:p>
        </p:txBody>
      </p:sp>
      <p:sp>
        <p:nvSpPr>
          <p:cNvPr id="225" name="Text Placeholder 18">
            <a:extLst>
              <a:ext uri="{FF2B5EF4-FFF2-40B4-BE49-F238E27FC236}">
                <a16:creationId xmlns:a16="http://schemas.microsoft.com/office/drawing/2014/main" id="{C78CFCCD-C746-54DD-04A3-67086BD88C02}"/>
              </a:ext>
            </a:extLst>
          </p:cNvPr>
          <p:cNvSpPr>
            <a:spLocks noGrp="1"/>
          </p:cNvSpPr>
          <p:nvPr>
            <p:custDataLst>
              <p:tags r:id="rId4"/>
            </p:custDataLst>
          </p:nvPr>
        </p:nvSpPr>
        <p:spPr bwMode="auto">
          <a:xfrm>
            <a:off x="3546572" y="1678521"/>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W5-W6</a:t>
            </a:r>
          </a:p>
        </p:txBody>
      </p:sp>
      <p:sp>
        <p:nvSpPr>
          <p:cNvPr id="226" name="Text Placeholder 18">
            <a:extLst>
              <a:ext uri="{FF2B5EF4-FFF2-40B4-BE49-F238E27FC236}">
                <a16:creationId xmlns:a16="http://schemas.microsoft.com/office/drawing/2014/main" id="{1E4D4DDF-FA18-BF01-0A69-57A5F1578573}"/>
              </a:ext>
            </a:extLst>
          </p:cNvPr>
          <p:cNvSpPr>
            <a:spLocks noGrp="1"/>
          </p:cNvSpPr>
          <p:nvPr>
            <p:custDataLst>
              <p:tags r:id="rId5"/>
            </p:custDataLst>
          </p:nvPr>
        </p:nvSpPr>
        <p:spPr bwMode="auto">
          <a:xfrm>
            <a:off x="4815990" y="1678520"/>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W7-W8</a:t>
            </a:r>
          </a:p>
        </p:txBody>
      </p:sp>
      <p:sp>
        <p:nvSpPr>
          <p:cNvPr id="227" name="Text Placeholder 18">
            <a:extLst>
              <a:ext uri="{FF2B5EF4-FFF2-40B4-BE49-F238E27FC236}">
                <a16:creationId xmlns:a16="http://schemas.microsoft.com/office/drawing/2014/main" id="{FF87D4DF-3D51-3E02-01F3-D84FB986B5D8}"/>
              </a:ext>
            </a:extLst>
          </p:cNvPr>
          <p:cNvSpPr>
            <a:spLocks noGrp="1"/>
          </p:cNvSpPr>
          <p:nvPr>
            <p:custDataLst>
              <p:tags r:id="rId6"/>
            </p:custDataLst>
          </p:nvPr>
        </p:nvSpPr>
        <p:spPr bwMode="auto">
          <a:xfrm>
            <a:off x="6085408" y="1678520"/>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W9-W10</a:t>
            </a:r>
          </a:p>
        </p:txBody>
      </p:sp>
      <p:sp>
        <p:nvSpPr>
          <p:cNvPr id="228" name="Text Placeholder 18">
            <a:extLst>
              <a:ext uri="{FF2B5EF4-FFF2-40B4-BE49-F238E27FC236}">
                <a16:creationId xmlns:a16="http://schemas.microsoft.com/office/drawing/2014/main" id="{92C5A343-77F1-C7D4-44BD-E6D304EB18F2}"/>
              </a:ext>
            </a:extLst>
          </p:cNvPr>
          <p:cNvSpPr>
            <a:spLocks noGrp="1"/>
          </p:cNvSpPr>
          <p:nvPr>
            <p:custDataLst>
              <p:tags r:id="rId7"/>
            </p:custDataLst>
          </p:nvPr>
        </p:nvSpPr>
        <p:spPr bwMode="auto">
          <a:xfrm>
            <a:off x="7354826" y="1678520"/>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W11-W12</a:t>
            </a:r>
          </a:p>
        </p:txBody>
      </p:sp>
      <p:sp>
        <p:nvSpPr>
          <p:cNvPr id="229" name="Text Placeholder 18">
            <a:extLst>
              <a:ext uri="{FF2B5EF4-FFF2-40B4-BE49-F238E27FC236}">
                <a16:creationId xmlns:a16="http://schemas.microsoft.com/office/drawing/2014/main" id="{C743424C-5875-C64E-F09F-7209538E8C3A}"/>
              </a:ext>
            </a:extLst>
          </p:cNvPr>
          <p:cNvSpPr>
            <a:spLocks noGrp="1"/>
          </p:cNvSpPr>
          <p:nvPr>
            <p:custDataLst>
              <p:tags r:id="rId8"/>
            </p:custDataLst>
          </p:nvPr>
        </p:nvSpPr>
        <p:spPr bwMode="auto">
          <a:xfrm>
            <a:off x="8624244" y="1678520"/>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W13-W14</a:t>
            </a:r>
          </a:p>
        </p:txBody>
      </p:sp>
      <p:sp>
        <p:nvSpPr>
          <p:cNvPr id="230" name="Text Placeholder 18">
            <a:extLst>
              <a:ext uri="{FF2B5EF4-FFF2-40B4-BE49-F238E27FC236}">
                <a16:creationId xmlns:a16="http://schemas.microsoft.com/office/drawing/2014/main" id="{6D33ED2F-03DE-4471-C498-408DC3F8EE85}"/>
              </a:ext>
            </a:extLst>
          </p:cNvPr>
          <p:cNvSpPr>
            <a:spLocks noGrp="1"/>
          </p:cNvSpPr>
          <p:nvPr>
            <p:custDataLst>
              <p:tags r:id="rId9"/>
            </p:custDataLst>
          </p:nvPr>
        </p:nvSpPr>
        <p:spPr bwMode="auto">
          <a:xfrm>
            <a:off x="9893664" y="1678520"/>
            <a:ext cx="1260046" cy="153431"/>
          </a:xfrm>
          <a:prstGeom prst="rect">
            <a:avLst/>
          </a:prstGeom>
          <a:solidFill>
            <a:srgbClr val="43B02A">
              <a:lumMod val="20000"/>
              <a:lumOff val="80000"/>
              <a:alpha val="86000"/>
            </a:srgbClr>
          </a:solidFill>
          <a:ln w="9525" algn="ctr">
            <a:solidFill>
              <a:sysClr val="windowText" lastClr="000000">
                <a:alpha val="93000"/>
              </a:sysClr>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a:ln>
                  <a:noFill/>
                </a:ln>
                <a:solidFill>
                  <a:prstClr val="black"/>
                </a:solidFill>
                <a:effectLst/>
                <a:uLnTx/>
                <a:uFillTx/>
                <a:latin typeface="Calibri"/>
                <a:sym typeface="+mn-lt"/>
              </a:rPr>
              <a:t>W15-W16</a:t>
            </a:r>
          </a:p>
        </p:txBody>
      </p:sp>
      <p:sp>
        <p:nvSpPr>
          <p:cNvPr id="231" name="Flowchart: Decision 230">
            <a:extLst>
              <a:ext uri="{FF2B5EF4-FFF2-40B4-BE49-F238E27FC236}">
                <a16:creationId xmlns:a16="http://schemas.microsoft.com/office/drawing/2014/main" id="{DB216E29-1C9A-F41B-930D-93B147D9A616}"/>
              </a:ext>
            </a:extLst>
          </p:cNvPr>
          <p:cNvSpPr/>
          <p:nvPr/>
        </p:nvSpPr>
        <p:spPr bwMode="gray">
          <a:xfrm rot="5400000">
            <a:off x="6027687" y="3320625"/>
            <a:ext cx="136800" cy="136800"/>
          </a:xfrm>
          <a:prstGeom prst="flowChartDecision">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cxnSp>
        <p:nvCxnSpPr>
          <p:cNvPr id="232" name="Straight Connector 231">
            <a:extLst>
              <a:ext uri="{FF2B5EF4-FFF2-40B4-BE49-F238E27FC236}">
                <a16:creationId xmlns:a16="http://schemas.microsoft.com/office/drawing/2014/main" id="{6B9CCDE4-E2CB-A644-8753-FCBE35CB7C37}"/>
              </a:ext>
            </a:extLst>
          </p:cNvPr>
          <p:cNvCxnSpPr>
            <a:cxnSpLocks/>
          </p:cNvCxnSpPr>
          <p:nvPr/>
        </p:nvCxnSpPr>
        <p:spPr>
          <a:xfrm flipH="1">
            <a:off x="11150582" y="1697045"/>
            <a:ext cx="15782" cy="2358261"/>
          </a:xfrm>
          <a:prstGeom prst="line">
            <a:avLst/>
          </a:prstGeom>
          <a:noFill/>
          <a:ln w="9525" cap="flat" cmpd="sng" algn="ctr">
            <a:solidFill>
              <a:sysClr val="windowText" lastClr="000000"/>
            </a:solidFill>
            <a:prstDash val="solid"/>
          </a:ln>
          <a:effectLst/>
        </p:spPr>
      </p:cxnSp>
      <p:sp>
        <p:nvSpPr>
          <p:cNvPr id="233" name="TextBox 232">
            <a:extLst>
              <a:ext uri="{FF2B5EF4-FFF2-40B4-BE49-F238E27FC236}">
                <a16:creationId xmlns:a16="http://schemas.microsoft.com/office/drawing/2014/main" id="{5FAEEB24-03E8-B26A-13F0-AC2BE2E5ED6B}"/>
              </a:ext>
            </a:extLst>
          </p:cNvPr>
          <p:cNvSpPr txBox="1"/>
          <p:nvPr/>
        </p:nvSpPr>
        <p:spPr>
          <a:xfrm>
            <a:off x="10612503" y="2637340"/>
            <a:ext cx="1076157" cy="738664"/>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lang="en-US" sz="800" b="1" kern="0">
                <a:solidFill>
                  <a:srgbClr val="0097A9">
                    <a:lumMod val="75000"/>
                  </a:srgbClr>
                </a:solidFill>
                <a:ea typeface="Verdana" panose="020B0604030504040204" pitchFamily="34" charset="0"/>
                <a:cs typeface="Arial" panose="020B0604020202020204" pitchFamily="34" charset="0"/>
              </a:rPr>
              <a:t>5</a:t>
            </a:r>
            <a:r>
              <a:rPr kumimoji="0" lang="en-US"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 Final IT/OT strategy, implementation roadmap and Capacity Building Plan </a:t>
            </a:r>
            <a:endParaRPr kumimoji="0" lang="en-IN" sz="800" b="1" i="0" u="none" strike="noStrike" kern="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p:txBody>
      </p:sp>
      <p:sp>
        <p:nvSpPr>
          <p:cNvPr id="234" name="Flowchart: Decision 233">
            <a:extLst>
              <a:ext uri="{FF2B5EF4-FFF2-40B4-BE49-F238E27FC236}">
                <a16:creationId xmlns:a16="http://schemas.microsoft.com/office/drawing/2014/main" id="{A8F11DA3-46D6-C6DD-A7FE-A5E9DC0303BA}"/>
              </a:ext>
            </a:extLst>
          </p:cNvPr>
          <p:cNvSpPr/>
          <p:nvPr/>
        </p:nvSpPr>
        <p:spPr bwMode="gray">
          <a:xfrm rot="5400000">
            <a:off x="11089541" y="3712509"/>
            <a:ext cx="136800" cy="136800"/>
          </a:xfrm>
          <a:prstGeom prst="flowChartDecision">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sp>
        <p:nvSpPr>
          <p:cNvPr id="235" name="Flowchart: Decision 234">
            <a:extLst>
              <a:ext uri="{FF2B5EF4-FFF2-40B4-BE49-F238E27FC236}">
                <a16:creationId xmlns:a16="http://schemas.microsoft.com/office/drawing/2014/main" id="{A7C1AC9E-F2CD-7E0B-6B82-D62378E0EC1A}"/>
              </a:ext>
            </a:extLst>
          </p:cNvPr>
          <p:cNvSpPr/>
          <p:nvPr/>
        </p:nvSpPr>
        <p:spPr bwMode="gray">
          <a:xfrm rot="5400000">
            <a:off x="8564693" y="3715360"/>
            <a:ext cx="136800" cy="136800"/>
          </a:xfrm>
          <a:prstGeom prst="flowChartDecision">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sp>
        <p:nvSpPr>
          <p:cNvPr id="236" name="Flowchart: Decision 235">
            <a:extLst>
              <a:ext uri="{FF2B5EF4-FFF2-40B4-BE49-F238E27FC236}">
                <a16:creationId xmlns:a16="http://schemas.microsoft.com/office/drawing/2014/main" id="{E4616193-1160-D383-C0B4-1F370FDBC9D6}"/>
              </a:ext>
            </a:extLst>
          </p:cNvPr>
          <p:cNvSpPr/>
          <p:nvPr/>
        </p:nvSpPr>
        <p:spPr bwMode="gray">
          <a:xfrm rot="5400000">
            <a:off x="9834865" y="4778733"/>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1100" b="1" kern="0">
              <a:solidFill>
                <a:prstClr val="white"/>
              </a:solidFill>
              <a:latin typeface="Arial" panose="020B0604020202020204" pitchFamily="34" charset="0"/>
              <a:cs typeface="Arial" panose="020B0604020202020204" pitchFamily="34" charset="0"/>
            </a:endParaRPr>
          </a:p>
        </p:txBody>
      </p:sp>
      <p:cxnSp>
        <p:nvCxnSpPr>
          <p:cNvPr id="237" name="Straight Arrow Connector 236">
            <a:extLst>
              <a:ext uri="{FF2B5EF4-FFF2-40B4-BE49-F238E27FC236}">
                <a16:creationId xmlns:a16="http://schemas.microsoft.com/office/drawing/2014/main" id="{8F3079F5-E505-B178-1C74-338F518BCD6B}"/>
              </a:ext>
            </a:extLst>
          </p:cNvPr>
          <p:cNvCxnSpPr>
            <a:cxnSpLocks/>
          </p:cNvCxnSpPr>
          <p:nvPr/>
        </p:nvCxnSpPr>
        <p:spPr>
          <a:xfrm>
            <a:off x="9891860" y="4562282"/>
            <a:ext cx="1258721" cy="5625"/>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cxnSp>
        <p:nvCxnSpPr>
          <p:cNvPr id="174" name="Straight Connector 173">
            <a:extLst>
              <a:ext uri="{FF2B5EF4-FFF2-40B4-BE49-F238E27FC236}">
                <a16:creationId xmlns:a16="http://schemas.microsoft.com/office/drawing/2014/main" id="{DA9B7BA8-7AB0-AC3E-DA05-E1B8DA79F416}"/>
              </a:ext>
            </a:extLst>
          </p:cNvPr>
          <p:cNvCxnSpPr>
            <a:cxnSpLocks/>
          </p:cNvCxnSpPr>
          <p:nvPr/>
        </p:nvCxnSpPr>
        <p:spPr>
          <a:xfrm>
            <a:off x="3549799" y="1800213"/>
            <a:ext cx="2843" cy="1384565"/>
          </a:xfrm>
          <a:prstGeom prst="line">
            <a:avLst/>
          </a:prstGeom>
          <a:noFill/>
          <a:ln w="9525" cap="flat" cmpd="sng" algn="ctr">
            <a:solidFill>
              <a:sysClr val="windowText" lastClr="000000"/>
            </a:solidFill>
            <a:prstDash val="solid"/>
          </a:ln>
          <a:effectLst/>
        </p:spPr>
      </p:cxnSp>
      <p:sp>
        <p:nvSpPr>
          <p:cNvPr id="221" name="Flowchart: Decision 220">
            <a:extLst>
              <a:ext uri="{FF2B5EF4-FFF2-40B4-BE49-F238E27FC236}">
                <a16:creationId xmlns:a16="http://schemas.microsoft.com/office/drawing/2014/main" id="{A47E4688-B71A-7626-D8A5-50F4DDFCBB5C}"/>
              </a:ext>
            </a:extLst>
          </p:cNvPr>
          <p:cNvSpPr/>
          <p:nvPr/>
        </p:nvSpPr>
        <p:spPr bwMode="gray">
          <a:xfrm rot="5400000">
            <a:off x="3479580" y="2374003"/>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800" b="1" kern="0">
              <a:solidFill>
                <a:prstClr val="white"/>
              </a:solidFill>
              <a:ea typeface="Verdana" panose="020B0604030504040204" pitchFamily="34" charset="0"/>
              <a:cs typeface="Arial" panose="020B0604020202020204" pitchFamily="34" charset="0"/>
            </a:endParaRPr>
          </a:p>
        </p:txBody>
      </p:sp>
      <p:sp>
        <p:nvSpPr>
          <p:cNvPr id="218" name="Flowchart: Decision 217">
            <a:extLst>
              <a:ext uri="{FF2B5EF4-FFF2-40B4-BE49-F238E27FC236}">
                <a16:creationId xmlns:a16="http://schemas.microsoft.com/office/drawing/2014/main" id="{BF3133C6-36B8-E3EE-3B79-E6D72E0C3CEC}"/>
              </a:ext>
            </a:extLst>
          </p:cNvPr>
          <p:cNvSpPr/>
          <p:nvPr/>
        </p:nvSpPr>
        <p:spPr bwMode="gray">
          <a:xfrm rot="5400000">
            <a:off x="9821297" y="4219978"/>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IN" sz="800" b="1" kern="0">
              <a:solidFill>
                <a:prstClr val="white"/>
              </a:solidFill>
              <a:ea typeface="Verdana" panose="020B060403050404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50A96B3F-FD35-E76F-DFF0-BCD5CFA1BFD6}"/>
              </a:ext>
            </a:extLst>
          </p:cNvPr>
          <p:cNvCxnSpPr>
            <a:cxnSpLocks/>
            <a:endCxn id="218" idx="2"/>
          </p:cNvCxnSpPr>
          <p:nvPr/>
        </p:nvCxnSpPr>
        <p:spPr>
          <a:xfrm flipV="1">
            <a:off x="8631818" y="4288558"/>
            <a:ext cx="1189479" cy="1463"/>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11" name="TextBox 10">
            <a:extLst>
              <a:ext uri="{FF2B5EF4-FFF2-40B4-BE49-F238E27FC236}">
                <a16:creationId xmlns:a16="http://schemas.microsoft.com/office/drawing/2014/main" id="{39B8E5F9-0A43-8215-B359-545380A2129C}"/>
              </a:ext>
            </a:extLst>
          </p:cNvPr>
          <p:cNvSpPr txBox="1"/>
          <p:nvPr/>
        </p:nvSpPr>
        <p:spPr>
          <a:xfrm>
            <a:off x="9263497" y="3891723"/>
            <a:ext cx="1178806" cy="246221"/>
          </a:xfrm>
          <a:prstGeom prst="rect">
            <a:avLst/>
          </a:prstGeom>
          <a:solidFill>
            <a:sysClr val="window" lastClr="FFFFFF"/>
          </a:solidFill>
        </p:spPr>
        <p:txBody>
          <a:bodyPr wrap="square" lIns="0" tIns="0" rIns="0" bIns="0" rtlCol="0">
            <a:sp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lang="en-US" sz="800" b="1" kern="0">
                <a:solidFill>
                  <a:srgbClr val="0097A9">
                    <a:lumMod val="75000"/>
                  </a:srgbClr>
                </a:solidFill>
                <a:ea typeface="Verdana" panose="020B0604030504040204" pitchFamily="34" charset="0"/>
                <a:cs typeface="Arial" panose="020B0604020202020204" pitchFamily="34" charset="0"/>
              </a:rPr>
              <a:t>4</a:t>
            </a:r>
            <a:r>
              <a:rPr kumimoji="0" lang="en-US" sz="800" b="1" i="0" u="none" strike="noStrike" kern="0" cap="none" spc="0" normalizeH="0" baseline="0" noProof="0">
                <a:ln>
                  <a:noFill/>
                </a:ln>
                <a:solidFill>
                  <a:srgbClr val="0097A9">
                    <a:lumMod val="75000"/>
                  </a:srgbClr>
                </a:solidFill>
                <a:effectLst/>
                <a:uLnTx/>
                <a:uFillTx/>
                <a:ea typeface="Verdana" panose="020B0604030504040204" pitchFamily="34" charset="0"/>
                <a:cs typeface="Arial" panose="020B0604020202020204" pitchFamily="34" charset="0"/>
              </a:rPr>
              <a:t>. Workshop on the Draft Roadmap</a:t>
            </a:r>
            <a:endParaRPr kumimoji="0" lang="en-IN" sz="800" b="1" i="0" u="none" strike="noStrike" kern="0" cap="none" spc="0" normalizeH="0" baseline="0" noProof="0">
              <a:ln>
                <a:noFill/>
              </a:ln>
              <a:solidFill>
                <a:prstClr val="black"/>
              </a:solidFill>
              <a:effectLst/>
              <a:uLnTx/>
              <a:uFillTx/>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73139311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CFDE30-CA94-4089-BFB8-EAA295B37BE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Rounded Rectangle 5">
            <a:extLst>
              <a:ext uri="{FF2B5EF4-FFF2-40B4-BE49-F238E27FC236}">
                <a16:creationId xmlns:a16="http://schemas.microsoft.com/office/drawing/2014/main" id="{D4A387F1-EA8E-4E7F-B8A9-23B600B6A2B9}"/>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a:solidFill>
                  <a:schemeClr val="bg1"/>
                </a:solidFill>
                <a:latin typeface="Calibri Light" panose="020F0302020204030204" pitchFamily="34" charset="0"/>
                <a:cs typeface="Calibri Light" panose="020F0302020204030204" pitchFamily="34" charset="0"/>
              </a:rPr>
              <a:t>Next Steps</a:t>
            </a:r>
          </a:p>
        </p:txBody>
      </p:sp>
      <p:grpSp>
        <p:nvGrpSpPr>
          <p:cNvPr id="5" name="Group 4">
            <a:extLst>
              <a:ext uri="{FF2B5EF4-FFF2-40B4-BE49-F238E27FC236}">
                <a16:creationId xmlns:a16="http://schemas.microsoft.com/office/drawing/2014/main" id="{FCF8A8CB-7327-45F8-9DD0-161329CA244F}"/>
              </a:ext>
            </a:extLst>
          </p:cNvPr>
          <p:cNvGrpSpPr/>
          <p:nvPr/>
        </p:nvGrpSpPr>
        <p:grpSpPr>
          <a:xfrm>
            <a:off x="9733457" y="4798696"/>
            <a:ext cx="1402578" cy="1397650"/>
            <a:chOff x="9718644" y="4783956"/>
            <a:chExt cx="1432160" cy="1427129"/>
          </a:xfrm>
        </p:grpSpPr>
        <p:sp>
          <p:nvSpPr>
            <p:cNvPr id="6" name="Pie 8">
              <a:extLst>
                <a:ext uri="{FF2B5EF4-FFF2-40B4-BE49-F238E27FC236}">
                  <a16:creationId xmlns:a16="http://schemas.microsoft.com/office/drawing/2014/main" id="{97A007AE-E67C-428B-B7B9-9E5D28B5169C}"/>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sp>
          <p:nvSpPr>
            <p:cNvPr id="7" name="Pie 9">
              <a:extLst>
                <a:ext uri="{FF2B5EF4-FFF2-40B4-BE49-F238E27FC236}">
                  <a16:creationId xmlns:a16="http://schemas.microsoft.com/office/drawing/2014/main" id="{79410807-BF7F-4DDD-8C32-94926876177D}"/>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sp>
        <p:nvSpPr>
          <p:cNvPr id="8" name="Oval 7">
            <a:extLst>
              <a:ext uri="{FF2B5EF4-FFF2-40B4-BE49-F238E27FC236}">
                <a16:creationId xmlns:a16="http://schemas.microsoft.com/office/drawing/2014/main" id="{F80C2722-EEE4-4BF0-B0B7-1135E3A8E630}"/>
              </a:ext>
            </a:extLst>
          </p:cNvPr>
          <p:cNvSpPr/>
          <p:nvPr/>
        </p:nvSpPr>
        <p:spPr bwMode="gray">
          <a:xfrm rot="2700000">
            <a:off x="10010345" y="5063458"/>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a:solidFill>
                <a:schemeClr val="bg1"/>
              </a:solidFill>
            </a:endParaRPr>
          </a:p>
        </p:txBody>
      </p:sp>
      <p:grpSp>
        <p:nvGrpSpPr>
          <p:cNvPr id="12" name="Group 675">
            <a:extLst>
              <a:ext uri="{FF2B5EF4-FFF2-40B4-BE49-F238E27FC236}">
                <a16:creationId xmlns:a16="http://schemas.microsoft.com/office/drawing/2014/main" id="{A17B80F5-2ED4-4E6C-B561-3F0D0E6C84D6}"/>
              </a:ext>
            </a:extLst>
          </p:cNvPr>
          <p:cNvGrpSpPr>
            <a:grpSpLocks/>
          </p:cNvGrpSpPr>
          <p:nvPr/>
        </p:nvGrpSpPr>
        <p:grpSpPr bwMode="auto">
          <a:xfrm>
            <a:off x="10180821" y="5245486"/>
            <a:ext cx="502920" cy="502920"/>
            <a:chOff x="6583" y="2681"/>
            <a:chExt cx="340" cy="340"/>
          </a:xfrm>
          <a:solidFill>
            <a:schemeClr val="bg1"/>
          </a:solidFill>
        </p:grpSpPr>
        <p:sp>
          <p:nvSpPr>
            <p:cNvPr id="13" name="Freeform 676">
              <a:extLst>
                <a:ext uri="{FF2B5EF4-FFF2-40B4-BE49-F238E27FC236}">
                  <a16:creationId xmlns:a16="http://schemas.microsoft.com/office/drawing/2014/main" id="{0B22FE12-93EC-4904-9B76-E0E9ED96FC0A}"/>
                </a:ext>
              </a:extLst>
            </p:cNvPr>
            <p:cNvSpPr>
              <a:spLocks noEditPoints="1"/>
            </p:cNvSpPr>
            <p:nvPr/>
          </p:nvSpPr>
          <p:spPr bwMode="auto">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677">
              <a:extLst>
                <a:ext uri="{FF2B5EF4-FFF2-40B4-BE49-F238E27FC236}">
                  <a16:creationId xmlns:a16="http://schemas.microsoft.com/office/drawing/2014/main" id="{BC271D8A-8EDE-450C-9DDF-6B7379CB2BA7}"/>
                </a:ext>
              </a:extLst>
            </p:cNvPr>
            <p:cNvSpPr>
              <a:spLocks noEditPoints="1"/>
            </p:cNvSpPr>
            <p:nvPr/>
          </p:nvSpPr>
          <p:spPr bwMode="auto">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678">
              <a:extLst>
                <a:ext uri="{FF2B5EF4-FFF2-40B4-BE49-F238E27FC236}">
                  <a16:creationId xmlns:a16="http://schemas.microsoft.com/office/drawing/2014/main" id="{825618CD-5BCE-4D5D-8DA7-BCA210A7C735}"/>
                </a:ext>
              </a:extLst>
            </p:cNvPr>
            <p:cNvSpPr>
              <a:spLocks noEditPoints="1"/>
            </p:cNvSpPr>
            <p:nvPr/>
          </p:nvSpPr>
          <p:spPr bwMode="auto">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53321954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Way forward to ensure seamless and timely project execution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Areas of Support and Next Steps  </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B2CCF8A-C73D-54F8-AADF-55C5E7CBC582}"/>
              </a:ext>
            </a:extLst>
          </p:cNvPr>
          <p:cNvCxnSpPr>
            <a:cxnSpLocks/>
          </p:cNvCxnSpPr>
          <p:nvPr/>
        </p:nvCxnSpPr>
        <p:spPr>
          <a:xfrm>
            <a:off x="559453" y="1354642"/>
            <a:ext cx="107181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2602E27-7CCF-078D-11F6-EFC8E89849D4}"/>
              </a:ext>
            </a:extLst>
          </p:cNvPr>
          <p:cNvSpPr txBox="1"/>
          <p:nvPr/>
        </p:nvSpPr>
        <p:spPr>
          <a:xfrm>
            <a:off x="4022071" y="1246920"/>
            <a:ext cx="3826749" cy="21544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GB" sz="1400" b="1" i="0" u="none" strike="noStrike" kern="1200" cap="none" spc="0" normalizeH="0" baseline="0" noProof="0">
                <a:ln>
                  <a:noFill/>
                </a:ln>
                <a:solidFill>
                  <a:srgbClr val="313131"/>
                </a:solidFill>
                <a:effectLst/>
                <a:uLnTx/>
                <a:uFillTx/>
                <a:latin typeface="Arial" panose="020B0604020202020204" pitchFamily="34" charset="0"/>
                <a:ea typeface="+mn-ea"/>
                <a:cs typeface="Arial" panose="020B0604020202020204" pitchFamily="34" charset="0"/>
              </a:rPr>
              <a:t>Key requests from Deloitte</a:t>
            </a:r>
          </a:p>
        </p:txBody>
      </p:sp>
      <p:grpSp>
        <p:nvGrpSpPr>
          <p:cNvPr id="5" name="组合 746">
            <a:extLst>
              <a:ext uri="{FF2B5EF4-FFF2-40B4-BE49-F238E27FC236}">
                <a16:creationId xmlns:a16="http://schemas.microsoft.com/office/drawing/2014/main" id="{816C935B-E4E9-1FE5-D241-EA00A96FC7F0}"/>
              </a:ext>
            </a:extLst>
          </p:cNvPr>
          <p:cNvGrpSpPr/>
          <p:nvPr/>
        </p:nvGrpSpPr>
        <p:grpSpPr>
          <a:xfrm>
            <a:off x="536945" y="2295458"/>
            <a:ext cx="5391683" cy="922672"/>
            <a:chOff x="1371600" y="2181225"/>
            <a:chExt cx="3716338" cy="574675"/>
          </a:xfrm>
        </p:grpSpPr>
        <p:sp>
          <p:nvSpPr>
            <p:cNvPr id="7" name="Freeform 5">
              <a:extLst>
                <a:ext uri="{FF2B5EF4-FFF2-40B4-BE49-F238E27FC236}">
                  <a16:creationId xmlns:a16="http://schemas.microsoft.com/office/drawing/2014/main" id="{624D696D-020D-7698-AB46-15C22982B632}"/>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Freeform 6">
              <a:extLst>
                <a:ext uri="{FF2B5EF4-FFF2-40B4-BE49-F238E27FC236}">
                  <a16:creationId xmlns:a16="http://schemas.microsoft.com/office/drawing/2014/main" id="{8A974746-28A5-A35F-7FB8-DBE373C28319}"/>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9" name="íṥ1íḑé">
            <a:extLst>
              <a:ext uri="{FF2B5EF4-FFF2-40B4-BE49-F238E27FC236}">
                <a16:creationId xmlns:a16="http://schemas.microsoft.com/office/drawing/2014/main" id="{4464FD08-704D-A95E-1E48-BF213CFC3C5B}"/>
              </a:ext>
            </a:extLst>
          </p:cNvPr>
          <p:cNvSpPr/>
          <p:nvPr/>
        </p:nvSpPr>
        <p:spPr bwMode="auto">
          <a:xfrm>
            <a:off x="2144980" y="2257231"/>
            <a:ext cx="2746550"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just" defTabSz="914377"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rPr>
              <a:t>Request to appoint a nodal person and counterpart team in each utility for purpose of coordination for data collection, meetings and in-person visits.</a:t>
            </a:r>
          </a:p>
        </p:txBody>
      </p:sp>
      <p:sp>
        <p:nvSpPr>
          <p:cNvPr id="11" name="ïṣľíḍe">
            <a:extLst>
              <a:ext uri="{FF2B5EF4-FFF2-40B4-BE49-F238E27FC236}">
                <a16:creationId xmlns:a16="http://schemas.microsoft.com/office/drawing/2014/main" id="{11C17D5D-ED07-7C6E-3C95-B60677BA3432}"/>
              </a:ext>
            </a:extLst>
          </p:cNvPr>
          <p:cNvSpPr txBox="1"/>
          <p:nvPr/>
        </p:nvSpPr>
        <p:spPr bwMode="auto">
          <a:xfrm>
            <a:off x="2198424" y="1963916"/>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6890D"/>
                </a:solidFill>
                <a:effectLst/>
                <a:uLnTx/>
                <a:uFillTx/>
                <a:latin typeface="Arial" panose="020B0604020202020204" pitchFamily="34" charset="0"/>
                <a:ea typeface="Verdana" panose="020B0604030504040204" pitchFamily="34" charset="0"/>
                <a:cs typeface="Arial" panose="020B0604020202020204" pitchFamily="34" charset="0"/>
              </a:rPr>
              <a:t>Counterpart Team and Nodal Person</a:t>
            </a:r>
          </a:p>
        </p:txBody>
      </p:sp>
      <p:sp>
        <p:nvSpPr>
          <p:cNvPr id="13" name="椭圆 787">
            <a:extLst>
              <a:ext uri="{FF2B5EF4-FFF2-40B4-BE49-F238E27FC236}">
                <a16:creationId xmlns:a16="http://schemas.microsoft.com/office/drawing/2014/main" id="{CFFE5491-65EA-9372-DD9E-7060AD0E1377}"/>
              </a:ext>
            </a:extLst>
          </p:cNvPr>
          <p:cNvSpPr/>
          <p:nvPr/>
        </p:nvSpPr>
        <p:spPr bwMode="gray">
          <a:xfrm>
            <a:off x="661485" y="1945358"/>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19" name="Group 18">
            <a:extLst>
              <a:ext uri="{FF2B5EF4-FFF2-40B4-BE49-F238E27FC236}">
                <a16:creationId xmlns:a16="http://schemas.microsoft.com/office/drawing/2014/main" id="{C087B2BF-6368-920F-D736-18E6A964F418}"/>
              </a:ext>
            </a:extLst>
          </p:cNvPr>
          <p:cNvGrpSpPr/>
          <p:nvPr/>
        </p:nvGrpSpPr>
        <p:grpSpPr>
          <a:xfrm>
            <a:off x="6413144" y="2295458"/>
            <a:ext cx="5350964" cy="922672"/>
            <a:chOff x="8003869" y="1743316"/>
            <a:chExt cx="3716338" cy="922672"/>
          </a:xfrm>
        </p:grpSpPr>
        <p:sp>
          <p:nvSpPr>
            <p:cNvPr id="20" name="Freeform 5">
              <a:extLst>
                <a:ext uri="{FF2B5EF4-FFF2-40B4-BE49-F238E27FC236}">
                  <a16:creationId xmlns:a16="http://schemas.microsoft.com/office/drawing/2014/main" id="{39B06C5D-6129-2E78-7BE5-12EDEDE9C412}"/>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Freeform 6">
              <a:extLst>
                <a:ext uri="{FF2B5EF4-FFF2-40B4-BE49-F238E27FC236}">
                  <a16:creationId xmlns:a16="http://schemas.microsoft.com/office/drawing/2014/main" id="{A5BAE136-FA7C-41CA-EEA1-B25FC5995FA6}"/>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3" name="íṥ1íḑé">
            <a:extLst>
              <a:ext uri="{FF2B5EF4-FFF2-40B4-BE49-F238E27FC236}">
                <a16:creationId xmlns:a16="http://schemas.microsoft.com/office/drawing/2014/main" id="{416389BC-1AB0-DA63-A153-EFEC1107AABF}"/>
              </a:ext>
            </a:extLst>
          </p:cNvPr>
          <p:cNvSpPr/>
          <p:nvPr/>
        </p:nvSpPr>
        <p:spPr bwMode="auto">
          <a:xfrm>
            <a:off x="8023154" y="2308054"/>
            <a:ext cx="2699273"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just" defTabSz="914377"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rPr>
              <a:t>Request to set-up </a:t>
            </a:r>
            <a:r>
              <a:rPr lang="en-US" altLang="zh-CN" sz="1200">
                <a:solidFill>
                  <a:srgbClr val="FFFFFF"/>
                </a:solidFill>
                <a:latin typeface="Arial" panose="020B0604020202020204" pitchFamily="34" charset="0"/>
                <a:ea typeface="Verdana" panose="020B0604030504040204" pitchFamily="34" charset="0"/>
                <a:cs typeface="Arial" panose="020B0604020202020204" pitchFamily="34" charset="0"/>
              </a:rPr>
              <a:t>virtual meetings with each utility (3 sessions of 2 hours each) </a:t>
            </a:r>
            <a:r>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rPr>
              <a:t>to gain understanding of as-is state &amp; </a:t>
            </a:r>
            <a:r>
              <a:rPr lang="en-US" altLang="zh-CN" sz="1200">
                <a:solidFill>
                  <a:srgbClr val="FFFFFF"/>
                </a:solidFill>
                <a:latin typeface="Arial" panose="020B0604020202020204" pitchFamily="34" charset="0"/>
                <a:ea typeface="Verdana" panose="020B0604030504040204" pitchFamily="34" charset="0"/>
                <a:cs typeface="Arial" panose="020B0604020202020204" pitchFamily="34" charset="0"/>
              </a:rPr>
              <a:t>collect data for analysis through formats and templates</a:t>
            </a: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24" name="ïṣľíḍe">
            <a:extLst>
              <a:ext uri="{FF2B5EF4-FFF2-40B4-BE49-F238E27FC236}">
                <a16:creationId xmlns:a16="http://schemas.microsoft.com/office/drawing/2014/main" id="{B30E2ADE-A098-66CD-4F00-DC7BABA03F59}"/>
              </a:ext>
            </a:extLst>
          </p:cNvPr>
          <p:cNvSpPr txBox="1"/>
          <p:nvPr/>
        </p:nvSpPr>
        <p:spPr bwMode="auto">
          <a:xfrm>
            <a:off x="8102137" y="1983760"/>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43B02A"/>
                </a:solidFill>
                <a:effectLst/>
                <a:uLnTx/>
                <a:uFillTx/>
                <a:latin typeface="Arial" panose="020B0604020202020204" pitchFamily="34" charset="0"/>
                <a:ea typeface="Verdana" panose="020B0604030504040204" pitchFamily="34" charset="0"/>
                <a:cs typeface="Arial" panose="020B0604020202020204" pitchFamily="34" charset="0"/>
              </a:rPr>
              <a:t>Stakeholder Meetings </a:t>
            </a:r>
          </a:p>
        </p:txBody>
      </p:sp>
      <p:sp>
        <p:nvSpPr>
          <p:cNvPr id="29" name="椭圆 788">
            <a:extLst>
              <a:ext uri="{FF2B5EF4-FFF2-40B4-BE49-F238E27FC236}">
                <a16:creationId xmlns:a16="http://schemas.microsoft.com/office/drawing/2014/main" id="{2DE43FD7-866B-1C83-50DF-99C22641F425}"/>
              </a:ext>
            </a:extLst>
          </p:cNvPr>
          <p:cNvSpPr/>
          <p:nvPr/>
        </p:nvSpPr>
        <p:spPr bwMode="gray">
          <a:xfrm>
            <a:off x="6534903" y="1945358"/>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31" name="Group 30">
            <a:extLst>
              <a:ext uri="{FF2B5EF4-FFF2-40B4-BE49-F238E27FC236}">
                <a16:creationId xmlns:a16="http://schemas.microsoft.com/office/drawing/2014/main" id="{DB35F778-1316-E358-3366-3EC587EA9051}"/>
              </a:ext>
            </a:extLst>
          </p:cNvPr>
          <p:cNvGrpSpPr/>
          <p:nvPr/>
        </p:nvGrpSpPr>
        <p:grpSpPr>
          <a:xfrm>
            <a:off x="6410363" y="4508129"/>
            <a:ext cx="5350964" cy="922672"/>
            <a:chOff x="8001088" y="3883590"/>
            <a:chExt cx="3716338" cy="922672"/>
          </a:xfrm>
          <a:solidFill>
            <a:schemeClr val="accent6"/>
          </a:solidFill>
        </p:grpSpPr>
        <p:sp>
          <p:nvSpPr>
            <p:cNvPr id="34" name="Freeform 5">
              <a:extLst>
                <a:ext uri="{FF2B5EF4-FFF2-40B4-BE49-F238E27FC236}">
                  <a16:creationId xmlns:a16="http://schemas.microsoft.com/office/drawing/2014/main" id="{CCA6AD10-2CB5-64F6-B1AE-5FF96E29E632}"/>
                </a:ext>
              </a:extLst>
            </p:cNvPr>
            <p:cNvSpPr>
              <a:spLocks/>
            </p:cNvSpPr>
            <p:nvPr/>
          </p:nvSpPr>
          <p:spPr bwMode="auto">
            <a:xfrm>
              <a:off x="8001088" y="3883590"/>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Freeform 6">
              <a:extLst>
                <a:ext uri="{FF2B5EF4-FFF2-40B4-BE49-F238E27FC236}">
                  <a16:creationId xmlns:a16="http://schemas.microsoft.com/office/drawing/2014/main" id="{6133C243-3BEF-3363-8A91-24B61B2929E1}"/>
                </a:ext>
              </a:extLst>
            </p:cNvPr>
            <p:cNvSpPr>
              <a:spLocks/>
            </p:cNvSpPr>
            <p:nvPr/>
          </p:nvSpPr>
          <p:spPr bwMode="auto">
            <a:xfrm>
              <a:off x="11179263" y="3883590"/>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36" name="íṥ1íḑé">
            <a:extLst>
              <a:ext uri="{FF2B5EF4-FFF2-40B4-BE49-F238E27FC236}">
                <a16:creationId xmlns:a16="http://schemas.microsoft.com/office/drawing/2014/main" id="{8DD202A2-2135-A738-2650-753E5E3BFA44}"/>
              </a:ext>
            </a:extLst>
          </p:cNvPr>
          <p:cNvSpPr/>
          <p:nvPr/>
        </p:nvSpPr>
        <p:spPr bwMode="auto">
          <a:xfrm>
            <a:off x="8055812" y="4508129"/>
            <a:ext cx="2802906"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just" defTabSz="914377" rtl="0" eaLnBrk="1" fontAlgn="auto" latinLnBrk="0" hangingPunct="1">
              <a:lnSpc>
                <a:spcPct val="100000"/>
              </a:lnSpc>
              <a:spcBef>
                <a:spcPts val="0"/>
              </a:spcBef>
              <a:spcAft>
                <a:spcPts val="0"/>
              </a:spcAft>
              <a:buClrTx/>
              <a:buSzTx/>
              <a:buFontTx/>
              <a:buNone/>
              <a:tabLst/>
              <a:defRPr/>
            </a:pPr>
            <a:r>
              <a:rPr lang="en-US" altLang="zh-CN" sz="1200">
                <a:solidFill>
                  <a:prstClr val="white"/>
                </a:solidFill>
                <a:latin typeface="Arial" panose="020B0604020202020204" pitchFamily="34" charset="0"/>
                <a:ea typeface="Verdana" panose="020B0604030504040204" pitchFamily="34" charset="0"/>
                <a:cs typeface="Arial" panose="020B0604020202020204" pitchFamily="34" charset="0"/>
              </a:rPr>
              <a:t>Discussion with SPOCs once in two weeks to review project progress and r</a:t>
            </a:r>
            <a:r>
              <a:rPr kumimoji="0" lang="en-US" altLang="zh-CN" sz="1200" b="0" i="0" u="none" strike="noStrike" kern="1200" cap="none" spc="0" normalizeH="0" baseline="0" noProof="0" err="1">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equest</a:t>
            </a:r>
            <a:r>
              <a:rPr kumimoji="0" lang="en-US" altLang="zh-CN" sz="1200" b="0" i="0" u="none" strike="noStrike" kern="1200" cap="none" spc="0" normalizeH="0" baseline="0" noProof="0">
                <a:ln>
                  <a:noFill/>
                </a:ln>
                <a:solidFill>
                  <a:prstClr val="white"/>
                </a:solidFill>
                <a:effectLst/>
                <a:uLnTx/>
                <a:uFillTx/>
                <a:latin typeface="Arial" panose="020B0604020202020204" pitchFamily="34" charset="0"/>
                <a:ea typeface="Verdana" panose="020B0604030504040204" pitchFamily="34" charset="0"/>
                <a:cs typeface="Arial" panose="020B0604020202020204" pitchFamily="34" charset="0"/>
              </a:rPr>
              <a:t> to provide timely feedback</a:t>
            </a:r>
          </a:p>
        </p:txBody>
      </p:sp>
      <p:sp>
        <p:nvSpPr>
          <p:cNvPr id="37" name="ïṣľíḍe">
            <a:extLst>
              <a:ext uri="{FF2B5EF4-FFF2-40B4-BE49-F238E27FC236}">
                <a16:creationId xmlns:a16="http://schemas.microsoft.com/office/drawing/2014/main" id="{B4F29C93-DDDD-82E4-5093-E4C89472A766}"/>
              </a:ext>
            </a:extLst>
          </p:cNvPr>
          <p:cNvSpPr txBox="1"/>
          <p:nvPr/>
        </p:nvSpPr>
        <p:spPr bwMode="auto">
          <a:xfrm>
            <a:off x="8099356" y="4196431"/>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7CB0"/>
                </a:solidFill>
                <a:effectLst/>
                <a:uLnTx/>
                <a:uFillTx/>
                <a:latin typeface="Arial" panose="020B0604020202020204" pitchFamily="34" charset="0"/>
                <a:ea typeface="Verdana" panose="020B0604030504040204" pitchFamily="34" charset="0"/>
                <a:cs typeface="Arial" panose="020B0604020202020204" pitchFamily="34" charset="0"/>
              </a:rPr>
              <a:t>Timely Review and Feedback</a:t>
            </a:r>
          </a:p>
        </p:txBody>
      </p:sp>
      <p:sp>
        <p:nvSpPr>
          <p:cNvPr id="38" name="椭圆 806">
            <a:extLst>
              <a:ext uri="{FF2B5EF4-FFF2-40B4-BE49-F238E27FC236}">
                <a16:creationId xmlns:a16="http://schemas.microsoft.com/office/drawing/2014/main" id="{04198199-03B2-56EE-FB00-9BFAB9D56FBB}"/>
              </a:ext>
            </a:extLst>
          </p:cNvPr>
          <p:cNvSpPr/>
          <p:nvPr/>
        </p:nvSpPr>
        <p:spPr bwMode="gray">
          <a:xfrm>
            <a:off x="6521154" y="4085633"/>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39" name="组合 12">
            <a:extLst>
              <a:ext uri="{FF2B5EF4-FFF2-40B4-BE49-F238E27FC236}">
                <a16:creationId xmlns:a16="http://schemas.microsoft.com/office/drawing/2014/main" id="{FE24EB12-9990-6DA5-BC9B-3086E2F5081C}"/>
              </a:ext>
            </a:extLst>
          </p:cNvPr>
          <p:cNvGrpSpPr/>
          <p:nvPr/>
        </p:nvGrpSpPr>
        <p:grpSpPr>
          <a:xfrm>
            <a:off x="536945" y="4508129"/>
            <a:ext cx="5381320" cy="922672"/>
            <a:chOff x="1371600" y="2181225"/>
            <a:chExt cx="3716338" cy="574675"/>
          </a:xfrm>
        </p:grpSpPr>
        <p:sp>
          <p:nvSpPr>
            <p:cNvPr id="40" name="Freeform 5">
              <a:extLst>
                <a:ext uri="{FF2B5EF4-FFF2-40B4-BE49-F238E27FC236}">
                  <a16:creationId xmlns:a16="http://schemas.microsoft.com/office/drawing/2014/main" id="{59486341-F256-902F-D308-A13C32543750}"/>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5356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Freeform 6">
              <a:extLst>
                <a:ext uri="{FF2B5EF4-FFF2-40B4-BE49-F238E27FC236}">
                  <a16:creationId xmlns:a16="http://schemas.microsoft.com/office/drawing/2014/main" id="{148DF465-8248-85B0-97FC-A1BEAE2DB8A8}"/>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61" name="íṥ1íḑé">
            <a:extLst>
              <a:ext uri="{FF2B5EF4-FFF2-40B4-BE49-F238E27FC236}">
                <a16:creationId xmlns:a16="http://schemas.microsoft.com/office/drawing/2014/main" id="{912F396F-7C2B-4D4C-1E15-996B9431CD96}"/>
              </a:ext>
            </a:extLst>
          </p:cNvPr>
          <p:cNvSpPr/>
          <p:nvPr/>
        </p:nvSpPr>
        <p:spPr bwMode="auto">
          <a:xfrm>
            <a:off x="2201302" y="4508129"/>
            <a:ext cx="2691645" cy="93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just" defTabSz="914377"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Verdana" panose="020B0604030504040204" pitchFamily="34" charset="0"/>
                <a:cs typeface="Arial" panose="020B0604020202020204" pitchFamily="34" charset="0"/>
              </a:rPr>
              <a:t>In-person visit to Bhutan to re-validate our initial findings and discuss some of the possible digital interventions and gaps identified</a:t>
            </a:r>
          </a:p>
        </p:txBody>
      </p:sp>
      <p:sp>
        <p:nvSpPr>
          <p:cNvPr id="62" name="ïṣľíḍe">
            <a:extLst>
              <a:ext uri="{FF2B5EF4-FFF2-40B4-BE49-F238E27FC236}">
                <a16:creationId xmlns:a16="http://schemas.microsoft.com/office/drawing/2014/main" id="{C3A6BA92-DE94-8A8F-3BFB-F3DEAD5E7708}"/>
              </a:ext>
            </a:extLst>
          </p:cNvPr>
          <p:cNvSpPr txBox="1"/>
          <p:nvPr/>
        </p:nvSpPr>
        <p:spPr bwMode="auto">
          <a:xfrm>
            <a:off x="2199885" y="4196431"/>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C5234"/>
                </a:solidFill>
                <a:effectLst/>
                <a:uLnTx/>
                <a:uFillTx/>
                <a:latin typeface="Arial" panose="020B0604020202020204" pitchFamily="34" charset="0"/>
                <a:ea typeface="Verdana" panose="020B0604030504040204" pitchFamily="34" charset="0"/>
                <a:cs typeface="Arial" panose="020B0604020202020204" pitchFamily="34" charset="0"/>
              </a:rPr>
              <a:t>In-person meeting (Visit to Bhutan) </a:t>
            </a:r>
          </a:p>
        </p:txBody>
      </p:sp>
      <p:sp>
        <p:nvSpPr>
          <p:cNvPr id="63" name="椭圆 807">
            <a:extLst>
              <a:ext uri="{FF2B5EF4-FFF2-40B4-BE49-F238E27FC236}">
                <a16:creationId xmlns:a16="http://schemas.microsoft.com/office/drawing/2014/main" id="{A9B2FC61-F2A7-A1E3-55E7-8626F946D202}"/>
              </a:ext>
            </a:extLst>
          </p:cNvPr>
          <p:cNvSpPr/>
          <p:nvPr/>
        </p:nvSpPr>
        <p:spPr bwMode="gray">
          <a:xfrm>
            <a:off x="661861" y="4085633"/>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64" name="Group 192">
            <a:extLst>
              <a:ext uri="{FF2B5EF4-FFF2-40B4-BE49-F238E27FC236}">
                <a16:creationId xmlns:a16="http://schemas.microsoft.com/office/drawing/2014/main" id="{28A06D20-76D4-0D39-0F35-F27EA651C666}"/>
              </a:ext>
            </a:extLst>
          </p:cNvPr>
          <p:cNvGrpSpPr>
            <a:grpSpLocks noChangeAspect="1"/>
          </p:cNvGrpSpPr>
          <p:nvPr/>
        </p:nvGrpSpPr>
        <p:grpSpPr bwMode="auto">
          <a:xfrm>
            <a:off x="1032346" y="2338854"/>
            <a:ext cx="720000" cy="720000"/>
            <a:chOff x="378" y="713"/>
            <a:chExt cx="340" cy="340"/>
          </a:xfrm>
          <a:solidFill>
            <a:schemeClr val="bg1"/>
          </a:solidFill>
        </p:grpSpPr>
        <p:sp>
          <p:nvSpPr>
            <p:cNvPr id="65" name="Freeform 193">
              <a:extLst>
                <a:ext uri="{FF2B5EF4-FFF2-40B4-BE49-F238E27FC236}">
                  <a16:creationId xmlns:a16="http://schemas.microsoft.com/office/drawing/2014/main" id="{BCD3E6DE-7AAF-EA95-D58B-8EA6161A9CC9}"/>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6" name="Freeform 194">
              <a:extLst>
                <a:ext uri="{FF2B5EF4-FFF2-40B4-BE49-F238E27FC236}">
                  <a16:creationId xmlns:a16="http://schemas.microsoft.com/office/drawing/2014/main" id="{D8C228F2-EB48-BCA6-01AF-8570E648E41F}"/>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67" name="Group 795">
            <a:extLst>
              <a:ext uri="{FF2B5EF4-FFF2-40B4-BE49-F238E27FC236}">
                <a16:creationId xmlns:a16="http://schemas.microsoft.com/office/drawing/2014/main" id="{3892D7D1-BEEF-A90B-E91C-253A51993489}"/>
              </a:ext>
            </a:extLst>
          </p:cNvPr>
          <p:cNvGrpSpPr>
            <a:grpSpLocks noChangeAspect="1"/>
          </p:cNvGrpSpPr>
          <p:nvPr/>
        </p:nvGrpSpPr>
        <p:grpSpPr bwMode="auto">
          <a:xfrm>
            <a:off x="6889136" y="2331188"/>
            <a:ext cx="720002" cy="720000"/>
            <a:chOff x="7361" y="3009"/>
            <a:chExt cx="340" cy="340"/>
          </a:xfrm>
          <a:solidFill>
            <a:schemeClr val="bg1"/>
          </a:solidFill>
        </p:grpSpPr>
        <p:sp>
          <p:nvSpPr>
            <p:cNvPr id="68" name="Freeform 796">
              <a:extLst>
                <a:ext uri="{FF2B5EF4-FFF2-40B4-BE49-F238E27FC236}">
                  <a16:creationId xmlns:a16="http://schemas.microsoft.com/office/drawing/2014/main" id="{A50D1ABE-544A-28C0-9921-84C5F3196AE6}"/>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Freeform 797">
              <a:extLst>
                <a:ext uri="{FF2B5EF4-FFF2-40B4-BE49-F238E27FC236}">
                  <a16:creationId xmlns:a16="http://schemas.microsoft.com/office/drawing/2014/main" id="{26AE5373-6F1E-D3A7-A15D-A93C5F0529EF}"/>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Freeform 798">
              <a:extLst>
                <a:ext uri="{FF2B5EF4-FFF2-40B4-BE49-F238E27FC236}">
                  <a16:creationId xmlns:a16="http://schemas.microsoft.com/office/drawing/2014/main" id="{4F7C0471-854D-5396-1C68-B546F0B3ED79}"/>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Freeform 799">
              <a:extLst>
                <a:ext uri="{FF2B5EF4-FFF2-40B4-BE49-F238E27FC236}">
                  <a16:creationId xmlns:a16="http://schemas.microsoft.com/office/drawing/2014/main" id="{FC90CD3D-52E5-1460-1BBA-11C96D6F17A0}"/>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Freeform 800">
              <a:extLst>
                <a:ext uri="{FF2B5EF4-FFF2-40B4-BE49-F238E27FC236}">
                  <a16:creationId xmlns:a16="http://schemas.microsoft.com/office/drawing/2014/main" id="{B481E877-E565-A108-220A-98818F3DBD5C}"/>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Freeform 801">
              <a:extLst>
                <a:ext uri="{FF2B5EF4-FFF2-40B4-BE49-F238E27FC236}">
                  <a16:creationId xmlns:a16="http://schemas.microsoft.com/office/drawing/2014/main" id="{48DF85AA-C76F-119B-A7AA-29260B5A6121}"/>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Freeform 802">
              <a:extLst>
                <a:ext uri="{FF2B5EF4-FFF2-40B4-BE49-F238E27FC236}">
                  <a16:creationId xmlns:a16="http://schemas.microsoft.com/office/drawing/2014/main" id="{29611CB2-025F-7CE3-73C4-50FE954408AD}"/>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78" name="Group 235">
            <a:extLst>
              <a:ext uri="{FF2B5EF4-FFF2-40B4-BE49-F238E27FC236}">
                <a16:creationId xmlns:a16="http://schemas.microsoft.com/office/drawing/2014/main" id="{DAAB14CE-592E-562B-6322-53048842EDCD}"/>
              </a:ext>
            </a:extLst>
          </p:cNvPr>
          <p:cNvGrpSpPr>
            <a:grpSpLocks noChangeAspect="1"/>
          </p:cNvGrpSpPr>
          <p:nvPr/>
        </p:nvGrpSpPr>
        <p:grpSpPr bwMode="auto">
          <a:xfrm>
            <a:off x="6901698" y="4443931"/>
            <a:ext cx="722376" cy="722376"/>
            <a:chOff x="4264" y="792"/>
            <a:chExt cx="340" cy="340"/>
          </a:xfrm>
          <a:solidFill>
            <a:schemeClr val="bg1"/>
          </a:solidFill>
        </p:grpSpPr>
        <p:sp>
          <p:nvSpPr>
            <p:cNvPr id="79" name="Freeform 236">
              <a:extLst>
                <a:ext uri="{FF2B5EF4-FFF2-40B4-BE49-F238E27FC236}">
                  <a16:creationId xmlns:a16="http://schemas.microsoft.com/office/drawing/2014/main" id="{1A64F038-7F8E-51A6-E01E-993F560E4C8D}"/>
                </a:ext>
              </a:extLst>
            </p:cNvPr>
            <p:cNvSpPr>
              <a:spLocks noEditPoints="1"/>
            </p:cNvSpPr>
            <p:nvPr/>
          </p:nvSpPr>
          <p:spPr bwMode="auto">
            <a:xfrm>
              <a:off x="4264" y="79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Freeform 237">
              <a:extLst>
                <a:ext uri="{FF2B5EF4-FFF2-40B4-BE49-F238E27FC236}">
                  <a16:creationId xmlns:a16="http://schemas.microsoft.com/office/drawing/2014/main" id="{0602AE5F-85A8-C53A-B61E-FD7E0487F514}"/>
                </a:ext>
              </a:extLst>
            </p:cNvPr>
            <p:cNvSpPr>
              <a:spLocks noEditPoints="1"/>
            </p:cNvSpPr>
            <p:nvPr/>
          </p:nvSpPr>
          <p:spPr bwMode="auto">
            <a:xfrm>
              <a:off x="4328" y="884"/>
              <a:ext cx="127" cy="113"/>
            </a:xfrm>
            <a:custGeom>
              <a:avLst/>
              <a:gdLst>
                <a:gd name="T0" fmla="*/ 192 w 192"/>
                <a:gd name="T1" fmla="*/ 118 h 171"/>
                <a:gd name="T2" fmla="*/ 192 w 192"/>
                <a:gd name="T3" fmla="*/ 11 h 171"/>
                <a:gd name="T4" fmla="*/ 181 w 192"/>
                <a:gd name="T5" fmla="*/ 0 h 171"/>
                <a:gd name="T6" fmla="*/ 10 w 192"/>
                <a:gd name="T7" fmla="*/ 0 h 171"/>
                <a:gd name="T8" fmla="*/ 0 w 192"/>
                <a:gd name="T9" fmla="*/ 11 h 171"/>
                <a:gd name="T10" fmla="*/ 0 w 192"/>
                <a:gd name="T11" fmla="*/ 118 h 171"/>
                <a:gd name="T12" fmla="*/ 10 w 192"/>
                <a:gd name="T13" fmla="*/ 128 h 171"/>
                <a:gd name="T14" fmla="*/ 32 w 192"/>
                <a:gd name="T15" fmla="*/ 128 h 171"/>
                <a:gd name="T16" fmla="*/ 32 w 192"/>
                <a:gd name="T17" fmla="*/ 160 h 171"/>
                <a:gd name="T18" fmla="*/ 38 w 192"/>
                <a:gd name="T19" fmla="*/ 170 h 171"/>
                <a:gd name="T20" fmla="*/ 42 w 192"/>
                <a:gd name="T21" fmla="*/ 171 h 171"/>
                <a:gd name="T22" fmla="*/ 50 w 192"/>
                <a:gd name="T23" fmla="*/ 168 h 171"/>
                <a:gd name="T24" fmla="*/ 89 w 192"/>
                <a:gd name="T25" fmla="*/ 128 h 171"/>
                <a:gd name="T26" fmla="*/ 181 w 192"/>
                <a:gd name="T27" fmla="*/ 128 h 171"/>
                <a:gd name="T28" fmla="*/ 192 w 192"/>
                <a:gd name="T29" fmla="*/ 118 h 171"/>
                <a:gd name="T30" fmla="*/ 170 w 192"/>
                <a:gd name="T31" fmla="*/ 107 h 171"/>
                <a:gd name="T32" fmla="*/ 85 w 192"/>
                <a:gd name="T33" fmla="*/ 107 h 171"/>
                <a:gd name="T34" fmla="*/ 77 w 192"/>
                <a:gd name="T35" fmla="*/ 110 h 171"/>
                <a:gd name="T36" fmla="*/ 53 w 192"/>
                <a:gd name="T37" fmla="*/ 135 h 171"/>
                <a:gd name="T38" fmla="*/ 53 w 192"/>
                <a:gd name="T39" fmla="*/ 118 h 171"/>
                <a:gd name="T40" fmla="*/ 42 w 192"/>
                <a:gd name="T41" fmla="*/ 107 h 171"/>
                <a:gd name="T42" fmla="*/ 21 w 192"/>
                <a:gd name="T43" fmla="*/ 107 h 171"/>
                <a:gd name="T44" fmla="*/ 21 w 192"/>
                <a:gd name="T45" fmla="*/ 22 h 171"/>
                <a:gd name="T46" fmla="*/ 170 w 192"/>
                <a:gd name="T47" fmla="*/ 22 h 171"/>
                <a:gd name="T48" fmla="*/ 170 w 192"/>
                <a:gd name="T49" fmla="*/ 10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71">
                  <a:moveTo>
                    <a:pt x="192" y="118"/>
                  </a:moveTo>
                  <a:cubicBezTo>
                    <a:pt x="192" y="11"/>
                    <a:pt x="192" y="11"/>
                    <a:pt x="192" y="11"/>
                  </a:cubicBezTo>
                  <a:cubicBezTo>
                    <a:pt x="192" y="5"/>
                    <a:pt x="187" y="0"/>
                    <a:pt x="181" y="0"/>
                  </a:cubicBezTo>
                  <a:cubicBezTo>
                    <a:pt x="10" y="0"/>
                    <a:pt x="10" y="0"/>
                    <a:pt x="10" y="0"/>
                  </a:cubicBezTo>
                  <a:cubicBezTo>
                    <a:pt x="4" y="0"/>
                    <a:pt x="0" y="5"/>
                    <a:pt x="0" y="11"/>
                  </a:cubicBezTo>
                  <a:cubicBezTo>
                    <a:pt x="0" y="118"/>
                    <a:pt x="0" y="118"/>
                    <a:pt x="0" y="118"/>
                  </a:cubicBezTo>
                  <a:cubicBezTo>
                    <a:pt x="0" y="124"/>
                    <a:pt x="4" y="128"/>
                    <a:pt x="10" y="128"/>
                  </a:cubicBezTo>
                  <a:cubicBezTo>
                    <a:pt x="32" y="128"/>
                    <a:pt x="32" y="128"/>
                    <a:pt x="32" y="128"/>
                  </a:cubicBezTo>
                  <a:cubicBezTo>
                    <a:pt x="32" y="160"/>
                    <a:pt x="32" y="160"/>
                    <a:pt x="32" y="160"/>
                  </a:cubicBezTo>
                  <a:cubicBezTo>
                    <a:pt x="32" y="165"/>
                    <a:pt x="34" y="169"/>
                    <a:pt x="38" y="170"/>
                  </a:cubicBezTo>
                  <a:cubicBezTo>
                    <a:pt x="40" y="171"/>
                    <a:pt x="41" y="171"/>
                    <a:pt x="42" y="171"/>
                  </a:cubicBezTo>
                  <a:cubicBezTo>
                    <a:pt x="45" y="171"/>
                    <a:pt x="48" y="170"/>
                    <a:pt x="50" y="168"/>
                  </a:cubicBezTo>
                  <a:cubicBezTo>
                    <a:pt x="89" y="128"/>
                    <a:pt x="89" y="128"/>
                    <a:pt x="89" y="128"/>
                  </a:cubicBezTo>
                  <a:cubicBezTo>
                    <a:pt x="181" y="128"/>
                    <a:pt x="181" y="128"/>
                    <a:pt x="181" y="128"/>
                  </a:cubicBezTo>
                  <a:cubicBezTo>
                    <a:pt x="187" y="128"/>
                    <a:pt x="192" y="124"/>
                    <a:pt x="192" y="118"/>
                  </a:cubicBezTo>
                  <a:close/>
                  <a:moveTo>
                    <a:pt x="170" y="107"/>
                  </a:moveTo>
                  <a:cubicBezTo>
                    <a:pt x="85" y="107"/>
                    <a:pt x="85" y="107"/>
                    <a:pt x="85" y="107"/>
                  </a:cubicBezTo>
                  <a:cubicBezTo>
                    <a:pt x="82" y="107"/>
                    <a:pt x="79" y="108"/>
                    <a:pt x="77" y="110"/>
                  </a:cubicBezTo>
                  <a:cubicBezTo>
                    <a:pt x="53" y="135"/>
                    <a:pt x="53" y="135"/>
                    <a:pt x="53" y="135"/>
                  </a:cubicBezTo>
                  <a:cubicBezTo>
                    <a:pt x="53" y="118"/>
                    <a:pt x="53" y="118"/>
                    <a:pt x="53" y="118"/>
                  </a:cubicBezTo>
                  <a:cubicBezTo>
                    <a:pt x="53" y="112"/>
                    <a:pt x="48" y="107"/>
                    <a:pt x="42" y="107"/>
                  </a:cubicBezTo>
                  <a:cubicBezTo>
                    <a:pt x="21" y="107"/>
                    <a:pt x="21" y="107"/>
                    <a:pt x="21" y="107"/>
                  </a:cubicBezTo>
                  <a:cubicBezTo>
                    <a:pt x="21" y="22"/>
                    <a:pt x="21" y="22"/>
                    <a:pt x="21" y="22"/>
                  </a:cubicBezTo>
                  <a:cubicBezTo>
                    <a:pt x="170" y="22"/>
                    <a:pt x="170" y="22"/>
                    <a:pt x="170" y="22"/>
                  </a:cubicBezTo>
                  <a:lnTo>
                    <a:pt x="170"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Freeform 238">
              <a:extLst>
                <a:ext uri="{FF2B5EF4-FFF2-40B4-BE49-F238E27FC236}">
                  <a16:creationId xmlns:a16="http://schemas.microsoft.com/office/drawing/2014/main" id="{03596E67-459B-6AAE-975A-0E6B303ECDB7}"/>
                </a:ext>
              </a:extLst>
            </p:cNvPr>
            <p:cNvSpPr>
              <a:spLocks/>
            </p:cNvSpPr>
            <p:nvPr/>
          </p:nvSpPr>
          <p:spPr bwMode="auto">
            <a:xfrm>
              <a:off x="4413" y="941"/>
              <a:ext cx="127" cy="127"/>
            </a:xfrm>
            <a:custGeom>
              <a:avLst/>
              <a:gdLst>
                <a:gd name="T0" fmla="*/ 181 w 192"/>
                <a:gd name="T1" fmla="*/ 0 h 192"/>
                <a:gd name="T2" fmla="*/ 96 w 192"/>
                <a:gd name="T3" fmla="*/ 0 h 192"/>
                <a:gd name="T4" fmla="*/ 85 w 192"/>
                <a:gd name="T5" fmla="*/ 10 h 192"/>
                <a:gd name="T6" fmla="*/ 96 w 192"/>
                <a:gd name="T7" fmla="*/ 21 h 192"/>
                <a:gd name="T8" fmla="*/ 170 w 192"/>
                <a:gd name="T9" fmla="*/ 21 h 192"/>
                <a:gd name="T10" fmla="*/ 170 w 192"/>
                <a:gd name="T11" fmla="*/ 128 h 192"/>
                <a:gd name="T12" fmla="*/ 138 w 192"/>
                <a:gd name="T13" fmla="*/ 128 h 192"/>
                <a:gd name="T14" fmla="*/ 128 w 192"/>
                <a:gd name="T15" fmla="*/ 138 h 192"/>
                <a:gd name="T16" fmla="*/ 128 w 192"/>
                <a:gd name="T17" fmla="*/ 155 h 192"/>
                <a:gd name="T18" fmla="*/ 103 w 192"/>
                <a:gd name="T19" fmla="*/ 131 h 192"/>
                <a:gd name="T20" fmla="*/ 96 w 192"/>
                <a:gd name="T21" fmla="*/ 128 h 192"/>
                <a:gd name="T22" fmla="*/ 21 w 192"/>
                <a:gd name="T23" fmla="*/ 128 h 192"/>
                <a:gd name="T24" fmla="*/ 21 w 192"/>
                <a:gd name="T25" fmla="*/ 74 h 192"/>
                <a:gd name="T26" fmla="*/ 10 w 192"/>
                <a:gd name="T27" fmla="*/ 64 h 192"/>
                <a:gd name="T28" fmla="*/ 0 w 192"/>
                <a:gd name="T29" fmla="*/ 74 h 192"/>
                <a:gd name="T30" fmla="*/ 0 w 192"/>
                <a:gd name="T31" fmla="*/ 138 h 192"/>
                <a:gd name="T32" fmla="*/ 10 w 192"/>
                <a:gd name="T33" fmla="*/ 149 h 192"/>
                <a:gd name="T34" fmla="*/ 91 w 192"/>
                <a:gd name="T35" fmla="*/ 149 h 192"/>
                <a:gd name="T36" fmla="*/ 131 w 192"/>
                <a:gd name="T37" fmla="*/ 189 h 192"/>
                <a:gd name="T38" fmla="*/ 138 w 192"/>
                <a:gd name="T39" fmla="*/ 192 h 192"/>
                <a:gd name="T40" fmla="*/ 142 w 192"/>
                <a:gd name="T41" fmla="*/ 191 h 192"/>
                <a:gd name="T42" fmla="*/ 149 w 192"/>
                <a:gd name="T43" fmla="*/ 181 h 192"/>
                <a:gd name="T44" fmla="*/ 149 w 192"/>
                <a:gd name="T45" fmla="*/ 149 h 192"/>
                <a:gd name="T46" fmla="*/ 181 w 192"/>
                <a:gd name="T47" fmla="*/ 149 h 192"/>
                <a:gd name="T48" fmla="*/ 192 w 192"/>
                <a:gd name="T49" fmla="*/ 138 h 192"/>
                <a:gd name="T50" fmla="*/ 192 w 192"/>
                <a:gd name="T51" fmla="*/ 10 h 192"/>
                <a:gd name="T52" fmla="*/ 181 w 192"/>
                <a:gd name="T53"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92">
                  <a:moveTo>
                    <a:pt x="181" y="0"/>
                  </a:moveTo>
                  <a:cubicBezTo>
                    <a:pt x="96" y="0"/>
                    <a:pt x="96" y="0"/>
                    <a:pt x="96" y="0"/>
                  </a:cubicBezTo>
                  <a:cubicBezTo>
                    <a:pt x="90" y="0"/>
                    <a:pt x="85" y="4"/>
                    <a:pt x="85" y="10"/>
                  </a:cubicBezTo>
                  <a:cubicBezTo>
                    <a:pt x="85" y="16"/>
                    <a:pt x="90" y="21"/>
                    <a:pt x="96" y="21"/>
                  </a:cubicBezTo>
                  <a:cubicBezTo>
                    <a:pt x="170" y="21"/>
                    <a:pt x="170" y="21"/>
                    <a:pt x="170" y="21"/>
                  </a:cubicBezTo>
                  <a:cubicBezTo>
                    <a:pt x="170" y="128"/>
                    <a:pt x="170" y="128"/>
                    <a:pt x="170" y="128"/>
                  </a:cubicBezTo>
                  <a:cubicBezTo>
                    <a:pt x="138" y="128"/>
                    <a:pt x="138" y="128"/>
                    <a:pt x="138" y="128"/>
                  </a:cubicBezTo>
                  <a:cubicBezTo>
                    <a:pt x="132" y="128"/>
                    <a:pt x="128" y="132"/>
                    <a:pt x="128" y="138"/>
                  </a:cubicBezTo>
                  <a:cubicBezTo>
                    <a:pt x="128" y="155"/>
                    <a:pt x="128" y="155"/>
                    <a:pt x="128" y="155"/>
                  </a:cubicBezTo>
                  <a:cubicBezTo>
                    <a:pt x="103" y="131"/>
                    <a:pt x="103" y="131"/>
                    <a:pt x="103" y="131"/>
                  </a:cubicBezTo>
                  <a:cubicBezTo>
                    <a:pt x="101" y="129"/>
                    <a:pt x="98" y="128"/>
                    <a:pt x="96" y="128"/>
                  </a:cubicBezTo>
                  <a:cubicBezTo>
                    <a:pt x="21" y="128"/>
                    <a:pt x="21" y="128"/>
                    <a:pt x="21" y="128"/>
                  </a:cubicBezTo>
                  <a:cubicBezTo>
                    <a:pt x="21" y="74"/>
                    <a:pt x="21" y="74"/>
                    <a:pt x="21" y="74"/>
                  </a:cubicBezTo>
                  <a:cubicBezTo>
                    <a:pt x="21" y="68"/>
                    <a:pt x="16" y="64"/>
                    <a:pt x="10" y="64"/>
                  </a:cubicBezTo>
                  <a:cubicBezTo>
                    <a:pt x="4" y="64"/>
                    <a:pt x="0" y="68"/>
                    <a:pt x="0" y="74"/>
                  </a:cubicBezTo>
                  <a:cubicBezTo>
                    <a:pt x="0" y="138"/>
                    <a:pt x="0" y="138"/>
                    <a:pt x="0" y="138"/>
                  </a:cubicBezTo>
                  <a:cubicBezTo>
                    <a:pt x="0" y="144"/>
                    <a:pt x="4" y="149"/>
                    <a:pt x="10" y="149"/>
                  </a:cubicBezTo>
                  <a:cubicBezTo>
                    <a:pt x="91" y="149"/>
                    <a:pt x="91" y="149"/>
                    <a:pt x="91" y="149"/>
                  </a:cubicBezTo>
                  <a:cubicBezTo>
                    <a:pt x="131" y="189"/>
                    <a:pt x="131" y="189"/>
                    <a:pt x="131" y="189"/>
                  </a:cubicBezTo>
                  <a:cubicBezTo>
                    <a:pt x="133" y="191"/>
                    <a:pt x="136" y="192"/>
                    <a:pt x="138" y="192"/>
                  </a:cubicBezTo>
                  <a:cubicBezTo>
                    <a:pt x="140" y="192"/>
                    <a:pt x="141" y="191"/>
                    <a:pt x="142" y="191"/>
                  </a:cubicBezTo>
                  <a:cubicBezTo>
                    <a:pt x="146" y="189"/>
                    <a:pt x="149" y="185"/>
                    <a:pt x="149" y="181"/>
                  </a:cubicBezTo>
                  <a:cubicBezTo>
                    <a:pt x="149" y="149"/>
                    <a:pt x="149" y="149"/>
                    <a:pt x="149" y="149"/>
                  </a:cubicBezTo>
                  <a:cubicBezTo>
                    <a:pt x="181" y="149"/>
                    <a:pt x="181" y="149"/>
                    <a:pt x="181" y="149"/>
                  </a:cubicBezTo>
                  <a:cubicBezTo>
                    <a:pt x="187" y="149"/>
                    <a:pt x="192" y="144"/>
                    <a:pt x="192" y="138"/>
                  </a:cubicBezTo>
                  <a:cubicBezTo>
                    <a:pt x="192" y="10"/>
                    <a:pt x="192" y="10"/>
                    <a:pt x="192" y="10"/>
                  </a:cubicBezTo>
                  <a:cubicBezTo>
                    <a:pt x="192" y="4"/>
                    <a:pt x="187" y="0"/>
                    <a:pt x="18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2" name="Graphic 4">
            <a:extLst>
              <a:ext uri="{FF2B5EF4-FFF2-40B4-BE49-F238E27FC236}">
                <a16:creationId xmlns:a16="http://schemas.microsoft.com/office/drawing/2014/main" id="{E4FCB780-472B-BBE6-9E14-3955D3E95103}"/>
              </a:ext>
            </a:extLst>
          </p:cNvPr>
          <p:cNvGrpSpPr>
            <a:grpSpLocks noChangeAspect="1"/>
          </p:cNvGrpSpPr>
          <p:nvPr/>
        </p:nvGrpSpPr>
        <p:grpSpPr>
          <a:xfrm>
            <a:off x="1025164" y="4453616"/>
            <a:ext cx="719401" cy="720000"/>
            <a:chOff x="905454" y="2371173"/>
            <a:chExt cx="362309" cy="362610"/>
          </a:xfrm>
          <a:solidFill>
            <a:schemeClr val="accent1"/>
          </a:solidFill>
        </p:grpSpPr>
        <p:sp>
          <p:nvSpPr>
            <p:cNvPr id="14" name="Graphic 4">
              <a:extLst>
                <a:ext uri="{FF2B5EF4-FFF2-40B4-BE49-F238E27FC236}">
                  <a16:creationId xmlns:a16="http://schemas.microsoft.com/office/drawing/2014/main" id="{C4D6414D-3A8F-5C35-F630-E21A0A77BB81}"/>
                </a:ext>
              </a:extLst>
            </p:cNvPr>
            <p:cNvSpPr/>
            <p:nvPr/>
          </p:nvSpPr>
          <p:spPr>
            <a:xfrm>
              <a:off x="989801" y="2500130"/>
              <a:ext cx="46007" cy="134063"/>
            </a:xfrm>
            <a:custGeom>
              <a:avLst/>
              <a:gdLst>
                <a:gd name="connsiteX0" fmla="*/ 16614 w 46007"/>
                <a:gd name="connsiteY0" fmla="*/ 110443 h 134063"/>
                <a:gd name="connsiteX1" fmla="*/ 23004 w 46007"/>
                <a:gd name="connsiteY1" fmla="*/ 104059 h 134063"/>
                <a:gd name="connsiteX2" fmla="*/ 29394 w 46007"/>
                <a:gd name="connsiteY2" fmla="*/ 110443 h 134063"/>
                <a:gd name="connsiteX3" fmla="*/ 29394 w 46007"/>
                <a:gd name="connsiteY3" fmla="*/ 134064 h 134063"/>
                <a:gd name="connsiteX4" fmla="*/ 46008 w 46007"/>
                <a:gd name="connsiteY4" fmla="*/ 134064 h 134063"/>
                <a:gd name="connsiteX5" fmla="*/ 46008 w 46007"/>
                <a:gd name="connsiteY5" fmla="*/ 0 h 134063"/>
                <a:gd name="connsiteX6" fmla="*/ 0 w 46007"/>
                <a:gd name="connsiteY6" fmla="*/ 0 h 134063"/>
                <a:gd name="connsiteX7" fmla="*/ 0 w 46007"/>
                <a:gd name="connsiteY7" fmla="*/ 134064 h 134063"/>
                <a:gd name="connsiteX8" fmla="*/ 16614 w 46007"/>
                <a:gd name="connsiteY8" fmla="*/ 134064 h 134063"/>
                <a:gd name="connsiteX9" fmla="*/ 16614 w 46007"/>
                <a:gd name="connsiteY9" fmla="*/ 110443 h 134063"/>
                <a:gd name="connsiteX10" fmla="*/ 17253 w 46007"/>
                <a:gd name="connsiteY10" fmla="*/ 19790 h 134063"/>
                <a:gd name="connsiteX11" fmla="*/ 18531 w 46007"/>
                <a:gd name="connsiteY11" fmla="*/ 17875 h 134063"/>
                <a:gd name="connsiteX12" fmla="*/ 24282 w 46007"/>
                <a:gd name="connsiteY12" fmla="*/ 15960 h 134063"/>
                <a:gd name="connsiteX13" fmla="*/ 25560 w 46007"/>
                <a:gd name="connsiteY13" fmla="*/ 16598 h 134063"/>
                <a:gd name="connsiteX14" fmla="*/ 26838 w 46007"/>
                <a:gd name="connsiteY14" fmla="*/ 17237 h 134063"/>
                <a:gd name="connsiteX15" fmla="*/ 27477 w 46007"/>
                <a:gd name="connsiteY15" fmla="*/ 17875 h 134063"/>
                <a:gd name="connsiteX16" fmla="*/ 28755 w 46007"/>
                <a:gd name="connsiteY16" fmla="*/ 19790 h 134063"/>
                <a:gd name="connsiteX17" fmla="*/ 29394 w 46007"/>
                <a:gd name="connsiteY17" fmla="*/ 22344 h 134063"/>
                <a:gd name="connsiteX18" fmla="*/ 27477 w 46007"/>
                <a:gd name="connsiteY18" fmla="*/ 26813 h 134063"/>
                <a:gd name="connsiteX19" fmla="*/ 25560 w 46007"/>
                <a:gd name="connsiteY19" fmla="*/ 28089 h 134063"/>
                <a:gd name="connsiteX20" fmla="*/ 18531 w 46007"/>
                <a:gd name="connsiteY20" fmla="*/ 26813 h 134063"/>
                <a:gd name="connsiteX21" fmla="*/ 16614 w 46007"/>
                <a:gd name="connsiteY21" fmla="*/ 22344 h 134063"/>
                <a:gd name="connsiteX22" fmla="*/ 17253 w 46007"/>
                <a:gd name="connsiteY22" fmla="*/ 19790 h 134063"/>
                <a:gd name="connsiteX23" fmla="*/ 17253 w 46007"/>
                <a:gd name="connsiteY23" fmla="*/ 19790 h 134063"/>
                <a:gd name="connsiteX24" fmla="*/ 17253 w 46007"/>
                <a:gd name="connsiteY24" fmla="*/ 49157 h 134063"/>
                <a:gd name="connsiteX25" fmla="*/ 18531 w 46007"/>
                <a:gd name="connsiteY25" fmla="*/ 47241 h 134063"/>
                <a:gd name="connsiteX26" fmla="*/ 20448 w 46007"/>
                <a:gd name="connsiteY26" fmla="*/ 45965 h 134063"/>
                <a:gd name="connsiteX27" fmla="*/ 21726 w 46007"/>
                <a:gd name="connsiteY27" fmla="*/ 45326 h 134063"/>
                <a:gd name="connsiteX28" fmla="*/ 24282 w 46007"/>
                <a:gd name="connsiteY28" fmla="*/ 45326 h 134063"/>
                <a:gd name="connsiteX29" fmla="*/ 25560 w 46007"/>
                <a:gd name="connsiteY29" fmla="*/ 45965 h 134063"/>
                <a:gd name="connsiteX30" fmla="*/ 27477 w 46007"/>
                <a:gd name="connsiteY30" fmla="*/ 47241 h 134063"/>
                <a:gd name="connsiteX31" fmla="*/ 28755 w 46007"/>
                <a:gd name="connsiteY31" fmla="*/ 49157 h 134063"/>
                <a:gd name="connsiteX32" fmla="*/ 28755 w 46007"/>
                <a:gd name="connsiteY32" fmla="*/ 54264 h 134063"/>
                <a:gd name="connsiteX33" fmla="*/ 25560 w 46007"/>
                <a:gd name="connsiteY33" fmla="*/ 57456 h 134063"/>
                <a:gd name="connsiteX34" fmla="*/ 23004 w 46007"/>
                <a:gd name="connsiteY34" fmla="*/ 58094 h 134063"/>
                <a:gd name="connsiteX35" fmla="*/ 20448 w 46007"/>
                <a:gd name="connsiteY35" fmla="*/ 57456 h 134063"/>
                <a:gd name="connsiteX36" fmla="*/ 16614 w 46007"/>
                <a:gd name="connsiteY36" fmla="*/ 51710 h 134063"/>
                <a:gd name="connsiteX37" fmla="*/ 17253 w 46007"/>
                <a:gd name="connsiteY37" fmla="*/ 49157 h 134063"/>
                <a:gd name="connsiteX38" fmla="*/ 17253 w 46007"/>
                <a:gd name="connsiteY38" fmla="*/ 49157 h 134063"/>
                <a:gd name="connsiteX39" fmla="*/ 17253 w 46007"/>
                <a:gd name="connsiteY39" fmla="*/ 78523 h 134063"/>
                <a:gd name="connsiteX40" fmla="*/ 18531 w 46007"/>
                <a:gd name="connsiteY40" fmla="*/ 76608 h 134063"/>
                <a:gd name="connsiteX41" fmla="*/ 27477 w 46007"/>
                <a:gd name="connsiteY41" fmla="*/ 76608 h 134063"/>
                <a:gd name="connsiteX42" fmla="*/ 27477 w 46007"/>
                <a:gd name="connsiteY42" fmla="*/ 76608 h 134063"/>
                <a:gd name="connsiteX43" fmla="*/ 28755 w 46007"/>
                <a:gd name="connsiteY43" fmla="*/ 78523 h 134063"/>
                <a:gd name="connsiteX44" fmla="*/ 29394 w 46007"/>
                <a:gd name="connsiteY44" fmla="*/ 81077 h 134063"/>
                <a:gd name="connsiteX45" fmla="*/ 23004 w 46007"/>
                <a:gd name="connsiteY45" fmla="*/ 87461 h 134063"/>
                <a:gd name="connsiteX46" fmla="*/ 20448 w 46007"/>
                <a:gd name="connsiteY46" fmla="*/ 86822 h 134063"/>
                <a:gd name="connsiteX47" fmla="*/ 18531 w 46007"/>
                <a:gd name="connsiteY47" fmla="*/ 85545 h 134063"/>
                <a:gd name="connsiteX48" fmla="*/ 16614 w 46007"/>
                <a:gd name="connsiteY48" fmla="*/ 81077 h 134063"/>
                <a:gd name="connsiteX49" fmla="*/ 17253 w 46007"/>
                <a:gd name="connsiteY49" fmla="*/ 78523 h 134063"/>
                <a:gd name="connsiteX50" fmla="*/ 17253 w 46007"/>
                <a:gd name="connsiteY50" fmla="*/ 78523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16614" y="110443"/>
                  </a:moveTo>
                  <a:cubicBezTo>
                    <a:pt x="16614" y="106613"/>
                    <a:pt x="19170" y="104059"/>
                    <a:pt x="23004" y="104059"/>
                  </a:cubicBezTo>
                  <a:cubicBezTo>
                    <a:pt x="26838" y="104059"/>
                    <a:pt x="29394" y="106613"/>
                    <a:pt x="29394" y="110443"/>
                  </a:cubicBezTo>
                  <a:lnTo>
                    <a:pt x="29394" y="134064"/>
                  </a:lnTo>
                  <a:lnTo>
                    <a:pt x="46008" y="134064"/>
                  </a:lnTo>
                  <a:lnTo>
                    <a:pt x="46008" y="0"/>
                  </a:lnTo>
                  <a:lnTo>
                    <a:pt x="0" y="0"/>
                  </a:lnTo>
                  <a:lnTo>
                    <a:pt x="0" y="134064"/>
                  </a:lnTo>
                  <a:lnTo>
                    <a:pt x="16614" y="134064"/>
                  </a:lnTo>
                  <a:lnTo>
                    <a:pt x="16614" y="110443"/>
                  </a:lnTo>
                  <a:close/>
                  <a:moveTo>
                    <a:pt x="17253" y="19790"/>
                  </a:moveTo>
                  <a:cubicBezTo>
                    <a:pt x="17253" y="19152"/>
                    <a:pt x="17892" y="18514"/>
                    <a:pt x="18531" y="17875"/>
                  </a:cubicBezTo>
                  <a:cubicBezTo>
                    <a:pt x="19809" y="16598"/>
                    <a:pt x="22365" y="15960"/>
                    <a:pt x="24282" y="15960"/>
                  </a:cubicBezTo>
                  <a:lnTo>
                    <a:pt x="25560" y="16598"/>
                  </a:lnTo>
                  <a:lnTo>
                    <a:pt x="26838" y="17237"/>
                  </a:lnTo>
                  <a:cubicBezTo>
                    <a:pt x="27477" y="17237"/>
                    <a:pt x="27477" y="17875"/>
                    <a:pt x="27477" y="17875"/>
                  </a:cubicBezTo>
                  <a:cubicBezTo>
                    <a:pt x="28116" y="18514"/>
                    <a:pt x="28755" y="19152"/>
                    <a:pt x="28755" y="19790"/>
                  </a:cubicBezTo>
                  <a:cubicBezTo>
                    <a:pt x="29394" y="20429"/>
                    <a:pt x="29394" y="21067"/>
                    <a:pt x="29394" y="22344"/>
                  </a:cubicBezTo>
                  <a:cubicBezTo>
                    <a:pt x="29394" y="24259"/>
                    <a:pt x="28755" y="25536"/>
                    <a:pt x="27477" y="26813"/>
                  </a:cubicBezTo>
                  <a:cubicBezTo>
                    <a:pt x="26838" y="27451"/>
                    <a:pt x="26199" y="28089"/>
                    <a:pt x="25560" y="28089"/>
                  </a:cubicBezTo>
                  <a:cubicBezTo>
                    <a:pt x="23004" y="29366"/>
                    <a:pt x="20448" y="28728"/>
                    <a:pt x="18531" y="26813"/>
                  </a:cubicBezTo>
                  <a:cubicBezTo>
                    <a:pt x="17253" y="25536"/>
                    <a:pt x="16614" y="24259"/>
                    <a:pt x="16614" y="22344"/>
                  </a:cubicBezTo>
                  <a:cubicBezTo>
                    <a:pt x="16614" y="21706"/>
                    <a:pt x="17253" y="21067"/>
                    <a:pt x="17253" y="19790"/>
                  </a:cubicBezTo>
                  <a:lnTo>
                    <a:pt x="17253" y="19790"/>
                  </a:lnTo>
                  <a:close/>
                  <a:moveTo>
                    <a:pt x="17253" y="49157"/>
                  </a:moveTo>
                  <a:cubicBezTo>
                    <a:pt x="17253" y="48518"/>
                    <a:pt x="17892" y="47880"/>
                    <a:pt x="18531" y="47241"/>
                  </a:cubicBezTo>
                  <a:cubicBezTo>
                    <a:pt x="19170" y="46603"/>
                    <a:pt x="19809" y="45965"/>
                    <a:pt x="20448" y="45965"/>
                  </a:cubicBezTo>
                  <a:lnTo>
                    <a:pt x="21726" y="45326"/>
                  </a:lnTo>
                  <a:cubicBezTo>
                    <a:pt x="22365" y="45326"/>
                    <a:pt x="23643" y="45326"/>
                    <a:pt x="24282" y="45326"/>
                  </a:cubicBezTo>
                  <a:cubicBezTo>
                    <a:pt x="24921" y="45326"/>
                    <a:pt x="24921" y="45326"/>
                    <a:pt x="25560" y="45965"/>
                  </a:cubicBezTo>
                  <a:cubicBezTo>
                    <a:pt x="26199" y="46603"/>
                    <a:pt x="26838" y="46603"/>
                    <a:pt x="27477" y="47241"/>
                  </a:cubicBezTo>
                  <a:cubicBezTo>
                    <a:pt x="28116" y="47880"/>
                    <a:pt x="28755" y="48518"/>
                    <a:pt x="28755" y="49157"/>
                  </a:cubicBezTo>
                  <a:cubicBezTo>
                    <a:pt x="29394" y="50433"/>
                    <a:pt x="29394" y="52349"/>
                    <a:pt x="28755" y="54264"/>
                  </a:cubicBezTo>
                  <a:cubicBezTo>
                    <a:pt x="28116" y="56179"/>
                    <a:pt x="26838" y="56817"/>
                    <a:pt x="25560" y="57456"/>
                  </a:cubicBezTo>
                  <a:cubicBezTo>
                    <a:pt x="24921" y="58094"/>
                    <a:pt x="24282" y="58094"/>
                    <a:pt x="23004" y="58094"/>
                  </a:cubicBezTo>
                  <a:cubicBezTo>
                    <a:pt x="22365" y="58094"/>
                    <a:pt x="21087" y="58094"/>
                    <a:pt x="20448" y="57456"/>
                  </a:cubicBezTo>
                  <a:cubicBezTo>
                    <a:pt x="17892" y="56179"/>
                    <a:pt x="16614" y="54264"/>
                    <a:pt x="16614" y="51710"/>
                  </a:cubicBezTo>
                  <a:cubicBezTo>
                    <a:pt x="16614" y="51072"/>
                    <a:pt x="17253" y="50433"/>
                    <a:pt x="17253" y="49157"/>
                  </a:cubicBezTo>
                  <a:lnTo>
                    <a:pt x="17253" y="49157"/>
                  </a:lnTo>
                  <a:close/>
                  <a:moveTo>
                    <a:pt x="17253" y="78523"/>
                  </a:moveTo>
                  <a:cubicBezTo>
                    <a:pt x="17253" y="77885"/>
                    <a:pt x="17892" y="77246"/>
                    <a:pt x="18531" y="76608"/>
                  </a:cubicBezTo>
                  <a:cubicBezTo>
                    <a:pt x="21087" y="74054"/>
                    <a:pt x="24921" y="74054"/>
                    <a:pt x="27477" y="76608"/>
                  </a:cubicBezTo>
                  <a:cubicBezTo>
                    <a:pt x="27477" y="76608"/>
                    <a:pt x="27477" y="76608"/>
                    <a:pt x="27477" y="76608"/>
                  </a:cubicBezTo>
                  <a:cubicBezTo>
                    <a:pt x="28116" y="77246"/>
                    <a:pt x="28755" y="77885"/>
                    <a:pt x="28755" y="78523"/>
                  </a:cubicBezTo>
                  <a:cubicBezTo>
                    <a:pt x="29394" y="79161"/>
                    <a:pt x="29394" y="80438"/>
                    <a:pt x="29394" y="81077"/>
                  </a:cubicBezTo>
                  <a:cubicBezTo>
                    <a:pt x="29394" y="84907"/>
                    <a:pt x="26199" y="87461"/>
                    <a:pt x="23004" y="87461"/>
                  </a:cubicBezTo>
                  <a:cubicBezTo>
                    <a:pt x="22365" y="87461"/>
                    <a:pt x="21087" y="87461"/>
                    <a:pt x="20448" y="86822"/>
                  </a:cubicBezTo>
                  <a:cubicBezTo>
                    <a:pt x="19809" y="86822"/>
                    <a:pt x="19170" y="86184"/>
                    <a:pt x="18531" y="85545"/>
                  </a:cubicBezTo>
                  <a:cubicBezTo>
                    <a:pt x="17253" y="84269"/>
                    <a:pt x="16614" y="82992"/>
                    <a:pt x="16614" y="81077"/>
                  </a:cubicBezTo>
                  <a:cubicBezTo>
                    <a:pt x="16614" y="80438"/>
                    <a:pt x="17253" y="79800"/>
                    <a:pt x="17253" y="78523"/>
                  </a:cubicBezTo>
                  <a:lnTo>
                    <a:pt x="17253" y="78523"/>
                  </a:lnTo>
                  <a:close/>
                </a:path>
              </a:pathLst>
            </a:custGeom>
            <a:grpFill/>
            <a:ln w="6390" cap="flat">
              <a:solidFill>
                <a:schemeClr val="bg1"/>
              </a:solid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9E0B3E7F-AC13-789F-CD26-3A0EE8434F7E}"/>
                </a:ext>
              </a:extLst>
            </p:cNvPr>
            <p:cNvSpPr/>
            <p:nvPr/>
          </p:nvSpPr>
          <p:spPr>
            <a:xfrm>
              <a:off x="1137408" y="2500130"/>
              <a:ext cx="46007" cy="134063"/>
            </a:xfrm>
            <a:custGeom>
              <a:avLst/>
              <a:gdLst>
                <a:gd name="connsiteX0" fmla="*/ 0 w 46007"/>
                <a:gd name="connsiteY0" fmla="*/ 134064 h 134063"/>
                <a:gd name="connsiteX1" fmla="*/ 16614 w 46007"/>
                <a:gd name="connsiteY1" fmla="*/ 134064 h 134063"/>
                <a:gd name="connsiteX2" fmla="*/ 16614 w 46007"/>
                <a:gd name="connsiteY2" fmla="*/ 111081 h 134063"/>
                <a:gd name="connsiteX3" fmla="*/ 23004 w 46007"/>
                <a:gd name="connsiteY3" fmla="*/ 104697 h 134063"/>
                <a:gd name="connsiteX4" fmla="*/ 29394 w 46007"/>
                <a:gd name="connsiteY4" fmla="*/ 111081 h 134063"/>
                <a:gd name="connsiteX5" fmla="*/ 29394 w 46007"/>
                <a:gd name="connsiteY5" fmla="*/ 134064 h 134063"/>
                <a:gd name="connsiteX6" fmla="*/ 46008 w 46007"/>
                <a:gd name="connsiteY6" fmla="*/ 134064 h 134063"/>
                <a:gd name="connsiteX7" fmla="*/ 46008 w 46007"/>
                <a:gd name="connsiteY7" fmla="*/ 0 h 134063"/>
                <a:gd name="connsiteX8" fmla="*/ 0 w 46007"/>
                <a:gd name="connsiteY8" fmla="*/ 0 h 134063"/>
                <a:gd name="connsiteX9" fmla="*/ 0 w 46007"/>
                <a:gd name="connsiteY9" fmla="*/ 134064 h 134063"/>
                <a:gd name="connsiteX10" fmla="*/ 28755 w 46007"/>
                <a:gd name="connsiteY10" fmla="*/ 84269 h 134063"/>
                <a:gd name="connsiteX11" fmla="*/ 27477 w 46007"/>
                <a:gd name="connsiteY11" fmla="*/ 86184 h 134063"/>
                <a:gd name="connsiteX12" fmla="*/ 25560 w 46007"/>
                <a:gd name="connsiteY12" fmla="*/ 87461 h 134063"/>
                <a:gd name="connsiteX13" fmla="*/ 23004 w 46007"/>
                <a:gd name="connsiteY13" fmla="*/ 88099 h 134063"/>
                <a:gd name="connsiteX14" fmla="*/ 20448 w 46007"/>
                <a:gd name="connsiteY14" fmla="*/ 87461 h 134063"/>
                <a:gd name="connsiteX15" fmla="*/ 18531 w 46007"/>
                <a:gd name="connsiteY15" fmla="*/ 86184 h 134063"/>
                <a:gd name="connsiteX16" fmla="*/ 16614 w 46007"/>
                <a:gd name="connsiteY16" fmla="*/ 81715 h 134063"/>
                <a:gd name="connsiteX17" fmla="*/ 17253 w 46007"/>
                <a:gd name="connsiteY17" fmla="*/ 79161 h 134063"/>
                <a:gd name="connsiteX18" fmla="*/ 18531 w 46007"/>
                <a:gd name="connsiteY18" fmla="*/ 77246 h 134063"/>
                <a:gd name="connsiteX19" fmla="*/ 20448 w 46007"/>
                <a:gd name="connsiteY19" fmla="*/ 75969 h 134063"/>
                <a:gd name="connsiteX20" fmla="*/ 21726 w 46007"/>
                <a:gd name="connsiteY20" fmla="*/ 75331 h 134063"/>
                <a:gd name="connsiteX21" fmla="*/ 27477 w 46007"/>
                <a:gd name="connsiteY21" fmla="*/ 77246 h 134063"/>
                <a:gd name="connsiteX22" fmla="*/ 28755 w 46007"/>
                <a:gd name="connsiteY22" fmla="*/ 79161 h 134063"/>
                <a:gd name="connsiteX23" fmla="*/ 29394 w 46007"/>
                <a:gd name="connsiteY23" fmla="*/ 81715 h 134063"/>
                <a:gd name="connsiteX24" fmla="*/ 28755 w 46007"/>
                <a:gd name="connsiteY24" fmla="*/ 84269 h 134063"/>
                <a:gd name="connsiteX25" fmla="*/ 28755 w 46007"/>
                <a:gd name="connsiteY25" fmla="*/ 84269 h 134063"/>
                <a:gd name="connsiteX26" fmla="*/ 17253 w 46007"/>
                <a:gd name="connsiteY26" fmla="*/ 20429 h 134063"/>
                <a:gd name="connsiteX27" fmla="*/ 18531 w 46007"/>
                <a:gd name="connsiteY27" fmla="*/ 18514 h 134063"/>
                <a:gd name="connsiteX28" fmla="*/ 19170 w 46007"/>
                <a:gd name="connsiteY28" fmla="*/ 17875 h 134063"/>
                <a:gd name="connsiteX29" fmla="*/ 20448 w 46007"/>
                <a:gd name="connsiteY29" fmla="*/ 17237 h 134063"/>
                <a:gd name="connsiteX30" fmla="*/ 21726 w 46007"/>
                <a:gd name="connsiteY30" fmla="*/ 16598 h 134063"/>
                <a:gd name="connsiteX31" fmla="*/ 27477 w 46007"/>
                <a:gd name="connsiteY31" fmla="*/ 18514 h 134063"/>
                <a:gd name="connsiteX32" fmla="*/ 28755 w 46007"/>
                <a:gd name="connsiteY32" fmla="*/ 20429 h 134063"/>
                <a:gd name="connsiteX33" fmla="*/ 29394 w 46007"/>
                <a:gd name="connsiteY33" fmla="*/ 22982 h 134063"/>
                <a:gd name="connsiteX34" fmla="*/ 27477 w 46007"/>
                <a:gd name="connsiteY34" fmla="*/ 27451 h 134063"/>
                <a:gd name="connsiteX35" fmla="*/ 20448 w 46007"/>
                <a:gd name="connsiteY35" fmla="*/ 28728 h 134063"/>
                <a:gd name="connsiteX36" fmla="*/ 18531 w 46007"/>
                <a:gd name="connsiteY36" fmla="*/ 27451 h 134063"/>
                <a:gd name="connsiteX37" fmla="*/ 16614 w 46007"/>
                <a:gd name="connsiteY37" fmla="*/ 22982 h 134063"/>
                <a:gd name="connsiteX38" fmla="*/ 17253 w 46007"/>
                <a:gd name="connsiteY38" fmla="*/ 20429 h 134063"/>
                <a:gd name="connsiteX39" fmla="*/ 17253 w 46007"/>
                <a:gd name="connsiteY39" fmla="*/ 20429 h 134063"/>
                <a:gd name="connsiteX40" fmla="*/ 17253 w 46007"/>
                <a:gd name="connsiteY40" fmla="*/ 49795 h 134063"/>
                <a:gd name="connsiteX41" fmla="*/ 18531 w 46007"/>
                <a:gd name="connsiteY41" fmla="*/ 47880 h 134063"/>
                <a:gd name="connsiteX42" fmla="*/ 24282 w 46007"/>
                <a:gd name="connsiteY42" fmla="*/ 45965 h 134063"/>
                <a:gd name="connsiteX43" fmla="*/ 25560 w 46007"/>
                <a:gd name="connsiteY43" fmla="*/ 46603 h 134063"/>
                <a:gd name="connsiteX44" fmla="*/ 27477 w 46007"/>
                <a:gd name="connsiteY44" fmla="*/ 47880 h 134063"/>
                <a:gd name="connsiteX45" fmla="*/ 28755 w 46007"/>
                <a:gd name="connsiteY45" fmla="*/ 49795 h 134063"/>
                <a:gd name="connsiteX46" fmla="*/ 25560 w 46007"/>
                <a:gd name="connsiteY46" fmla="*/ 58094 h 134063"/>
                <a:gd name="connsiteX47" fmla="*/ 17253 w 46007"/>
                <a:gd name="connsiteY47" fmla="*/ 54902 h 134063"/>
                <a:gd name="connsiteX48" fmla="*/ 17253 w 46007"/>
                <a:gd name="connsiteY48" fmla="*/ 54902 h 134063"/>
                <a:gd name="connsiteX49" fmla="*/ 17253 w 46007"/>
                <a:gd name="connsiteY49" fmla="*/ 49795 h 134063"/>
                <a:gd name="connsiteX50" fmla="*/ 17253 w 46007"/>
                <a:gd name="connsiteY50" fmla="*/ 49795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6007" h="134063">
                  <a:moveTo>
                    <a:pt x="0" y="134064"/>
                  </a:moveTo>
                  <a:lnTo>
                    <a:pt x="16614" y="134064"/>
                  </a:lnTo>
                  <a:lnTo>
                    <a:pt x="16614" y="111081"/>
                  </a:lnTo>
                  <a:cubicBezTo>
                    <a:pt x="16614" y="107251"/>
                    <a:pt x="19170" y="104697"/>
                    <a:pt x="23004" y="104697"/>
                  </a:cubicBezTo>
                  <a:cubicBezTo>
                    <a:pt x="26838" y="104697"/>
                    <a:pt x="29394" y="107251"/>
                    <a:pt x="29394" y="111081"/>
                  </a:cubicBezTo>
                  <a:lnTo>
                    <a:pt x="29394" y="134064"/>
                  </a:lnTo>
                  <a:lnTo>
                    <a:pt x="46008" y="134064"/>
                  </a:lnTo>
                  <a:lnTo>
                    <a:pt x="46008" y="0"/>
                  </a:lnTo>
                  <a:lnTo>
                    <a:pt x="0" y="0"/>
                  </a:lnTo>
                  <a:lnTo>
                    <a:pt x="0" y="134064"/>
                  </a:lnTo>
                  <a:close/>
                  <a:moveTo>
                    <a:pt x="28755" y="84269"/>
                  </a:moveTo>
                  <a:cubicBezTo>
                    <a:pt x="28116" y="84907"/>
                    <a:pt x="28116" y="85545"/>
                    <a:pt x="27477" y="86184"/>
                  </a:cubicBezTo>
                  <a:cubicBezTo>
                    <a:pt x="26838" y="86822"/>
                    <a:pt x="26199" y="87461"/>
                    <a:pt x="25560" y="87461"/>
                  </a:cubicBezTo>
                  <a:cubicBezTo>
                    <a:pt x="24921" y="87461"/>
                    <a:pt x="23643" y="88099"/>
                    <a:pt x="23004" y="88099"/>
                  </a:cubicBezTo>
                  <a:cubicBezTo>
                    <a:pt x="22365" y="88099"/>
                    <a:pt x="21087" y="88099"/>
                    <a:pt x="20448" y="87461"/>
                  </a:cubicBezTo>
                  <a:cubicBezTo>
                    <a:pt x="19809" y="87461"/>
                    <a:pt x="19170" y="86822"/>
                    <a:pt x="18531" y="86184"/>
                  </a:cubicBezTo>
                  <a:cubicBezTo>
                    <a:pt x="17253" y="84907"/>
                    <a:pt x="16614" y="83630"/>
                    <a:pt x="16614" y="81715"/>
                  </a:cubicBezTo>
                  <a:cubicBezTo>
                    <a:pt x="16614" y="81077"/>
                    <a:pt x="16614" y="79800"/>
                    <a:pt x="17253" y="79161"/>
                  </a:cubicBezTo>
                  <a:cubicBezTo>
                    <a:pt x="17253" y="78523"/>
                    <a:pt x="17892" y="77885"/>
                    <a:pt x="18531" y="77246"/>
                  </a:cubicBezTo>
                  <a:cubicBezTo>
                    <a:pt x="19170" y="76608"/>
                    <a:pt x="19809" y="75969"/>
                    <a:pt x="20448" y="75969"/>
                  </a:cubicBezTo>
                  <a:lnTo>
                    <a:pt x="21726" y="75331"/>
                  </a:lnTo>
                  <a:cubicBezTo>
                    <a:pt x="23643" y="74693"/>
                    <a:pt x="26199" y="75331"/>
                    <a:pt x="27477" y="77246"/>
                  </a:cubicBezTo>
                  <a:cubicBezTo>
                    <a:pt x="28116" y="77885"/>
                    <a:pt x="28755" y="78523"/>
                    <a:pt x="28755" y="79161"/>
                  </a:cubicBezTo>
                  <a:cubicBezTo>
                    <a:pt x="28755" y="79800"/>
                    <a:pt x="29394" y="81077"/>
                    <a:pt x="29394" y="81715"/>
                  </a:cubicBezTo>
                  <a:cubicBezTo>
                    <a:pt x="29394" y="82353"/>
                    <a:pt x="28755" y="82992"/>
                    <a:pt x="28755" y="84269"/>
                  </a:cubicBezTo>
                  <a:lnTo>
                    <a:pt x="28755" y="84269"/>
                  </a:lnTo>
                  <a:close/>
                  <a:moveTo>
                    <a:pt x="17253" y="20429"/>
                  </a:moveTo>
                  <a:cubicBezTo>
                    <a:pt x="17253" y="19790"/>
                    <a:pt x="17892" y="19152"/>
                    <a:pt x="18531" y="18514"/>
                  </a:cubicBezTo>
                  <a:cubicBezTo>
                    <a:pt x="18531" y="17875"/>
                    <a:pt x="19170" y="17875"/>
                    <a:pt x="19170" y="17875"/>
                  </a:cubicBezTo>
                  <a:lnTo>
                    <a:pt x="20448" y="17237"/>
                  </a:lnTo>
                  <a:lnTo>
                    <a:pt x="21726" y="16598"/>
                  </a:lnTo>
                  <a:cubicBezTo>
                    <a:pt x="23643" y="15960"/>
                    <a:pt x="26199" y="16598"/>
                    <a:pt x="27477" y="18514"/>
                  </a:cubicBezTo>
                  <a:cubicBezTo>
                    <a:pt x="28116" y="19152"/>
                    <a:pt x="28755" y="19790"/>
                    <a:pt x="28755" y="20429"/>
                  </a:cubicBezTo>
                  <a:cubicBezTo>
                    <a:pt x="28755" y="21067"/>
                    <a:pt x="29394" y="21706"/>
                    <a:pt x="29394" y="22982"/>
                  </a:cubicBezTo>
                  <a:cubicBezTo>
                    <a:pt x="29394" y="24897"/>
                    <a:pt x="28755" y="26174"/>
                    <a:pt x="27477" y="27451"/>
                  </a:cubicBezTo>
                  <a:cubicBezTo>
                    <a:pt x="25560" y="29366"/>
                    <a:pt x="23004" y="30005"/>
                    <a:pt x="20448" y="28728"/>
                  </a:cubicBezTo>
                  <a:cubicBezTo>
                    <a:pt x="19809" y="28728"/>
                    <a:pt x="19170" y="28089"/>
                    <a:pt x="18531" y="27451"/>
                  </a:cubicBezTo>
                  <a:cubicBezTo>
                    <a:pt x="17253" y="26174"/>
                    <a:pt x="16614" y="24897"/>
                    <a:pt x="16614" y="22982"/>
                  </a:cubicBezTo>
                  <a:cubicBezTo>
                    <a:pt x="16614" y="21706"/>
                    <a:pt x="16614" y="21067"/>
                    <a:pt x="17253" y="20429"/>
                  </a:cubicBezTo>
                  <a:lnTo>
                    <a:pt x="17253" y="20429"/>
                  </a:lnTo>
                  <a:close/>
                  <a:moveTo>
                    <a:pt x="17253" y="49795"/>
                  </a:moveTo>
                  <a:cubicBezTo>
                    <a:pt x="17892" y="49157"/>
                    <a:pt x="17892" y="48518"/>
                    <a:pt x="18531" y="47880"/>
                  </a:cubicBezTo>
                  <a:cubicBezTo>
                    <a:pt x="19809" y="46603"/>
                    <a:pt x="22365" y="45965"/>
                    <a:pt x="24282" y="45965"/>
                  </a:cubicBezTo>
                  <a:lnTo>
                    <a:pt x="25560" y="46603"/>
                  </a:lnTo>
                  <a:cubicBezTo>
                    <a:pt x="26199" y="46603"/>
                    <a:pt x="26838" y="47241"/>
                    <a:pt x="27477" y="47880"/>
                  </a:cubicBezTo>
                  <a:cubicBezTo>
                    <a:pt x="28116" y="48518"/>
                    <a:pt x="28755" y="49157"/>
                    <a:pt x="28755" y="49795"/>
                  </a:cubicBezTo>
                  <a:cubicBezTo>
                    <a:pt x="30033" y="52987"/>
                    <a:pt x="28755" y="56817"/>
                    <a:pt x="25560" y="58094"/>
                  </a:cubicBezTo>
                  <a:cubicBezTo>
                    <a:pt x="22365" y="59371"/>
                    <a:pt x="18531" y="58094"/>
                    <a:pt x="17253" y="54902"/>
                  </a:cubicBezTo>
                  <a:cubicBezTo>
                    <a:pt x="17253" y="54902"/>
                    <a:pt x="17253" y="54902"/>
                    <a:pt x="17253" y="54902"/>
                  </a:cubicBezTo>
                  <a:cubicBezTo>
                    <a:pt x="16614" y="52987"/>
                    <a:pt x="16614" y="51072"/>
                    <a:pt x="17253" y="49795"/>
                  </a:cubicBezTo>
                  <a:lnTo>
                    <a:pt x="17253" y="49795"/>
                  </a:lnTo>
                  <a:close/>
                </a:path>
              </a:pathLst>
            </a:custGeom>
            <a:grpFill/>
            <a:ln w="6390" cap="flat">
              <a:solidFill>
                <a:schemeClr val="bg1"/>
              </a:solid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F7341132-D169-69AA-6F3B-5D82696981F9}"/>
                </a:ext>
              </a:extLst>
            </p:cNvPr>
            <p:cNvSpPr/>
            <p:nvPr/>
          </p:nvSpPr>
          <p:spPr>
            <a:xfrm>
              <a:off x="1048588" y="2470125"/>
              <a:ext cx="76040" cy="164068"/>
            </a:xfrm>
            <a:custGeom>
              <a:avLst/>
              <a:gdLst>
                <a:gd name="connsiteX0" fmla="*/ 16614 w 76040"/>
                <a:gd name="connsiteY0" fmla="*/ 164068 h 164068"/>
                <a:gd name="connsiteX1" fmla="*/ 16614 w 76040"/>
                <a:gd name="connsiteY1" fmla="*/ 141086 h 164068"/>
                <a:gd name="connsiteX2" fmla="*/ 23004 w 76040"/>
                <a:gd name="connsiteY2" fmla="*/ 134702 h 164068"/>
                <a:gd name="connsiteX3" fmla="*/ 29394 w 76040"/>
                <a:gd name="connsiteY3" fmla="*/ 141086 h 164068"/>
                <a:gd name="connsiteX4" fmla="*/ 29394 w 76040"/>
                <a:gd name="connsiteY4" fmla="*/ 164068 h 164068"/>
                <a:gd name="connsiteX5" fmla="*/ 76040 w 76040"/>
                <a:gd name="connsiteY5" fmla="*/ 164068 h 164068"/>
                <a:gd name="connsiteX6" fmla="*/ 76040 w 76040"/>
                <a:gd name="connsiteY6" fmla="*/ 0 h 164068"/>
                <a:gd name="connsiteX7" fmla="*/ 0 w 76040"/>
                <a:gd name="connsiteY7" fmla="*/ 0 h 164068"/>
                <a:gd name="connsiteX8" fmla="*/ 0 w 76040"/>
                <a:gd name="connsiteY8" fmla="*/ 164068 h 164068"/>
                <a:gd name="connsiteX9" fmla="*/ 16614 w 76040"/>
                <a:gd name="connsiteY9" fmla="*/ 164068 h 164068"/>
                <a:gd name="connsiteX10" fmla="*/ 47925 w 76040"/>
                <a:gd name="connsiteY10" fmla="*/ 19152 h 164068"/>
                <a:gd name="connsiteX11" fmla="*/ 50480 w 76040"/>
                <a:gd name="connsiteY11" fmla="*/ 17237 h 164068"/>
                <a:gd name="connsiteX12" fmla="*/ 55592 w 76040"/>
                <a:gd name="connsiteY12" fmla="*/ 17237 h 164068"/>
                <a:gd name="connsiteX13" fmla="*/ 57509 w 76040"/>
                <a:gd name="connsiteY13" fmla="*/ 18514 h 164068"/>
                <a:gd name="connsiteX14" fmla="*/ 58787 w 76040"/>
                <a:gd name="connsiteY14" fmla="*/ 20429 h 164068"/>
                <a:gd name="connsiteX15" fmla="*/ 58787 w 76040"/>
                <a:gd name="connsiteY15" fmla="*/ 25536 h 164068"/>
                <a:gd name="connsiteX16" fmla="*/ 57509 w 76040"/>
                <a:gd name="connsiteY16" fmla="*/ 27451 h 164068"/>
                <a:gd name="connsiteX17" fmla="*/ 50480 w 76040"/>
                <a:gd name="connsiteY17" fmla="*/ 28728 h 164068"/>
                <a:gd name="connsiteX18" fmla="*/ 48563 w 76040"/>
                <a:gd name="connsiteY18" fmla="*/ 27451 h 164068"/>
                <a:gd name="connsiteX19" fmla="*/ 47285 w 76040"/>
                <a:gd name="connsiteY19" fmla="*/ 25536 h 164068"/>
                <a:gd name="connsiteX20" fmla="*/ 46646 w 76040"/>
                <a:gd name="connsiteY20" fmla="*/ 22982 h 164068"/>
                <a:gd name="connsiteX21" fmla="*/ 47925 w 76040"/>
                <a:gd name="connsiteY21" fmla="*/ 19152 h 164068"/>
                <a:gd name="connsiteX22" fmla="*/ 47925 w 76040"/>
                <a:gd name="connsiteY22" fmla="*/ 19152 h 164068"/>
                <a:gd name="connsiteX23" fmla="*/ 46646 w 76040"/>
                <a:gd name="connsiteY23" fmla="*/ 50434 h 164068"/>
                <a:gd name="connsiteX24" fmla="*/ 47925 w 76040"/>
                <a:gd name="connsiteY24" fmla="*/ 48518 h 164068"/>
                <a:gd name="connsiteX25" fmla="*/ 53675 w 76040"/>
                <a:gd name="connsiteY25" fmla="*/ 46603 h 164068"/>
                <a:gd name="connsiteX26" fmla="*/ 54953 w 76040"/>
                <a:gd name="connsiteY26" fmla="*/ 47242 h 164068"/>
                <a:gd name="connsiteX27" fmla="*/ 56231 w 76040"/>
                <a:gd name="connsiteY27" fmla="*/ 47880 h 164068"/>
                <a:gd name="connsiteX28" fmla="*/ 56870 w 76040"/>
                <a:gd name="connsiteY28" fmla="*/ 48518 h 164068"/>
                <a:gd name="connsiteX29" fmla="*/ 58787 w 76040"/>
                <a:gd name="connsiteY29" fmla="*/ 52987 h 164068"/>
                <a:gd name="connsiteX30" fmla="*/ 56870 w 76040"/>
                <a:gd name="connsiteY30" fmla="*/ 57456 h 164068"/>
                <a:gd name="connsiteX31" fmla="*/ 54953 w 76040"/>
                <a:gd name="connsiteY31" fmla="*/ 58733 h 164068"/>
                <a:gd name="connsiteX32" fmla="*/ 52397 w 76040"/>
                <a:gd name="connsiteY32" fmla="*/ 59371 h 164068"/>
                <a:gd name="connsiteX33" fmla="*/ 47925 w 76040"/>
                <a:gd name="connsiteY33" fmla="*/ 57456 h 164068"/>
                <a:gd name="connsiteX34" fmla="*/ 46008 w 76040"/>
                <a:gd name="connsiteY34" fmla="*/ 52987 h 164068"/>
                <a:gd name="connsiteX35" fmla="*/ 46646 w 76040"/>
                <a:gd name="connsiteY35" fmla="*/ 50434 h 164068"/>
                <a:gd name="connsiteX36" fmla="*/ 46646 w 76040"/>
                <a:gd name="connsiteY36" fmla="*/ 50434 h 164068"/>
                <a:gd name="connsiteX37" fmla="*/ 46646 w 76040"/>
                <a:gd name="connsiteY37" fmla="*/ 79800 h 164068"/>
                <a:gd name="connsiteX38" fmla="*/ 47925 w 76040"/>
                <a:gd name="connsiteY38" fmla="*/ 77885 h 164068"/>
                <a:gd name="connsiteX39" fmla="*/ 53675 w 76040"/>
                <a:gd name="connsiteY39" fmla="*/ 75970 h 164068"/>
                <a:gd name="connsiteX40" fmla="*/ 54953 w 76040"/>
                <a:gd name="connsiteY40" fmla="*/ 76608 h 164068"/>
                <a:gd name="connsiteX41" fmla="*/ 56870 w 76040"/>
                <a:gd name="connsiteY41" fmla="*/ 77885 h 164068"/>
                <a:gd name="connsiteX42" fmla="*/ 58148 w 76040"/>
                <a:gd name="connsiteY42" fmla="*/ 79800 h 164068"/>
                <a:gd name="connsiteX43" fmla="*/ 54953 w 76040"/>
                <a:gd name="connsiteY43" fmla="*/ 88099 h 164068"/>
                <a:gd name="connsiteX44" fmla="*/ 52397 w 76040"/>
                <a:gd name="connsiteY44" fmla="*/ 88738 h 164068"/>
                <a:gd name="connsiteX45" fmla="*/ 46008 w 76040"/>
                <a:gd name="connsiteY45" fmla="*/ 82354 h 164068"/>
                <a:gd name="connsiteX46" fmla="*/ 46646 w 76040"/>
                <a:gd name="connsiteY46" fmla="*/ 79800 h 164068"/>
                <a:gd name="connsiteX47" fmla="*/ 46646 w 76040"/>
                <a:gd name="connsiteY47" fmla="*/ 79800 h 164068"/>
                <a:gd name="connsiteX48" fmla="*/ 46646 w 76040"/>
                <a:gd name="connsiteY48" fmla="*/ 109166 h 164068"/>
                <a:gd name="connsiteX49" fmla="*/ 47925 w 76040"/>
                <a:gd name="connsiteY49" fmla="*/ 107251 h 164068"/>
                <a:gd name="connsiteX50" fmla="*/ 53675 w 76040"/>
                <a:gd name="connsiteY50" fmla="*/ 105336 h 164068"/>
                <a:gd name="connsiteX51" fmla="*/ 54953 w 76040"/>
                <a:gd name="connsiteY51" fmla="*/ 105974 h 164068"/>
                <a:gd name="connsiteX52" fmla="*/ 58148 w 76040"/>
                <a:gd name="connsiteY52" fmla="*/ 109166 h 164068"/>
                <a:gd name="connsiteX53" fmla="*/ 58787 w 76040"/>
                <a:gd name="connsiteY53" fmla="*/ 111720 h 164068"/>
                <a:gd name="connsiteX54" fmla="*/ 58148 w 76040"/>
                <a:gd name="connsiteY54" fmla="*/ 114273 h 164068"/>
                <a:gd name="connsiteX55" fmla="*/ 56870 w 76040"/>
                <a:gd name="connsiteY55" fmla="*/ 116189 h 164068"/>
                <a:gd name="connsiteX56" fmla="*/ 52397 w 76040"/>
                <a:gd name="connsiteY56" fmla="*/ 118104 h 164068"/>
                <a:gd name="connsiteX57" fmla="*/ 47925 w 76040"/>
                <a:gd name="connsiteY57" fmla="*/ 116189 h 164068"/>
                <a:gd name="connsiteX58" fmla="*/ 46646 w 76040"/>
                <a:gd name="connsiteY58" fmla="*/ 114273 h 164068"/>
                <a:gd name="connsiteX59" fmla="*/ 46008 w 76040"/>
                <a:gd name="connsiteY59" fmla="*/ 111720 h 164068"/>
                <a:gd name="connsiteX60" fmla="*/ 46646 w 76040"/>
                <a:gd name="connsiteY60" fmla="*/ 109166 h 164068"/>
                <a:gd name="connsiteX61" fmla="*/ 46646 w 76040"/>
                <a:gd name="connsiteY61" fmla="*/ 109166 h 164068"/>
                <a:gd name="connsiteX62" fmla="*/ 46646 w 76040"/>
                <a:gd name="connsiteY62" fmla="*/ 138533 h 164068"/>
                <a:gd name="connsiteX63" fmla="*/ 47925 w 76040"/>
                <a:gd name="connsiteY63" fmla="*/ 136617 h 164068"/>
                <a:gd name="connsiteX64" fmla="*/ 49841 w 76040"/>
                <a:gd name="connsiteY64" fmla="*/ 135341 h 164068"/>
                <a:gd name="connsiteX65" fmla="*/ 56870 w 76040"/>
                <a:gd name="connsiteY65" fmla="*/ 136617 h 164068"/>
                <a:gd name="connsiteX66" fmla="*/ 58148 w 76040"/>
                <a:gd name="connsiteY66" fmla="*/ 138533 h 164068"/>
                <a:gd name="connsiteX67" fmla="*/ 56870 w 76040"/>
                <a:gd name="connsiteY67" fmla="*/ 145555 h 164068"/>
                <a:gd name="connsiteX68" fmla="*/ 54953 w 76040"/>
                <a:gd name="connsiteY68" fmla="*/ 146832 h 164068"/>
                <a:gd name="connsiteX69" fmla="*/ 52397 w 76040"/>
                <a:gd name="connsiteY69" fmla="*/ 147470 h 164068"/>
                <a:gd name="connsiteX70" fmla="*/ 47925 w 76040"/>
                <a:gd name="connsiteY70" fmla="*/ 145555 h 164068"/>
                <a:gd name="connsiteX71" fmla="*/ 46646 w 76040"/>
                <a:gd name="connsiteY71" fmla="*/ 138533 h 164068"/>
                <a:gd name="connsiteX72" fmla="*/ 17253 w 76040"/>
                <a:gd name="connsiteY72" fmla="*/ 21067 h 164068"/>
                <a:gd name="connsiteX73" fmla="*/ 18531 w 76040"/>
                <a:gd name="connsiteY73" fmla="*/ 19152 h 164068"/>
                <a:gd name="connsiteX74" fmla="*/ 19170 w 76040"/>
                <a:gd name="connsiteY74" fmla="*/ 18514 h 164068"/>
                <a:gd name="connsiteX75" fmla="*/ 20448 w 76040"/>
                <a:gd name="connsiteY75" fmla="*/ 17875 h 164068"/>
                <a:gd name="connsiteX76" fmla="*/ 21726 w 76040"/>
                <a:gd name="connsiteY76" fmla="*/ 17237 h 164068"/>
                <a:gd name="connsiteX77" fmla="*/ 24282 w 76040"/>
                <a:gd name="connsiteY77" fmla="*/ 17237 h 164068"/>
                <a:gd name="connsiteX78" fmla="*/ 25560 w 76040"/>
                <a:gd name="connsiteY78" fmla="*/ 17875 h 164068"/>
                <a:gd name="connsiteX79" fmla="*/ 26838 w 76040"/>
                <a:gd name="connsiteY79" fmla="*/ 18514 h 164068"/>
                <a:gd name="connsiteX80" fmla="*/ 27477 w 76040"/>
                <a:gd name="connsiteY80" fmla="*/ 19152 h 164068"/>
                <a:gd name="connsiteX81" fmla="*/ 29394 w 76040"/>
                <a:gd name="connsiteY81" fmla="*/ 23621 h 164068"/>
                <a:gd name="connsiteX82" fmla="*/ 27477 w 76040"/>
                <a:gd name="connsiteY82" fmla="*/ 28090 h 164068"/>
                <a:gd name="connsiteX83" fmla="*/ 23004 w 76040"/>
                <a:gd name="connsiteY83" fmla="*/ 30005 h 164068"/>
                <a:gd name="connsiteX84" fmla="*/ 20448 w 76040"/>
                <a:gd name="connsiteY84" fmla="*/ 29366 h 164068"/>
                <a:gd name="connsiteX85" fmla="*/ 18531 w 76040"/>
                <a:gd name="connsiteY85" fmla="*/ 28090 h 164068"/>
                <a:gd name="connsiteX86" fmla="*/ 16614 w 76040"/>
                <a:gd name="connsiteY86" fmla="*/ 23621 h 164068"/>
                <a:gd name="connsiteX87" fmla="*/ 17253 w 76040"/>
                <a:gd name="connsiteY87" fmla="*/ 21067 h 164068"/>
                <a:gd name="connsiteX88" fmla="*/ 17253 w 76040"/>
                <a:gd name="connsiteY88" fmla="*/ 21067 h 164068"/>
                <a:gd name="connsiteX89" fmla="*/ 17253 w 76040"/>
                <a:gd name="connsiteY89" fmla="*/ 50434 h 164068"/>
                <a:gd name="connsiteX90" fmla="*/ 18531 w 76040"/>
                <a:gd name="connsiteY90" fmla="*/ 48518 h 164068"/>
                <a:gd name="connsiteX91" fmla="*/ 19170 w 76040"/>
                <a:gd name="connsiteY91" fmla="*/ 47880 h 164068"/>
                <a:gd name="connsiteX92" fmla="*/ 20448 w 76040"/>
                <a:gd name="connsiteY92" fmla="*/ 47242 h 164068"/>
                <a:gd name="connsiteX93" fmla="*/ 21726 w 76040"/>
                <a:gd name="connsiteY93" fmla="*/ 46603 h 164068"/>
                <a:gd name="connsiteX94" fmla="*/ 27477 w 76040"/>
                <a:gd name="connsiteY94" fmla="*/ 48518 h 164068"/>
                <a:gd name="connsiteX95" fmla="*/ 28755 w 76040"/>
                <a:gd name="connsiteY95" fmla="*/ 50434 h 164068"/>
                <a:gd name="connsiteX96" fmla="*/ 29394 w 76040"/>
                <a:gd name="connsiteY96" fmla="*/ 52987 h 164068"/>
                <a:gd name="connsiteX97" fmla="*/ 23004 w 76040"/>
                <a:gd name="connsiteY97" fmla="*/ 59371 h 164068"/>
                <a:gd name="connsiteX98" fmla="*/ 20448 w 76040"/>
                <a:gd name="connsiteY98" fmla="*/ 58733 h 164068"/>
                <a:gd name="connsiteX99" fmla="*/ 18531 w 76040"/>
                <a:gd name="connsiteY99" fmla="*/ 57456 h 164068"/>
                <a:gd name="connsiteX100" fmla="*/ 16614 w 76040"/>
                <a:gd name="connsiteY100" fmla="*/ 52987 h 164068"/>
                <a:gd name="connsiteX101" fmla="*/ 17253 w 76040"/>
                <a:gd name="connsiteY101" fmla="*/ 50434 h 164068"/>
                <a:gd name="connsiteX102" fmla="*/ 17253 w 76040"/>
                <a:gd name="connsiteY102" fmla="*/ 50434 h 164068"/>
                <a:gd name="connsiteX103" fmla="*/ 17253 w 76040"/>
                <a:gd name="connsiteY103" fmla="*/ 79800 h 164068"/>
                <a:gd name="connsiteX104" fmla="*/ 18531 w 76040"/>
                <a:gd name="connsiteY104" fmla="*/ 77885 h 164068"/>
                <a:gd name="connsiteX105" fmla="*/ 19170 w 76040"/>
                <a:gd name="connsiteY105" fmla="*/ 77246 h 164068"/>
                <a:gd name="connsiteX106" fmla="*/ 20448 w 76040"/>
                <a:gd name="connsiteY106" fmla="*/ 76608 h 164068"/>
                <a:gd name="connsiteX107" fmla="*/ 21726 w 76040"/>
                <a:gd name="connsiteY107" fmla="*/ 75970 h 164068"/>
                <a:gd name="connsiteX108" fmla="*/ 27477 w 76040"/>
                <a:gd name="connsiteY108" fmla="*/ 77885 h 164068"/>
                <a:gd name="connsiteX109" fmla="*/ 28755 w 76040"/>
                <a:gd name="connsiteY109" fmla="*/ 79800 h 164068"/>
                <a:gd name="connsiteX110" fmla="*/ 28755 w 76040"/>
                <a:gd name="connsiteY110" fmla="*/ 84907 h 164068"/>
                <a:gd name="connsiteX111" fmla="*/ 25560 w 76040"/>
                <a:gd name="connsiteY111" fmla="*/ 88099 h 164068"/>
                <a:gd name="connsiteX112" fmla="*/ 23004 w 76040"/>
                <a:gd name="connsiteY112" fmla="*/ 88738 h 164068"/>
                <a:gd name="connsiteX113" fmla="*/ 20448 w 76040"/>
                <a:gd name="connsiteY113" fmla="*/ 88099 h 164068"/>
                <a:gd name="connsiteX114" fmla="*/ 16614 w 76040"/>
                <a:gd name="connsiteY114" fmla="*/ 82354 h 164068"/>
                <a:gd name="connsiteX115" fmla="*/ 17253 w 76040"/>
                <a:gd name="connsiteY115" fmla="*/ 79800 h 164068"/>
                <a:gd name="connsiteX116" fmla="*/ 17253 w 76040"/>
                <a:gd name="connsiteY116" fmla="*/ 79800 h 164068"/>
                <a:gd name="connsiteX117" fmla="*/ 17253 w 76040"/>
                <a:gd name="connsiteY117" fmla="*/ 109166 h 164068"/>
                <a:gd name="connsiteX118" fmla="*/ 17892 w 76040"/>
                <a:gd name="connsiteY118" fmla="*/ 107889 h 164068"/>
                <a:gd name="connsiteX119" fmla="*/ 18531 w 76040"/>
                <a:gd name="connsiteY119" fmla="*/ 106613 h 164068"/>
                <a:gd name="connsiteX120" fmla="*/ 24282 w 76040"/>
                <a:gd name="connsiteY120" fmla="*/ 104697 h 164068"/>
                <a:gd name="connsiteX121" fmla="*/ 25560 w 76040"/>
                <a:gd name="connsiteY121" fmla="*/ 105336 h 164068"/>
                <a:gd name="connsiteX122" fmla="*/ 27477 w 76040"/>
                <a:gd name="connsiteY122" fmla="*/ 106613 h 164068"/>
                <a:gd name="connsiteX123" fmla="*/ 28755 w 76040"/>
                <a:gd name="connsiteY123" fmla="*/ 108528 h 164068"/>
                <a:gd name="connsiteX124" fmla="*/ 29394 w 76040"/>
                <a:gd name="connsiteY124" fmla="*/ 111081 h 164068"/>
                <a:gd name="connsiteX125" fmla="*/ 28755 w 76040"/>
                <a:gd name="connsiteY125" fmla="*/ 113635 h 164068"/>
                <a:gd name="connsiteX126" fmla="*/ 27477 w 76040"/>
                <a:gd name="connsiteY126" fmla="*/ 115550 h 164068"/>
                <a:gd name="connsiteX127" fmla="*/ 23004 w 76040"/>
                <a:gd name="connsiteY127" fmla="*/ 117465 h 164068"/>
                <a:gd name="connsiteX128" fmla="*/ 18531 w 76040"/>
                <a:gd name="connsiteY128" fmla="*/ 115550 h 164068"/>
                <a:gd name="connsiteX129" fmla="*/ 17253 w 76040"/>
                <a:gd name="connsiteY129" fmla="*/ 113635 h 164068"/>
                <a:gd name="connsiteX130" fmla="*/ 16614 w 76040"/>
                <a:gd name="connsiteY130" fmla="*/ 111081 h 164068"/>
                <a:gd name="connsiteX131" fmla="*/ 17253 w 76040"/>
                <a:gd name="connsiteY131" fmla="*/ 109166 h 164068"/>
                <a:gd name="connsiteX132" fmla="*/ 17253 w 76040"/>
                <a:gd name="connsiteY132" fmla="*/ 109166 h 16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76040" h="164068">
                  <a:moveTo>
                    <a:pt x="16614" y="164068"/>
                  </a:moveTo>
                  <a:lnTo>
                    <a:pt x="16614" y="141086"/>
                  </a:lnTo>
                  <a:cubicBezTo>
                    <a:pt x="16614" y="137256"/>
                    <a:pt x="19170" y="134702"/>
                    <a:pt x="23004" y="134702"/>
                  </a:cubicBezTo>
                  <a:cubicBezTo>
                    <a:pt x="26838" y="134702"/>
                    <a:pt x="29394" y="137256"/>
                    <a:pt x="29394" y="141086"/>
                  </a:cubicBezTo>
                  <a:lnTo>
                    <a:pt x="29394" y="164068"/>
                  </a:lnTo>
                  <a:lnTo>
                    <a:pt x="76040" y="164068"/>
                  </a:lnTo>
                  <a:lnTo>
                    <a:pt x="76040" y="0"/>
                  </a:lnTo>
                  <a:lnTo>
                    <a:pt x="0" y="0"/>
                  </a:lnTo>
                  <a:lnTo>
                    <a:pt x="0" y="164068"/>
                  </a:lnTo>
                  <a:lnTo>
                    <a:pt x="16614" y="164068"/>
                  </a:lnTo>
                  <a:close/>
                  <a:moveTo>
                    <a:pt x="47925" y="19152"/>
                  </a:moveTo>
                  <a:cubicBezTo>
                    <a:pt x="48563" y="18514"/>
                    <a:pt x="49202" y="17875"/>
                    <a:pt x="50480" y="17237"/>
                  </a:cubicBezTo>
                  <a:cubicBezTo>
                    <a:pt x="51758" y="16598"/>
                    <a:pt x="53675" y="16598"/>
                    <a:pt x="55592" y="17237"/>
                  </a:cubicBezTo>
                  <a:cubicBezTo>
                    <a:pt x="56231" y="17237"/>
                    <a:pt x="56870" y="17875"/>
                    <a:pt x="57509" y="18514"/>
                  </a:cubicBezTo>
                  <a:cubicBezTo>
                    <a:pt x="58148" y="19152"/>
                    <a:pt x="58787" y="19790"/>
                    <a:pt x="58787" y="20429"/>
                  </a:cubicBezTo>
                  <a:cubicBezTo>
                    <a:pt x="59426" y="21706"/>
                    <a:pt x="59426" y="23621"/>
                    <a:pt x="58787" y="25536"/>
                  </a:cubicBezTo>
                  <a:cubicBezTo>
                    <a:pt x="58148" y="26174"/>
                    <a:pt x="58148" y="26813"/>
                    <a:pt x="57509" y="27451"/>
                  </a:cubicBezTo>
                  <a:cubicBezTo>
                    <a:pt x="55592" y="29366"/>
                    <a:pt x="53036" y="30005"/>
                    <a:pt x="50480" y="28728"/>
                  </a:cubicBezTo>
                  <a:cubicBezTo>
                    <a:pt x="49841" y="28090"/>
                    <a:pt x="49202" y="28090"/>
                    <a:pt x="48563" y="27451"/>
                  </a:cubicBezTo>
                  <a:cubicBezTo>
                    <a:pt x="47925" y="26813"/>
                    <a:pt x="47285" y="26174"/>
                    <a:pt x="47285" y="25536"/>
                  </a:cubicBezTo>
                  <a:cubicBezTo>
                    <a:pt x="46646" y="24898"/>
                    <a:pt x="46646" y="24259"/>
                    <a:pt x="46646" y="22982"/>
                  </a:cubicBezTo>
                  <a:cubicBezTo>
                    <a:pt x="46646" y="21706"/>
                    <a:pt x="47285" y="19790"/>
                    <a:pt x="47925" y="19152"/>
                  </a:cubicBezTo>
                  <a:lnTo>
                    <a:pt x="47925" y="19152"/>
                  </a:lnTo>
                  <a:close/>
                  <a:moveTo>
                    <a:pt x="46646" y="50434"/>
                  </a:moveTo>
                  <a:cubicBezTo>
                    <a:pt x="46646" y="49795"/>
                    <a:pt x="47285" y="49157"/>
                    <a:pt x="47925" y="48518"/>
                  </a:cubicBezTo>
                  <a:cubicBezTo>
                    <a:pt x="49202" y="47242"/>
                    <a:pt x="51758" y="46603"/>
                    <a:pt x="53675" y="46603"/>
                  </a:cubicBezTo>
                  <a:lnTo>
                    <a:pt x="54953" y="47242"/>
                  </a:lnTo>
                  <a:lnTo>
                    <a:pt x="56231" y="47880"/>
                  </a:lnTo>
                  <a:lnTo>
                    <a:pt x="56870" y="48518"/>
                  </a:lnTo>
                  <a:cubicBezTo>
                    <a:pt x="58148" y="49795"/>
                    <a:pt x="58787" y="51072"/>
                    <a:pt x="58787" y="52987"/>
                  </a:cubicBezTo>
                  <a:cubicBezTo>
                    <a:pt x="58787" y="54902"/>
                    <a:pt x="58148" y="56179"/>
                    <a:pt x="56870" y="57456"/>
                  </a:cubicBezTo>
                  <a:cubicBezTo>
                    <a:pt x="56231" y="58094"/>
                    <a:pt x="55592" y="58733"/>
                    <a:pt x="54953" y="58733"/>
                  </a:cubicBezTo>
                  <a:cubicBezTo>
                    <a:pt x="54314" y="59371"/>
                    <a:pt x="53036" y="59371"/>
                    <a:pt x="52397" y="59371"/>
                  </a:cubicBezTo>
                  <a:cubicBezTo>
                    <a:pt x="50480" y="59371"/>
                    <a:pt x="49202" y="58733"/>
                    <a:pt x="47925" y="57456"/>
                  </a:cubicBezTo>
                  <a:cubicBezTo>
                    <a:pt x="46646" y="56179"/>
                    <a:pt x="46008" y="54902"/>
                    <a:pt x="46008" y="52987"/>
                  </a:cubicBezTo>
                  <a:cubicBezTo>
                    <a:pt x="46008" y="51710"/>
                    <a:pt x="46646" y="51072"/>
                    <a:pt x="46646" y="50434"/>
                  </a:cubicBezTo>
                  <a:lnTo>
                    <a:pt x="46646" y="50434"/>
                  </a:lnTo>
                  <a:close/>
                  <a:moveTo>
                    <a:pt x="46646" y="79800"/>
                  </a:moveTo>
                  <a:cubicBezTo>
                    <a:pt x="46646" y="79162"/>
                    <a:pt x="47285" y="78523"/>
                    <a:pt x="47925" y="77885"/>
                  </a:cubicBezTo>
                  <a:cubicBezTo>
                    <a:pt x="49202" y="76608"/>
                    <a:pt x="51758" y="75970"/>
                    <a:pt x="53675" y="75970"/>
                  </a:cubicBezTo>
                  <a:lnTo>
                    <a:pt x="54953" y="76608"/>
                  </a:lnTo>
                  <a:cubicBezTo>
                    <a:pt x="55592" y="76608"/>
                    <a:pt x="56231" y="77246"/>
                    <a:pt x="56870" y="77885"/>
                  </a:cubicBezTo>
                  <a:cubicBezTo>
                    <a:pt x="57509" y="78523"/>
                    <a:pt x="58148" y="79162"/>
                    <a:pt x="58148" y="79800"/>
                  </a:cubicBezTo>
                  <a:cubicBezTo>
                    <a:pt x="59426" y="82992"/>
                    <a:pt x="58148" y="86822"/>
                    <a:pt x="54953" y="88099"/>
                  </a:cubicBezTo>
                  <a:cubicBezTo>
                    <a:pt x="54314" y="88738"/>
                    <a:pt x="53036" y="88738"/>
                    <a:pt x="52397" y="88738"/>
                  </a:cubicBezTo>
                  <a:cubicBezTo>
                    <a:pt x="48563" y="88738"/>
                    <a:pt x="46008" y="85546"/>
                    <a:pt x="46008" y="82354"/>
                  </a:cubicBezTo>
                  <a:cubicBezTo>
                    <a:pt x="46008" y="81077"/>
                    <a:pt x="46646" y="80438"/>
                    <a:pt x="46646" y="79800"/>
                  </a:cubicBezTo>
                  <a:lnTo>
                    <a:pt x="46646" y="79800"/>
                  </a:lnTo>
                  <a:close/>
                  <a:moveTo>
                    <a:pt x="46646" y="109166"/>
                  </a:moveTo>
                  <a:cubicBezTo>
                    <a:pt x="46646" y="108528"/>
                    <a:pt x="47285" y="107889"/>
                    <a:pt x="47925" y="107251"/>
                  </a:cubicBezTo>
                  <a:cubicBezTo>
                    <a:pt x="49202" y="105974"/>
                    <a:pt x="51758" y="105336"/>
                    <a:pt x="53675" y="105336"/>
                  </a:cubicBezTo>
                  <a:lnTo>
                    <a:pt x="54953" y="105974"/>
                  </a:lnTo>
                  <a:cubicBezTo>
                    <a:pt x="56231" y="106613"/>
                    <a:pt x="57509" y="107889"/>
                    <a:pt x="58148" y="109166"/>
                  </a:cubicBezTo>
                  <a:cubicBezTo>
                    <a:pt x="58148" y="109805"/>
                    <a:pt x="58787" y="111081"/>
                    <a:pt x="58787" y="111720"/>
                  </a:cubicBezTo>
                  <a:cubicBezTo>
                    <a:pt x="58787" y="112358"/>
                    <a:pt x="58787" y="113635"/>
                    <a:pt x="58148" y="114273"/>
                  </a:cubicBezTo>
                  <a:cubicBezTo>
                    <a:pt x="57509" y="114912"/>
                    <a:pt x="57509" y="115550"/>
                    <a:pt x="56870" y="116189"/>
                  </a:cubicBezTo>
                  <a:cubicBezTo>
                    <a:pt x="55592" y="117465"/>
                    <a:pt x="54314" y="118104"/>
                    <a:pt x="52397" y="118104"/>
                  </a:cubicBezTo>
                  <a:cubicBezTo>
                    <a:pt x="50480" y="118104"/>
                    <a:pt x="49202" y="117465"/>
                    <a:pt x="47925" y="116189"/>
                  </a:cubicBezTo>
                  <a:cubicBezTo>
                    <a:pt x="47285" y="115550"/>
                    <a:pt x="46646" y="114912"/>
                    <a:pt x="46646" y="114273"/>
                  </a:cubicBezTo>
                  <a:cubicBezTo>
                    <a:pt x="46008" y="113635"/>
                    <a:pt x="46008" y="112997"/>
                    <a:pt x="46008" y="111720"/>
                  </a:cubicBezTo>
                  <a:cubicBezTo>
                    <a:pt x="46008" y="110443"/>
                    <a:pt x="46646" y="109805"/>
                    <a:pt x="46646" y="109166"/>
                  </a:cubicBezTo>
                  <a:lnTo>
                    <a:pt x="46646" y="109166"/>
                  </a:lnTo>
                  <a:close/>
                  <a:moveTo>
                    <a:pt x="46646" y="138533"/>
                  </a:moveTo>
                  <a:cubicBezTo>
                    <a:pt x="47285" y="137894"/>
                    <a:pt x="47285" y="137256"/>
                    <a:pt x="47925" y="136617"/>
                  </a:cubicBezTo>
                  <a:cubicBezTo>
                    <a:pt x="48563" y="135979"/>
                    <a:pt x="49202" y="135341"/>
                    <a:pt x="49841" y="135341"/>
                  </a:cubicBezTo>
                  <a:cubicBezTo>
                    <a:pt x="52397" y="134064"/>
                    <a:pt x="54953" y="134702"/>
                    <a:pt x="56870" y="136617"/>
                  </a:cubicBezTo>
                  <a:cubicBezTo>
                    <a:pt x="57509" y="137256"/>
                    <a:pt x="58148" y="137894"/>
                    <a:pt x="58148" y="138533"/>
                  </a:cubicBezTo>
                  <a:cubicBezTo>
                    <a:pt x="59426" y="141086"/>
                    <a:pt x="58787" y="143640"/>
                    <a:pt x="56870" y="145555"/>
                  </a:cubicBezTo>
                  <a:cubicBezTo>
                    <a:pt x="56231" y="146193"/>
                    <a:pt x="55592" y="146832"/>
                    <a:pt x="54953" y="146832"/>
                  </a:cubicBezTo>
                  <a:cubicBezTo>
                    <a:pt x="54314" y="146832"/>
                    <a:pt x="53036" y="147470"/>
                    <a:pt x="52397" y="147470"/>
                  </a:cubicBezTo>
                  <a:cubicBezTo>
                    <a:pt x="50480" y="147470"/>
                    <a:pt x="49202" y="146832"/>
                    <a:pt x="47925" y="145555"/>
                  </a:cubicBezTo>
                  <a:cubicBezTo>
                    <a:pt x="46646" y="143640"/>
                    <a:pt x="46008" y="141086"/>
                    <a:pt x="46646" y="138533"/>
                  </a:cubicBezTo>
                  <a:close/>
                  <a:moveTo>
                    <a:pt x="17253" y="21067"/>
                  </a:moveTo>
                  <a:cubicBezTo>
                    <a:pt x="17253" y="20429"/>
                    <a:pt x="17892" y="19790"/>
                    <a:pt x="18531" y="19152"/>
                  </a:cubicBezTo>
                  <a:lnTo>
                    <a:pt x="19170" y="18514"/>
                  </a:lnTo>
                  <a:cubicBezTo>
                    <a:pt x="19809" y="18514"/>
                    <a:pt x="19809" y="17875"/>
                    <a:pt x="20448" y="17875"/>
                  </a:cubicBezTo>
                  <a:lnTo>
                    <a:pt x="21726" y="17237"/>
                  </a:lnTo>
                  <a:cubicBezTo>
                    <a:pt x="22365" y="17237"/>
                    <a:pt x="23643" y="17237"/>
                    <a:pt x="24282" y="17237"/>
                  </a:cubicBezTo>
                  <a:cubicBezTo>
                    <a:pt x="24921" y="17237"/>
                    <a:pt x="24921" y="17237"/>
                    <a:pt x="25560" y="17875"/>
                  </a:cubicBezTo>
                  <a:cubicBezTo>
                    <a:pt x="26199" y="17875"/>
                    <a:pt x="26199" y="18514"/>
                    <a:pt x="26838" y="18514"/>
                  </a:cubicBezTo>
                  <a:cubicBezTo>
                    <a:pt x="27477" y="18514"/>
                    <a:pt x="27477" y="19152"/>
                    <a:pt x="27477" y="19152"/>
                  </a:cubicBezTo>
                  <a:cubicBezTo>
                    <a:pt x="28755" y="20429"/>
                    <a:pt x="29394" y="21706"/>
                    <a:pt x="29394" y="23621"/>
                  </a:cubicBezTo>
                  <a:cubicBezTo>
                    <a:pt x="29394" y="25536"/>
                    <a:pt x="28755" y="26813"/>
                    <a:pt x="27477" y="28090"/>
                  </a:cubicBezTo>
                  <a:cubicBezTo>
                    <a:pt x="26199" y="29366"/>
                    <a:pt x="24921" y="30005"/>
                    <a:pt x="23004" y="30005"/>
                  </a:cubicBezTo>
                  <a:cubicBezTo>
                    <a:pt x="22365" y="30005"/>
                    <a:pt x="21087" y="30005"/>
                    <a:pt x="20448" y="29366"/>
                  </a:cubicBezTo>
                  <a:cubicBezTo>
                    <a:pt x="19809" y="28728"/>
                    <a:pt x="19170" y="28728"/>
                    <a:pt x="18531" y="28090"/>
                  </a:cubicBezTo>
                  <a:cubicBezTo>
                    <a:pt x="17253" y="26813"/>
                    <a:pt x="16614" y="25536"/>
                    <a:pt x="16614" y="23621"/>
                  </a:cubicBezTo>
                  <a:cubicBezTo>
                    <a:pt x="16614" y="22344"/>
                    <a:pt x="17253" y="21706"/>
                    <a:pt x="17253" y="21067"/>
                  </a:cubicBezTo>
                  <a:lnTo>
                    <a:pt x="17253" y="21067"/>
                  </a:lnTo>
                  <a:close/>
                  <a:moveTo>
                    <a:pt x="17253" y="50434"/>
                  </a:moveTo>
                  <a:cubicBezTo>
                    <a:pt x="17253" y="49795"/>
                    <a:pt x="17892" y="49157"/>
                    <a:pt x="18531" y="48518"/>
                  </a:cubicBezTo>
                  <a:lnTo>
                    <a:pt x="19170" y="47880"/>
                  </a:lnTo>
                  <a:lnTo>
                    <a:pt x="20448" y="47242"/>
                  </a:lnTo>
                  <a:lnTo>
                    <a:pt x="21726" y="46603"/>
                  </a:lnTo>
                  <a:cubicBezTo>
                    <a:pt x="23643" y="45965"/>
                    <a:pt x="26199" y="46603"/>
                    <a:pt x="27477" y="48518"/>
                  </a:cubicBezTo>
                  <a:cubicBezTo>
                    <a:pt x="28116" y="49157"/>
                    <a:pt x="28755" y="49795"/>
                    <a:pt x="28755" y="50434"/>
                  </a:cubicBezTo>
                  <a:cubicBezTo>
                    <a:pt x="29394" y="51072"/>
                    <a:pt x="29394" y="51710"/>
                    <a:pt x="29394" y="52987"/>
                  </a:cubicBezTo>
                  <a:cubicBezTo>
                    <a:pt x="29394" y="56818"/>
                    <a:pt x="26838" y="59371"/>
                    <a:pt x="23004" y="59371"/>
                  </a:cubicBezTo>
                  <a:cubicBezTo>
                    <a:pt x="22365" y="59371"/>
                    <a:pt x="21087" y="59371"/>
                    <a:pt x="20448" y="58733"/>
                  </a:cubicBezTo>
                  <a:cubicBezTo>
                    <a:pt x="19809" y="58733"/>
                    <a:pt x="19170" y="58094"/>
                    <a:pt x="18531" y="57456"/>
                  </a:cubicBezTo>
                  <a:cubicBezTo>
                    <a:pt x="17253" y="56179"/>
                    <a:pt x="16614" y="54902"/>
                    <a:pt x="16614" y="52987"/>
                  </a:cubicBezTo>
                  <a:cubicBezTo>
                    <a:pt x="16614" y="51710"/>
                    <a:pt x="17253" y="51072"/>
                    <a:pt x="17253" y="50434"/>
                  </a:cubicBezTo>
                  <a:lnTo>
                    <a:pt x="17253" y="50434"/>
                  </a:lnTo>
                  <a:close/>
                  <a:moveTo>
                    <a:pt x="17253" y="79800"/>
                  </a:moveTo>
                  <a:cubicBezTo>
                    <a:pt x="17253" y="79162"/>
                    <a:pt x="17892" y="78523"/>
                    <a:pt x="18531" y="77885"/>
                  </a:cubicBezTo>
                  <a:lnTo>
                    <a:pt x="19170" y="77246"/>
                  </a:lnTo>
                  <a:lnTo>
                    <a:pt x="20448" y="76608"/>
                  </a:lnTo>
                  <a:lnTo>
                    <a:pt x="21726" y="75970"/>
                  </a:lnTo>
                  <a:cubicBezTo>
                    <a:pt x="23643" y="75331"/>
                    <a:pt x="26199" y="75970"/>
                    <a:pt x="27477" y="77885"/>
                  </a:cubicBezTo>
                  <a:cubicBezTo>
                    <a:pt x="28116" y="78523"/>
                    <a:pt x="28755" y="79162"/>
                    <a:pt x="28755" y="79800"/>
                  </a:cubicBezTo>
                  <a:cubicBezTo>
                    <a:pt x="29394" y="81077"/>
                    <a:pt x="29394" y="82992"/>
                    <a:pt x="28755" y="84907"/>
                  </a:cubicBezTo>
                  <a:cubicBezTo>
                    <a:pt x="28116" y="86822"/>
                    <a:pt x="26838" y="87461"/>
                    <a:pt x="25560" y="88099"/>
                  </a:cubicBezTo>
                  <a:cubicBezTo>
                    <a:pt x="24921" y="88738"/>
                    <a:pt x="24282" y="88738"/>
                    <a:pt x="23004" y="88738"/>
                  </a:cubicBezTo>
                  <a:cubicBezTo>
                    <a:pt x="22365" y="88738"/>
                    <a:pt x="21087" y="88738"/>
                    <a:pt x="20448" y="88099"/>
                  </a:cubicBezTo>
                  <a:cubicBezTo>
                    <a:pt x="17892" y="86822"/>
                    <a:pt x="16614" y="84907"/>
                    <a:pt x="16614" y="82354"/>
                  </a:cubicBezTo>
                  <a:cubicBezTo>
                    <a:pt x="16614" y="81077"/>
                    <a:pt x="17253" y="80438"/>
                    <a:pt x="17253" y="79800"/>
                  </a:cubicBezTo>
                  <a:lnTo>
                    <a:pt x="17253" y="79800"/>
                  </a:lnTo>
                  <a:close/>
                  <a:moveTo>
                    <a:pt x="17253" y="109166"/>
                  </a:moveTo>
                  <a:cubicBezTo>
                    <a:pt x="17253" y="108528"/>
                    <a:pt x="17892" y="108528"/>
                    <a:pt x="17892" y="107889"/>
                  </a:cubicBezTo>
                  <a:cubicBezTo>
                    <a:pt x="17892" y="107251"/>
                    <a:pt x="17892" y="106613"/>
                    <a:pt x="18531" y="106613"/>
                  </a:cubicBezTo>
                  <a:cubicBezTo>
                    <a:pt x="19809" y="105336"/>
                    <a:pt x="22365" y="104697"/>
                    <a:pt x="24282" y="104697"/>
                  </a:cubicBezTo>
                  <a:lnTo>
                    <a:pt x="25560" y="105336"/>
                  </a:lnTo>
                  <a:cubicBezTo>
                    <a:pt x="26199" y="105974"/>
                    <a:pt x="26838" y="105974"/>
                    <a:pt x="27477" y="106613"/>
                  </a:cubicBezTo>
                  <a:cubicBezTo>
                    <a:pt x="28116" y="107251"/>
                    <a:pt x="28755" y="107889"/>
                    <a:pt x="28755" y="108528"/>
                  </a:cubicBezTo>
                  <a:cubicBezTo>
                    <a:pt x="29394" y="109166"/>
                    <a:pt x="29394" y="110443"/>
                    <a:pt x="29394" y="111081"/>
                  </a:cubicBezTo>
                  <a:cubicBezTo>
                    <a:pt x="29394" y="111720"/>
                    <a:pt x="29394" y="112997"/>
                    <a:pt x="28755" y="113635"/>
                  </a:cubicBezTo>
                  <a:cubicBezTo>
                    <a:pt x="28755" y="114273"/>
                    <a:pt x="28116" y="114912"/>
                    <a:pt x="27477" y="115550"/>
                  </a:cubicBezTo>
                  <a:cubicBezTo>
                    <a:pt x="26199" y="116827"/>
                    <a:pt x="24921" y="117465"/>
                    <a:pt x="23004" y="117465"/>
                  </a:cubicBezTo>
                  <a:cubicBezTo>
                    <a:pt x="21087" y="117465"/>
                    <a:pt x="19809" y="116827"/>
                    <a:pt x="18531" y="115550"/>
                  </a:cubicBezTo>
                  <a:cubicBezTo>
                    <a:pt x="17892" y="114912"/>
                    <a:pt x="17253" y="114273"/>
                    <a:pt x="17253" y="113635"/>
                  </a:cubicBezTo>
                  <a:cubicBezTo>
                    <a:pt x="17253" y="112997"/>
                    <a:pt x="16614" y="112358"/>
                    <a:pt x="16614" y="111081"/>
                  </a:cubicBezTo>
                  <a:cubicBezTo>
                    <a:pt x="16614" y="110443"/>
                    <a:pt x="17253" y="109805"/>
                    <a:pt x="17253" y="109166"/>
                  </a:cubicBezTo>
                  <a:lnTo>
                    <a:pt x="17253" y="109166"/>
                  </a:lnTo>
                  <a:close/>
                </a:path>
              </a:pathLst>
            </a:custGeom>
            <a:grpFill/>
            <a:ln w="6390" cap="flat">
              <a:solidFill>
                <a:schemeClr val="bg1"/>
              </a:solidFill>
              <a:prstDash val="solid"/>
              <a:miter/>
            </a:ln>
          </p:spPr>
          <p:txBody>
            <a:bodyPr rtlCol="0" anchor="ctr"/>
            <a:lstStyle/>
            <a:p>
              <a:endParaRPr lang="en-US"/>
            </a:p>
          </p:txBody>
        </p:sp>
        <p:sp>
          <p:nvSpPr>
            <p:cNvPr id="17" name="Graphic 4">
              <a:extLst>
                <a:ext uri="{FF2B5EF4-FFF2-40B4-BE49-F238E27FC236}">
                  <a16:creationId xmlns:a16="http://schemas.microsoft.com/office/drawing/2014/main" id="{A0D48612-B287-1886-BCE6-A9F819551E61}"/>
                </a:ext>
              </a:extLst>
            </p:cNvPr>
            <p:cNvSpPr/>
            <p:nvPr/>
          </p:nvSpPr>
          <p:spPr>
            <a:xfrm>
              <a:off x="905454" y="2371173"/>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290742 w 362309"/>
                <a:gd name="connsiteY6" fmla="*/ 269404 h 362610"/>
                <a:gd name="connsiteX7" fmla="*/ 284352 w 362309"/>
                <a:gd name="connsiteY7" fmla="*/ 275788 h 362610"/>
                <a:gd name="connsiteX8" fmla="*/ 78596 w 362309"/>
                <a:gd name="connsiteY8" fmla="*/ 275788 h 362610"/>
                <a:gd name="connsiteX9" fmla="*/ 72206 w 362309"/>
                <a:gd name="connsiteY9" fmla="*/ 269404 h 362610"/>
                <a:gd name="connsiteX10" fmla="*/ 72206 w 362309"/>
                <a:gd name="connsiteY10" fmla="*/ 122573 h 362610"/>
                <a:gd name="connsiteX11" fmla="*/ 78596 w 362309"/>
                <a:gd name="connsiteY11" fmla="*/ 116189 h 362610"/>
                <a:gd name="connsiteX12" fmla="*/ 130994 w 362309"/>
                <a:gd name="connsiteY12" fmla="*/ 116189 h 362610"/>
                <a:gd name="connsiteX13" fmla="*/ 130994 w 362309"/>
                <a:gd name="connsiteY13" fmla="*/ 93206 h 362610"/>
                <a:gd name="connsiteX14" fmla="*/ 137384 w 362309"/>
                <a:gd name="connsiteY14" fmla="*/ 86822 h 362610"/>
                <a:gd name="connsiteX15" fmla="*/ 225565 w 362309"/>
                <a:gd name="connsiteY15" fmla="*/ 86822 h 362610"/>
                <a:gd name="connsiteX16" fmla="*/ 231955 w 362309"/>
                <a:gd name="connsiteY16" fmla="*/ 93206 h 362610"/>
                <a:gd name="connsiteX17" fmla="*/ 231955 w 362309"/>
                <a:gd name="connsiteY17" fmla="*/ 116189 h 362610"/>
                <a:gd name="connsiteX18" fmla="*/ 284352 w 362309"/>
                <a:gd name="connsiteY18" fmla="*/ 116189 h 362610"/>
                <a:gd name="connsiteX19" fmla="*/ 290742 w 362309"/>
                <a:gd name="connsiteY19" fmla="*/ 122573 h 362610"/>
                <a:gd name="connsiteX20" fmla="*/ 290742 w 362309"/>
                <a:gd name="connsiteY20" fmla="*/ 2694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2309" y="81077"/>
                    <a:pt x="281157" y="0"/>
                    <a:pt x="180835" y="0"/>
                  </a:cubicBezTo>
                  <a:cubicBezTo>
                    <a:pt x="180835" y="0"/>
                    <a:pt x="180835" y="0"/>
                    <a:pt x="180835" y="0"/>
                  </a:cubicBezTo>
                  <a:close/>
                  <a:moveTo>
                    <a:pt x="290742" y="269404"/>
                  </a:moveTo>
                  <a:cubicBezTo>
                    <a:pt x="290742" y="273235"/>
                    <a:pt x="288186" y="275788"/>
                    <a:pt x="284352" y="275788"/>
                  </a:cubicBezTo>
                  <a:lnTo>
                    <a:pt x="78596" y="275788"/>
                  </a:lnTo>
                  <a:cubicBezTo>
                    <a:pt x="74762" y="275788"/>
                    <a:pt x="72206" y="273235"/>
                    <a:pt x="72206" y="269404"/>
                  </a:cubicBezTo>
                  <a:lnTo>
                    <a:pt x="72206" y="122573"/>
                  </a:lnTo>
                  <a:cubicBezTo>
                    <a:pt x="72206" y="118742"/>
                    <a:pt x="74762" y="116189"/>
                    <a:pt x="78596" y="116189"/>
                  </a:cubicBezTo>
                  <a:lnTo>
                    <a:pt x="130994" y="116189"/>
                  </a:lnTo>
                  <a:lnTo>
                    <a:pt x="130994" y="93206"/>
                  </a:lnTo>
                  <a:cubicBezTo>
                    <a:pt x="130994" y="89376"/>
                    <a:pt x="133550" y="86822"/>
                    <a:pt x="137384" y="86822"/>
                  </a:cubicBezTo>
                  <a:lnTo>
                    <a:pt x="225565" y="86822"/>
                  </a:lnTo>
                  <a:cubicBezTo>
                    <a:pt x="229399" y="86822"/>
                    <a:pt x="231955" y="89376"/>
                    <a:pt x="231955" y="93206"/>
                  </a:cubicBezTo>
                  <a:lnTo>
                    <a:pt x="231955" y="116189"/>
                  </a:lnTo>
                  <a:lnTo>
                    <a:pt x="284352" y="116189"/>
                  </a:lnTo>
                  <a:cubicBezTo>
                    <a:pt x="288186" y="116189"/>
                    <a:pt x="290742" y="118742"/>
                    <a:pt x="290742" y="122573"/>
                  </a:cubicBezTo>
                  <a:lnTo>
                    <a:pt x="290742" y="269404"/>
                  </a:lnTo>
                  <a:close/>
                </a:path>
              </a:pathLst>
            </a:custGeom>
            <a:grpFill/>
            <a:ln w="6390" cap="flat">
              <a:solidFill>
                <a:schemeClr val="bg1"/>
              </a:solidFill>
              <a:prstDash val="solid"/>
              <a:miter/>
            </a:ln>
          </p:spPr>
          <p:txBody>
            <a:bodyPr rtlCol="0" anchor="ctr"/>
            <a:lstStyle/>
            <a:p>
              <a:endParaRPr lang="en-US"/>
            </a:p>
          </p:txBody>
        </p:sp>
      </p:grpSp>
    </p:spTree>
    <p:extLst>
      <p:ext uri="{BB962C8B-B14F-4D97-AF65-F5344CB8AC3E}">
        <p14:creationId xmlns:p14="http://schemas.microsoft.com/office/powerpoint/2010/main" val="306383402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To get a fair understanding of Business Processes, Application Landscape and Technology Stack in use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IT Application Inventory</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BCE1F67E-928A-F030-99F4-355DBF9E33F4}"/>
              </a:ext>
            </a:extLst>
          </p:cNvPr>
          <p:cNvGraphicFramePr>
            <a:graphicFrameLocks noGrp="1"/>
          </p:cNvGraphicFramePr>
          <p:nvPr>
            <p:extLst>
              <p:ext uri="{D42A27DB-BD31-4B8C-83A1-F6EECF244321}">
                <p14:modId xmlns:p14="http://schemas.microsoft.com/office/powerpoint/2010/main" val="2510910830"/>
              </p:ext>
            </p:extLst>
          </p:nvPr>
        </p:nvGraphicFramePr>
        <p:xfrm>
          <a:off x="501650" y="1170301"/>
          <a:ext cx="11188700" cy="5180682"/>
        </p:xfrm>
        <a:graphic>
          <a:graphicData uri="http://schemas.openxmlformats.org/drawingml/2006/table">
            <a:tbl>
              <a:tblPr/>
              <a:tblGrid>
                <a:gridCol w="397365">
                  <a:extLst>
                    <a:ext uri="{9D8B030D-6E8A-4147-A177-3AD203B41FA5}">
                      <a16:colId xmlns:a16="http://schemas.microsoft.com/office/drawing/2014/main" val="2716176884"/>
                    </a:ext>
                  </a:extLst>
                </a:gridCol>
                <a:gridCol w="1142313">
                  <a:extLst>
                    <a:ext uri="{9D8B030D-6E8A-4147-A177-3AD203B41FA5}">
                      <a16:colId xmlns:a16="http://schemas.microsoft.com/office/drawing/2014/main" val="2620733485"/>
                    </a:ext>
                  </a:extLst>
                </a:gridCol>
                <a:gridCol w="1142313">
                  <a:extLst>
                    <a:ext uri="{9D8B030D-6E8A-4147-A177-3AD203B41FA5}">
                      <a16:colId xmlns:a16="http://schemas.microsoft.com/office/drawing/2014/main" val="1421376676"/>
                    </a:ext>
                  </a:extLst>
                </a:gridCol>
                <a:gridCol w="1142313">
                  <a:extLst>
                    <a:ext uri="{9D8B030D-6E8A-4147-A177-3AD203B41FA5}">
                      <a16:colId xmlns:a16="http://schemas.microsoft.com/office/drawing/2014/main" val="1561196306"/>
                    </a:ext>
                  </a:extLst>
                </a:gridCol>
                <a:gridCol w="1142313">
                  <a:extLst>
                    <a:ext uri="{9D8B030D-6E8A-4147-A177-3AD203B41FA5}">
                      <a16:colId xmlns:a16="http://schemas.microsoft.com/office/drawing/2014/main" val="2464382426"/>
                    </a:ext>
                  </a:extLst>
                </a:gridCol>
                <a:gridCol w="1142313">
                  <a:extLst>
                    <a:ext uri="{9D8B030D-6E8A-4147-A177-3AD203B41FA5}">
                      <a16:colId xmlns:a16="http://schemas.microsoft.com/office/drawing/2014/main" val="2983204760"/>
                    </a:ext>
                  </a:extLst>
                </a:gridCol>
                <a:gridCol w="1142313">
                  <a:extLst>
                    <a:ext uri="{9D8B030D-6E8A-4147-A177-3AD203B41FA5}">
                      <a16:colId xmlns:a16="http://schemas.microsoft.com/office/drawing/2014/main" val="1533810105"/>
                    </a:ext>
                  </a:extLst>
                </a:gridCol>
                <a:gridCol w="1142313">
                  <a:extLst>
                    <a:ext uri="{9D8B030D-6E8A-4147-A177-3AD203B41FA5}">
                      <a16:colId xmlns:a16="http://schemas.microsoft.com/office/drawing/2014/main" val="1616161665"/>
                    </a:ext>
                  </a:extLst>
                </a:gridCol>
                <a:gridCol w="1142313">
                  <a:extLst>
                    <a:ext uri="{9D8B030D-6E8A-4147-A177-3AD203B41FA5}">
                      <a16:colId xmlns:a16="http://schemas.microsoft.com/office/drawing/2014/main" val="3089471506"/>
                    </a:ext>
                  </a:extLst>
                </a:gridCol>
                <a:gridCol w="772952">
                  <a:extLst>
                    <a:ext uri="{9D8B030D-6E8A-4147-A177-3AD203B41FA5}">
                      <a16:colId xmlns:a16="http://schemas.microsoft.com/office/drawing/2014/main" val="2163406285"/>
                    </a:ext>
                  </a:extLst>
                </a:gridCol>
                <a:gridCol w="879879">
                  <a:extLst>
                    <a:ext uri="{9D8B030D-6E8A-4147-A177-3AD203B41FA5}">
                      <a16:colId xmlns:a16="http://schemas.microsoft.com/office/drawing/2014/main" val="2814154049"/>
                    </a:ext>
                  </a:extLst>
                </a:gridCol>
              </a:tblGrid>
              <a:tr h="548082">
                <a:tc gridSpan="11">
                  <a:txBody>
                    <a:bodyPr/>
                    <a:lstStyle/>
                    <a:p>
                      <a:pPr algn="ctr" fontAlgn="ctr"/>
                      <a:r>
                        <a:rPr lang="en-IN" sz="1800" b="1" i="0" u="none" strike="noStrike">
                          <a:solidFill>
                            <a:srgbClr val="FFFFFF"/>
                          </a:solidFill>
                          <a:effectLst/>
                          <a:latin typeface="Arial" panose="020B0604020202020204" pitchFamily="34" charset="0"/>
                          <a:cs typeface="Arial" panose="020B0604020202020204" pitchFamily="34" charset="0"/>
                        </a:rPr>
                        <a:t>Application Land Scape</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008148020"/>
                  </a:ext>
                </a:extLst>
              </a:tr>
              <a:tr h="466452">
                <a:tc gridSpan="9">
                  <a:txBody>
                    <a:bodyPr/>
                    <a:lstStyle/>
                    <a:p>
                      <a:pPr algn="ctr" fontAlgn="ctr"/>
                      <a:r>
                        <a:rPr lang="en-IN" sz="1600" b="1" i="0" u="none" strike="noStrike">
                          <a:solidFill>
                            <a:srgbClr val="000000"/>
                          </a:solidFill>
                          <a:effectLst/>
                          <a:latin typeface="Arial" panose="020B0604020202020204" pitchFamily="34" charset="0"/>
                          <a:cs typeface="Arial" panose="020B0604020202020204" pitchFamily="34" charset="0"/>
                        </a:rPr>
                        <a:t>Business Process</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B084"/>
                    </a:solidFill>
                  </a:tcPr>
                </a:tc>
                <a:tc hMerge="1">
                  <a:txBody>
                    <a:bodyPr/>
                    <a:lstStyle/>
                    <a:p>
                      <a:pPr algn="ctr" fontAlgn="ctr"/>
                      <a:endParaRPr lang="en-IN" sz="1600" b="1" i="0" u="none" strike="noStrike">
                        <a:solidFill>
                          <a:srgbClr val="000000"/>
                        </a:solidFill>
                        <a:effectLst/>
                        <a:latin typeface="Arial" panose="020B0604020202020204" pitchFamily="34" charset="0"/>
                        <a:cs typeface="Arial" panose="020B0604020202020204" pitchFamily="34" charset="0"/>
                      </a:endParaRP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xBody>
                    <a:bodyPr/>
                    <a:lstStyle/>
                    <a:p>
                      <a:pPr algn="ctr" fontAlgn="ctr"/>
                      <a:endParaRPr lang="en-IN" sz="1600" b="1" i="0" u="none" strike="noStrike">
                        <a:solidFill>
                          <a:srgbClr val="000000"/>
                        </a:solidFill>
                        <a:effectLst/>
                        <a:latin typeface="Arial" panose="020B0604020202020204" pitchFamily="34" charset="0"/>
                        <a:cs typeface="Arial" panose="020B0604020202020204" pitchFamily="34" charset="0"/>
                      </a:endParaRP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gridSpan="2">
                  <a:txBody>
                    <a:bodyPr/>
                    <a:lstStyle/>
                    <a:p>
                      <a:pPr algn="ctr" fontAlgn="ctr"/>
                      <a:r>
                        <a:rPr lang="en-IN" sz="1600" b="1" i="0" u="none" strike="noStrike">
                          <a:solidFill>
                            <a:srgbClr val="000000"/>
                          </a:solidFill>
                          <a:effectLst/>
                          <a:latin typeface="Arial" panose="020B0604020202020204" pitchFamily="34" charset="0"/>
                          <a:cs typeface="Arial" panose="020B0604020202020204" pitchFamily="34" charset="0"/>
                        </a:rPr>
                        <a:t>Technology Stack</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xBody>
                    <a:bodyPr/>
                    <a:lstStyle/>
                    <a:p>
                      <a:endParaRPr lang="en-IN"/>
                    </a:p>
                  </a:txBody>
                  <a:tcPr/>
                </a:tc>
                <a:extLst>
                  <a:ext uri="{0D108BD9-81ED-4DB2-BD59-A6C34878D82A}">
                    <a16:rowId xmlns:a16="http://schemas.microsoft.com/office/drawing/2014/main" val="3587626482"/>
                  </a:ext>
                </a:extLst>
              </a:tr>
              <a:tr h="641373">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Sl. No.</a:t>
                      </a:r>
                    </a:p>
                  </a:txBody>
                  <a:tcPr marL="5156" marR="5156" marT="5156"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Application Name</a:t>
                      </a:r>
                    </a:p>
                  </a:txBody>
                  <a:tcPr marL="5156" marR="5156" marT="5156"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Product Type</a:t>
                      </a:r>
                    </a:p>
                  </a:txBody>
                  <a:tcPr marL="5156" marR="5156" marT="5156"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Product Version</a:t>
                      </a:r>
                    </a:p>
                  </a:txBody>
                  <a:tcPr marL="5156" marR="5156" marT="5156"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Go-Live Date</a:t>
                      </a:r>
                    </a:p>
                  </a:txBody>
                  <a:tcPr marL="5156" marR="5156" marT="5156"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Business Function</a:t>
                      </a:r>
                    </a:p>
                  </a:txBody>
                  <a:tcPr marL="5156" marR="5156" marT="5156"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Subsystems/</a:t>
                      </a:r>
                    </a:p>
                    <a:p>
                      <a:pPr algn="ctr" fontAlgn="ctr"/>
                      <a:r>
                        <a:rPr lang="en-IN" sz="1200" b="1" i="0" u="none" strike="noStrike">
                          <a:solidFill>
                            <a:srgbClr val="000000"/>
                          </a:solidFill>
                          <a:effectLst/>
                          <a:latin typeface="Arial" panose="020B0604020202020204" pitchFamily="34" charset="0"/>
                          <a:cs typeface="Arial" panose="020B0604020202020204" pitchFamily="34" charset="0"/>
                        </a:rPr>
                        <a:t>Modules</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IT/OT</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Hosted on (On-premise/</a:t>
                      </a:r>
                    </a:p>
                    <a:p>
                      <a:pPr algn="ctr" fontAlgn="ctr"/>
                      <a:r>
                        <a:rPr lang="en-IN" sz="1200" b="1" i="0" u="none" strike="noStrike">
                          <a:solidFill>
                            <a:srgbClr val="000000"/>
                          </a:solidFill>
                          <a:effectLst/>
                          <a:latin typeface="Arial" panose="020B0604020202020204" pitchFamily="34" charset="0"/>
                          <a:cs typeface="Arial" panose="020B0604020202020204" pitchFamily="34" charset="0"/>
                        </a:rPr>
                        <a:t>Cloud)</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gridSpan="2">
                  <a:txBody>
                    <a:bodyPr/>
                    <a:lstStyle/>
                    <a:p>
                      <a:pPr algn="ctr" fontAlgn="ctr"/>
                      <a:r>
                        <a:rPr lang="en-IN" sz="1200" b="1" i="0" u="none" strike="noStrike">
                          <a:solidFill>
                            <a:srgbClr val="000000"/>
                          </a:solidFill>
                          <a:effectLst/>
                          <a:latin typeface="Arial" panose="020B0604020202020204" pitchFamily="34" charset="0"/>
                          <a:cs typeface="Arial" panose="020B0604020202020204" pitchFamily="34" charset="0"/>
                        </a:rPr>
                        <a:t>&lt;Products&gt;</a:t>
                      </a:r>
                    </a:p>
                  </a:txBody>
                  <a:tcPr marL="5156" marR="5156" marT="515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hMerge="1">
                  <a:txBody>
                    <a:bodyPr/>
                    <a:lstStyle/>
                    <a:p>
                      <a:endParaRPr lang="en-IN"/>
                    </a:p>
                  </a:txBody>
                  <a:tcPr/>
                </a:tc>
                <a:extLst>
                  <a:ext uri="{0D108BD9-81ED-4DB2-BD59-A6C34878D82A}">
                    <a16:rowId xmlns:a16="http://schemas.microsoft.com/office/drawing/2014/main" val="189966031"/>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IN" sz="900" b="0" i="0" u="none" strike="noStrike">
                        <a:solidFill>
                          <a:srgbClr val="000000"/>
                        </a:solidFill>
                        <a:effectLst/>
                        <a:latin typeface="Arial" panose="020B0604020202020204" pitchFamily="34" charset="0"/>
                        <a:cs typeface="Arial" panose="020B0604020202020204" pitchFamily="34" charset="0"/>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9375454"/>
                  </a:ext>
                </a:extLst>
              </a:tr>
              <a:tr h="279871">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endParaRPr lang="en-IN" sz="900" b="0" i="0" u="none" strike="noStrike">
                        <a:solidFill>
                          <a:srgbClr val="000000"/>
                        </a:solidFill>
                        <a:effectLst/>
                        <a:latin typeface="Arial" panose="020B0604020202020204" pitchFamily="34" charset="0"/>
                        <a:cs typeface="Arial" panose="020B0604020202020204" pitchFamily="34" charset="0"/>
                      </a:endParaRP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27979740"/>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44122122"/>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54192684"/>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3964155"/>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54204093"/>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24360580"/>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04846714"/>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98784177"/>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94599866"/>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84340197"/>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29138971"/>
                  </a:ext>
                </a:extLst>
              </a:tr>
              <a:tr h="268210">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en-IN" sz="900" b="1" i="0" u="none" strike="noStrike">
                          <a:solidFill>
                            <a:srgbClr val="000000"/>
                          </a:solidFill>
                          <a:effectLst/>
                          <a:latin typeface="Arial" panose="020B0604020202020204" pitchFamily="34" charset="0"/>
                          <a:cs typeface="Arial" panose="020B0604020202020204" pitchFamily="34" charset="0"/>
                        </a:rPr>
                        <a:t> </a:t>
                      </a: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endParaRPr lang="en-IN" sz="900" b="1" i="0" u="none" strike="noStrike">
                        <a:solidFill>
                          <a:srgbClr val="000000"/>
                        </a:solidFill>
                        <a:effectLst/>
                        <a:latin typeface="Arial" panose="020B0604020202020204" pitchFamily="34" charset="0"/>
                        <a:cs typeface="Arial" panose="020B0604020202020204" pitchFamily="34" charset="0"/>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
                      <a:r>
                        <a:rPr lang="en-IN" sz="900" b="0" i="0" u="none" strike="noStrike">
                          <a:solidFill>
                            <a:srgbClr val="000000"/>
                          </a:solidFill>
                          <a:effectLst/>
                          <a:latin typeface="Arial" panose="020B0604020202020204" pitchFamily="34" charset="0"/>
                          <a:cs typeface="Arial" panose="020B0604020202020204" pitchFamily="34" charset="0"/>
                        </a:rPr>
                        <a:t> </a:t>
                      </a:r>
                    </a:p>
                  </a:txBody>
                  <a:tcPr marL="45720" marR="457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4500587"/>
                  </a:ext>
                </a:extLst>
              </a:tr>
            </a:tbl>
          </a:graphicData>
        </a:graphic>
      </p:graphicFrame>
    </p:spTree>
    <p:extLst>
      <p:ext uri="{BB962C8B-B14F-4D97-AF65-F5344CB8AC3E}">
        <p14:creationId xmlns:p14="http://schemas.microsoft.com/office/powerpoint/2010/main" val="29351340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Indicative IT Application Inventory</a:t>
            </a: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object 2">
            <a:extLst>
              <a:ext uri="{FF2B5EF4-FFF2-40B4-BE49-F238E27FC236}">
                <a16:creationId xmlns:a16="http://schemas.microsoft.com/office/drawing/2014/main" id="{72777B17-8E1A-A97B-5D19-0E1F560DCED8}"/>
              </a:ext>
            </a:extLst>
          </p:cNvPr>
          <p:cNvSpPr txBox="1"/>
          <p:nvPr/>
        </p:nvSpPr>
        <p:spPr>
          <a:xfrm>
            <a:off x="11586718" y="6270064"/>
            <a:ext cx="104139" cy="102235"/>
          </a:xfrm>
          <a:prstGeom prst="rect">
            <a:avLst/>
          </a:prstGeom>
        </p:spPr>
        <p:txBody>
          <a:bodyPr vert="horz" wrap="square" lIns="0" tIns="0" rIns="0" bIns="0" rtlCol="0">
            <a:spAutoFit/>
          </a:bodyPr>
          <a:lstStyle/>
          <a:p>
            <a:pPr>
              <a:lnSpc>
                <a:spcPts val="765"/>
              </a:lnSpc>
              <a:defRPr/>
            </a:pPr>
            <a:r>
              <a:rPr sz="800">
                <a:solidFill>
                  <a:prstClr val="black"/>
                </a:solidFill>
                <a:latin typeface="Calibri Light"/>
                <a:cs typeface="Calibri Light"/>
              </a:rPr>
              <a:t>82</a:t>
            </a:r>
          </a:p>
        </p:txBody>
      </p:sp>
      <p:sp>
        <p:nvSpPr>
          <p:cNvPr id="4" name="object 3">
            <a:extLst>
              <a:ext uri="{FF2B5EF4-FFF2-40B4-BE49-F238E27FC236}">
                <a16:creationId xmlns:a16="http://schemas.microsoft.com/office/drawing/2014/main" id="{C3B2BB10-2FB9-0135-9838-002D49A1CE11}"/>
              </a:ext>
            </a:extLst>
          </p:cNvPr>
          <p:cNvSpPr txBox="1"/>
          <p:nvPr/>
        </p:nvSpPr>
        <p:spPr>
          <a:xfrm>
            <a:off x="501700" y="6270064"/>
            <a:ext cx="262255" cy="102235"/>
          </a:xfrm>
          <a:prstGeom prst="rect">
            <a:avLst/>
          </a:prstGeom>
        </p:spPr>
        <p:txBody>
          <a:bodyPr vert="horz" wrap="square" lIns="0" tIns="0" rIns="0" bIns="0" rtlCol="0">
            <a:spAutoFit/>
          </a:bodyPr>
          <a:lstStyle/>
          <a:p>
            <a:pPr>
              <a:lnSpc>
                <a:spcPts val="765"/>
              </a:lnSpc>
              <a:defRPr/>
            </a:pPr>
            <a:r>
              <a:rPr sz="800">
                <a:solidFill>
                  <a:prstClr val="black"/>
                </a:solidFill>
                <a:latin typeface="Calibri Light"/>
                <a:cs typeface="Calibri Light"/>
              </a:rPr>
              <a:t>©</a:t>
            </a:r>
            <a:r>
              <a:rPr sz="800" spc="-105">
                <a:solidFill>
                  <a:prstClr val="black"/>
                </a:solidFill>
                <a:latin typeface="Calibri Light"/>
                <a:cs typeface="Calibri Light"/>
              </a:rPr>
              <a:t> </a:t>
            </a:r>
            <a:r>
              <a:rPr sz="800">
                <a:solidFill>
                  <a:prstClr val="black"/>
                </a:solidFill>
                <a:latin typeface="Calibri Light"/>
                <a:cs typeface="Calibri Light"/>
              </a:rPr>
              <a:t>201</a:t>
            </a:r>
          </a:p>
        </p:txBody>
      </p:sp>
      <p:sp>
        <p:nvSpPr>
          <p:cNvPr id="5" name="object 4">
            <a:extLst>
              <a:ext uri="{FF2B5EF4-FFF2-40B4-BE49-F238E27FC236}">
                <a16:creationId xmlns:a16="http://schemas.microsoft.com/office/drawing/2014/main" id="{0749D799-F7E4-C9D8-AC75-4DAADFC7533B}"/>
              </a:ext>
            </a:extLst>
          </p:cNvPr>
          <p:cNvSpPr txBox="1"/>
          <p:nvPr/>
        </p:nvSpPr>
        <p:spPr>
          <a:xfrm>
            <a:off x="763711" y="6270064"/>
            <a:ext cx="1530350" cy="102235"/>
          </a:xfrm>
          <a:prstGeom prst="rect">
            <a:avLst/>
          </a:prstGeom>
        </p:spPr>
        <p:txBody>
          <a:bodyPr vert="horz" wrap="square" lIns="0" tIns="0" rIns="0" bIns="0" rtlCol="0">
            <a:spAutoFit/>
          </a:bodyPr>
          <a:lstStyle/>
          <a:p>
            <a:pPr>
              <a:lnSpc>
                <a:spcPts val="765"/>
              </a:lnSpc>
              <a:defRPr/>
            </a:pPr>
            <a:r>
              <a:rPr sz="800">
                <a:solidFill>
                  <a:prstClr val="black"/>
                </a:solidFill>
                <a:latin typeface="Calibri Light"/>
                <a:cs typeface="Calibri Light"/>
              </a:rPr>
              <a:t>9</a:t>
            </a:r>
            <a:r>
              <a:rPr sz="800" spc="-50">
                <a:solidFill>
                  <a:prstClr val="black"/>
                </a:solidFill>
                <a:latin typeface="Calibri Light"/>
                <a:cs typeface="Calibri Light"/>
              </a:rPr>
              <a:t> </a:t>
            </a:r>
            <a:r>
              <a:rPr sz="800" spc="-5">
                <a:solidFill>
                  <a:prstClr val="black"/>
                </a:solidFill>
                <a:latin typeface="Calibri Light"/>
                <a:cs typeface="Calibri Light"/>
              </a:rPr>
              <a:t>Deloitte</a:t>
            </a:r>
            <a:r>
              <a:rPr sz="800" spc="-35">
                <a:solidFill>
                  <a:prstClr val="black"/>
                </a:solidFill>
                <a:latin typeface="Calibri Light"/>
                <a:cs typeface="Calibri Light"/>
              </a:rPr>
              <a:t> </a:t>
            </a:r>
            <a:r>
              <a:rPr sz="800">
                <a:solidFill>
                  <a:prstClr val="black"/>
                </a:solidFill>
                <a:latin typeface="Calibri Light"/>
                <a:cs typeface="Calibri Light"/>
              </a:rPr>
              <a:t>Touche</a:t>
            </a:r>
            <a:r>
              <a:rPr sz="800" spc="-50">
                <a:solidFill>
                  <a:prstClr val="black"/>
                </a:solidFill>
                <a:latin typeface="Calibri Light"/>
                <a:cs typeface="Calibri Light"/>
              </a:rPr>
              <a:t> </a:t>
            </a:r>
            <a:r>
              <a:rPr sz="800">
                <a:solidFill>
                  <a:prstClr val="black"/>
                </a:solidFill>
                <a:latin typeface="Calibri Light"/>
                <a:cs typeface="Calibri Light"/>
              </a:rPr>
              <a:t>Tohmatsu</a:t>
            </a:r>
            <a:r>
              <a:rPr sz="800" spc="-30">
                <a:solidFill>
                  <a:prstClr val="black"/>
                </a:solidFill>
                <a:latin typeface="Calibri Light"/>
                <a:cs typeface="Calibri Light"/>
              </a:rPr>
              <a:t> </a:t>
            </a:r>
            <a:r>
              <a:rPr sz="800">
                <a:solidFill>
                  <a:prstClr val="black"/>
                </a:solidFill>
                <a:latin typeface="Calibri Light"/>
                <a:cs typeface="Calibri Light"/>
              </a:rPr>
              <a:t>India</a:t>
            </a:r>
            <a:r>
              <a:rPr sz="800" spc="-45">
                <a:solidFill>
                  <a:prstClr val="black"/>
                </a:solidFill>
                <a:latin typeface="Calibri Light"/>
                <a:cs typeface="Calibri Light"/>
              </a:rPr>
              <a:t> </a:t>
            </a:r>
            <a:r>
              <a:rPr sz="800">
                <a:solidFill>
                  <a:prstClr val="black"/>
                </a:solidFill>
                <a:latin typeface="Calibri Light"/>
                <a:cs typeface="Calibri Light"/>
              </a:rPr>
              <a:t>LLP</a:t>
            </a:r>
          </a:p>
        </p:txBody>
      </p:sp>
      <p:sp>
        <p:nvSpPr>
          <p:cNvPr id="7" name="object 7">
            <a:extLst>
              <a:ext uri="{FF2B5EF4-FFF2-40B4-BE49-F238E27FC236}">
                <a16:creationId xmlns:a16="http://schemas.microsoft.com/office/drawing/2014/main" id="{8D0602E9-05C8-44BC-4431-40AAC275E07B}"/>
              </a:ext>
            </a:extLst>
          </p:cNvPr>
          <p:cNvSpPr/>
          <p:nvPr/>
        </p:nvSpPr>
        <p:spPr>
          <a:xfrm>
            <a:off x="2786761" y="1007727"/>
            <a:ext cx="8969375" cy="4539124"/>
          </a:xfrm>
          <a:custGeom>
            <a:avLst/>
            <a:gdLst/>
            <a:ahLst/>
            <a:cxnLst/>
            <a:rect l="l" t="t" r="r" b="b"/>
            <a:pathLst>
              <a:path w="8969375" h="4506595">
                <a:moveTo>
                  <a:pt x="8969144" y="4506188"/>
                </a:moveTo>
                <a:lnTo>
                  <a:pt x="8895096" y="4506131"/>
                </a:lnTo>
                <a:lnTo>
                  <a:pt x="8821189" y="4505777"/>
                </a:lnTo>
                <a:lnTo>
                  <a:pt x="8747426" y="4505125"/>
                </a:lnTo>
                <a:lnTo>
                  <a:pt x="8673808" y="4504179"/>
                </a:lnTo>
                <a:lnTo>
                  <a:pt x="8600339" y="4502938"/>
                </a:lnTo>
                <a:lnTo>
                  <a:pt x="8527020" y="4501404"/>
                </a:lnTo>
                <a:lnTo>
                  <a:pt x="8453853" y="4499578"/>
                </a:lnTo>
                <a:lnTo>
                  <a:pt x="8380842" y="4497461"/>
                </a:lnTo>
                <a:lnTo>
                  <a:pt x="8307988" y="4495054"/>
                </a:lnTo>
                <a:lnTo>
                  <a:pt x="8235293" y="4492359"/>
                </a:lnTo>
                <a:lnTo>
                  <a:pt x="8162761" y="4489376"/>
                </a:lnTo>
                <a:lnTo>
                  <a:pt x="8090393" y="4486107"/>
                </a:lnTo>
                <a:lnTo>
                  <a:pt x="8018191" y="4482553"/>
                </a:lnTo>
                <a:lnTo>
                  <a:pt x="7946158" y="4478714"/>
                </a:lnTo>
                <a:lnTo>
                  <a:pt x="7874296" y="4474593"/>
                </a:lnTo>
                <a:lnTo>
                  <a:pt x="7802608" y="4470190"/>
                </a:lnTo>
                <a:lnTo>
                  <a:pt x="7731096" y="4465507"/>
                </a:lnTo>
                <a:lnTo>
                  <a:pt x="7659761" y="4460544"/>
                </a:lnTo>
                <a:lnTo>
                  <a:pt x="7588607" y="4455302"/>
                </a:lnTo>
                <a:lnTo>
                  <a:pt x="7517636" y="4449784"/>
                </a:lnTo>
                <a:lnTo>
                  <a:pt x="7446850" y="4443989"/>
                </a:lnTo>
                <a:lnTo>
                  <a:pt x="7376251" y="4437920"/>
                </a:lnTo>
                <a:lnTo>
                  <a:pt x="7305842" y="4431577"/>
                </a:lnTo>
                <a:lnTo>
                  <a:pt x="7235624" y="4424961"/>
                </a:lnTo>
                <a:lnTo>
                  <a:pt x="7165601" y="4418074"/>
                </a:lnTo>
                <a:lnTo>
                  <a:pt x="7095775" y="4410916"/>
                </a:lnTo>
                <a:lnTo>
                  <a:pt x="7026147" y="4403490"/>
                </a:lnTo>
                <a:lnTo>
                  <a:pt x="6956720" y="4395795"/>
                </a:lnTo>
                <a:lnTo>
                  <a:pt x="6887497" y="4387833"/>
                </a:lnTo>
                <a:lnTo>
                  <a:pt x="6818480" y="4379606"/>
                </a:lnTo>
                <a:lnTo>
                  <a:pt x="6749671" y="4371114"/>
                </a:lnTo>
                <a:lnTo>
                  <a:pt x="6681072" y="4362358"/>
                </a:lnTo>
                <a:lnTo>
                  <a:pt x="6612686" y="4353340"/>
                </a:lnTo>
                <a:lnTo>
                  <a:pt x="6544515" y="4344061"/>
                </a:lnTo>
                <a:lnTo>
                  <a:pt x="6476562" y="4334522"/>
                </a:lnTo>
                <a:lnTo>
                  <a:pt x="6408828" y="4324724"/>
                </a:lnTo>
                <a:lnTo>
                  <a:pt x="6341316" y="4314668"/>
                </a:lnTo>
                <a:lnTo>
                  <a:pt x="6274028" y="4304356"/>
                </a:lnTo>
                <a:lnTo>
                  <a:pt x="6206966" y="4293788"/>
                </a:lnTo>
                <a:lnTo>
                  <a:pt x="6140134" y="4282965"/>
                </a:lnTo>
                <a:lnTo>
                  <a:pt x="6073533" y="4271890"/>
                </a:lnTo>
                <a:lnTo>
                  <a:pt x="6007165" y="4260562"/>
                </a:lnTo>
                <a:lnTo>
                  <a:pt x="5941033" y="4248984"/>
                </a:lnTo>
                <a:lnTo>
                  <a:pt x="5875139" y="4237156"/>
                </a:lnTo>
                <a:lnTo>
                  <a:pt x="5809486" y="4225079"/>
                </a:lnTo>
                <a:lnTo>
                  <a:pt x="5744075" y="4212755"/>
                </a:lnTo>
                <a:lnTo>
                  <a:pt x="5678909" y="4200184"/>
                </a:lnTo>
                <a:lnTo>
                  <a:pt x="5613991" y="4187368"/>
                </a:lnTo>
                <a:lnTo>
                  <a:pt x="5549322" y="4174308"/>
                </a:lnTo>
                <a:lnTo>
                  <a:pt x="5484905" y="4161005"/>
                </a:lnTo>
                <a:lnTo>
                  <a:pt x="5420743" y="4147460"/>
                </a:lnTo>
                <a:lnTo>
                  <a:pt x="5356837" y="4133675"/>
                </a:lnTo>
                <a:lnTo>
                  <a:pt x="5293190" y="4119650"/>
                </a:lnTo>
                <a:lnTo>
                  <a:pt x="5229804" y="4105387"/>
                </a:lnTo>
                <a:lnTo>
                  <a:pt x="5166681" y="4090887"/>
                </a:lnTo>
                <a:lnTo>
                  <a:pt x="5103825" y="4076150"/>
                </a:lnTo>
                <a:lnTo>
                  <a:pt x="5041236" y="4061179"/>
                </a:lnTo>
                <a:lnTo>
                  <a:pt x="4978918" y="4045974"/>
                </a:lnTo>
                <a:lnTo>
                  <a:pt x="4916873" y="4030536"/>
                </a:lnTo>
                <a:lnTo>
                  <a:pt x="4855102" y="4014866"/>
                </a:lnTo>
                <a:lnTo>
                  <a:pt x="4793609" y="3998967"/>
                </a:lnTo>
                <a:lnTo>
                  <a:pt x="4732396" y="3982838"/>
                </a:lnTo>
                <a:lnTo>
                  <a:pt x="4671464" y="3966481"/>
                </a:lnTo>
                <a:lnTo>
                  <a:pt x="4610817" y="3949897"/>
                </a:lnTo>
                <a:lnTo>
                  <a:pt x="4550456" y="3933087"/>
                </a:lnTo>
                <a:lnTo>
                  <a:pt x="4490385" y="3916053"/>
                </a:lnTo>
                <a:lnTo>
                  <a:pt x="4430604" y="3898795"/>
                </a:lnTo>
                <a:lnTo>
                  <a:pt x="4371117" y="3881314"/>
                </a:lnTo>
                <a:lnTo>
                  <a:pt x="4311926" y="3863613"/>
                </a:lnTo>
                <a:lnTo>
                  <a:pt x="4253033" y="3845691"/>
                </a:lnTo>
                <a:lnTo>
                  <a:pt x="4194440" y="3827551"/>
                </a:lnTo>
                <a:lnTo>
                  <a:pt x="4136150" y="3809192"/>
                </a:lnTo>
                <a:lnTo>
                  <a:pt x="4078165" y="3790617"/>
                </a:lnTo>
                <a:lnTo>
                  <a:pt x="4020487" y="3771827"/>
                </a:lnTo>
                <a:lnTo>
                  <a:pt x="3963119" y="3752822"/>
                </a:lnTo>
                <a:lnTo>
                  <a:pt x="3906063" y="3733604"/>
                </a:lnTo>
                <a:lnTo>
                  <a:pt x="3849321" y="3714173"/>
                </a:lnTo>
                <a:lnTo>
                  <a:pt x="3792896" y="3694532"/>
                </a:lnTo>
                <a:lnTo>
                  <a:pt x="3736790" y="3674681"/>
                </a:lnTo>
                <a:lnTo>
                  <a:pt x="3681005" y="3654621"/>
                </a:lnTo>
                <a:lnTo>
                  <a:pt x="3625543" y="3634354"/>
                </a:lnTo>
                <a:lnTo>
                  <a:pt x="3570407" y="3613881"/>
                </a:lnTo>
                <a:lnTo>
                  <a:pt x="3515599" y="3593202"/>
                </a:lnTo>
                <a:lnTo>
                  <a:pt x="3461122" y="3572319"/>
                </a:lnTo>
                <a:lnTo>
                  <a:pt x="3406977" y="3551233"/>
                </a:lnTo>
                <a:lnTo>
                  <a:pt x="3353168" y="3529945"/>
                </a:lnTo>
                <a:lnTo>
                  <a:pt x="3299696" y="3508456"/>
                </a:lnTo>
                <a:lnTo>
                  <a:pt x="3246563" y="3486769"/>
                </a:lnTo>
                <a:lnTo>
                  <a:pt x="3193772" y="3464882"/>
                </a:lnTo>
                <a:lnTo>
                  <a:pt x="3141326" y="3442798"/>
                </a:lnTo>
                <a:lnTo>
                  <a:pt x="3089226" y="3420519"/>
                </a:lnTo>
                <a:lnTo>
                  <a:pt x="3037475" y="3398044"/>
                </a:lnTo>
                <a:lnTo>
                  <a:pt x="2986076" y="3375375"/>
                </a:lnTo>
                <a:lnTo>
                  <a:pt x="2935030" y="3352514"/>
                </a:lnTo>
                <a:lnTo>
                  <a:pt x="2884339" y="3329461"/>
                </a:lnTo>
                <a:lnTo>
                  <a:pt x="2834007" y="3306218"/>
                </a:lnTo>
                <a:lnTo>
                  <a:pt x="2784035" y="3282786"/>
                </a:lnTo>
                <a:lnTo>
                  <a:pt x="2734426" y="3259165"/>
                </a:lnTo>
                <a:lnTo>
                  <a:pt x="2685182" y="3235358"/>
                </a:lnTo>
                <a:lnTo>
                  <a:pt x="2636305" y="3211364"/>
                </a:lnTo>
                <a:lnTo>
                  <a:pt x="2587798" y="3187186"/>
                </a:lnTo>
                <a:lnTo>
                  <a:pt x="2539663" y="3162825"/>
                </a:lnTo>
                <a:lnTo>
                  <a:pt x="2491902" y="3138281"/>
                </a:lnTo>
                <a:lnTo>
                  <a:pt x="2444518" y="3113555"/>
                </a:lnTo>
                <a:lnTo>
                  <a:pt x="2397513" y="3088650"/>
                </a:lnTo>
                <a:lnTo>
                  <a:pt x="2350888" y="3063565"/>
                </a:lnTo>
                <a:lnTo>
                  <a:pt x="2304648" y="3038303"/>
                </a:lnTo>
                <a:lnTo>
                  <a:pt x="2258793" y="3012864"/>
                </a:lnTo>
                <a:lnTo>
                  <a:pt x="2213326" y="2987250"/>
                </a:lnTo>
                <a:lnTo>
                  <a:pt x="2168250" y="2961461"/>
                </a:lnTo>
                <a:lnTo>
                  <a:pt x="2123566" y="2935499"/>
                </a:lnTo>
                <a:lnTo>
                  <a:pt x="2079278" y="2909364"/>
                </a:lnTo>
                <a:lnTo>
                  <a:pt x="2035387" y="2883059"/>
                </a:lnTo>
                <a:lnTo>
                  <a:pt x="1991895" y="2856584"/>
                </a:lnTo>
                <a:lnTo>
                  <a:pt x="1948806" y="2829940"/>
                </a:lnTo>
                <a:lnTo>
                  <a:pt x="1906120" y="2803128"/>
                </a:lnTo>
                <a:lnTo>
                  <a:pt x="1863842" y="2776150"/>
                </a:lnTo>
                <a:lnTo>
                  <a:pt x="1821972" y="2749007"/>
                </a:lnTo>
                <a:lnTo>
                  <a:pt x="1780513" y="2721700"/>
                </a:lnTo>
                <a:lnTo>
                  <a:pt x="1739468" y="2694230"/>
                </a:lnTo>
                <a:lnTo>
                  <a:pt x="1698839" y="2666597"/>
                </a:lnTo>
                <a:lnTo>
                  <a:pt x="1658628" y="2638804"/>
                </a:lnTo>
                <a:lnTo>
                  <a:pt x="1618837" y="2610852"/>
                </a:lnTo>
                <a:lnTo>
                  <a:pt x="1579469" y="2582741"/>
                </a:lnTo>
                <a:lnTo>
                  <a:pt x="1540526" y="2554473"/>
                </a:lnTo>
                <a:lnTo>
                  <a:pt x="1502011" y="2526048"/>
                </a:lnTo>
                <a:lnTo>
                  <a:pt x="1463925" y="2497469"/>
                </a:lnTo>
                <a:lnTo>
                  <a:pt x="1426271" y="2468736"/>
                </a:lnTo>
                <a:lnTo>
                  <a:pt x="1389051" y="2439850"/>
                </a:lnTo>
                <a:lnTo>
                  <a:pt x="1352268" y="2410812"/>
                </a:lnTo>
                <a:lnTo>
                  <a:pt x="1315924" y="2381624"/>
                </a:lnTo>
                <a:lnTo>
                  <a:pt x="1280021" y="2352287"/>
                </a:lnTo>
                <a:lnTo>
                  <a:pt x="1244561" y="2322802"/>
                </a:lnTo>
                <a:lnTo>
                  <a:pt x="1209548" y="2293169"/>
                </a:lnTo>
                <a:lnTo>
                  <a:pt x="1174982" y="2263391"/>
                </a:lnTo>
                <a:lnTo>
                  <a:pt x="1140867" y="2233468"/>
                </a:lnTo>
                <a:lnTo>
                  <a:pt x="1107205" y="2203401"/>
                </a:lnTo>
                <a:lnTo>
                  <a:pt x="1073998" y="2173192"/>
                </a:lnTo>
                <a:lnTo>
                  <a:pt x="1041248" y="2142842"/>
                </a:lnTo>
                <a:lnTo>
                  <a:pt x="1008957" y="2112351"/>
                </a:lnTo>
                <a:lnTo>
                  <a:pt x="977129" y="2081721"/>
                </a:lnTo>
                <a:lnTo>
                  <a:pt x="945765" y="2050954"/>
                </a:lnTo>
                <a:lnTo>
                  <a:pt x="914868" y="2020050"/>
                </a:lnTo>
                <a:lnTo>
                  <a:pt x="884439" y="1989010"/>
                </a:lnTo>
                <a:lnTo>
                  <a:pt x="854482" y="1957836"/>
                </a:lnTo>
                <a:lnTo>
                  <a:pt x="824998" y="1926528"/>
                </a:lnTo>
                <a:lnTo>
                  <a:pt x="795990" y="1895088"/>
                </a:lnTo>
                <a:lnTo>
                  <a:pt x="767460" y="1863517"/>
                </a:lnTo>
                <a:lnTo>
                  <a:pt x="739411" y="1831817"/>
                </a:lnTo>
                <a:lnTo>
                  <a:pt x="711844" y="1799987"/>
                </a:lnTo>
                <a:lnTo>
                  <a:pt x="684763" y="1768030"/>
                </a:lnTo>
                <a:lnTo>
                  <a:pt x="658169" y="1735947"/>
                </a:lnTo>
                <a:lnTo>
                  <a:pt x="632064" y="1703738"/>
                </a:lnTo>
                <a:lnTo>
                  <a:pt x="606452" y="1671405"/>
                </a:lnTo>
                <a:lnTo>
                  <a:pt x="581333" y="1638949"/>
                </a:lnTo>
                <a:lnTo>
                  <a:pt x="556712" y="1606371"/>
                </a:lnTo>
                <a:lnTo>
                  <a:pt x="532589" y="1573672"/>
                </a:lnTo>
                <a:lnTo>
                  <a:pt x="508967" y="1540854"/>
                </a:lnTo>
                <a:lnTo>
                  <a:pt x="485849" y="1507917"/>
                </a:lnTo>
                <a:lnTo>
                  <a:pt x="463237" y="1474863"/>
                </a:lnTo>
                <a:lnTo>
                  <a:pt x="441133" y="1441693"/>
                </a:lnTo>
                <a:lnTo>
                  <a:pt x="419539" y="1408407"/>
                </a:lnTo>
                <a:lnTo>
                  <a:pt x="398458" y="1375008"/>
                </a:lnTo>
                <a:lnTo>
                  <a:pt x="377893" y="1341496"/>
                </a:lnTo>
                <a:lnTo>
                  <a:pt x="357844" y="1307873"/>
                </a:lnTo>
                <a:lnTo>
                  <a:pt x="338315" y="1274138"/>
                </a:lnTo>
                <a:lnTo>
                  <a:pt x="319309" y="1240295"/>
                </a:lnTo>
                <a:lnTo>
                  <a:pt x="300826" y="1206343"/>
                </a:lnTo>
                <a:lnTo>
                  <a:pt x="282870" y="1172285"/>
                </a:lnTo>
                <a:lnTo>
                  <a:pt x="265443" y="1138120"/>
                </a:lnTo>
                <a:lnTo>
                  <a:pt x="248547" y="1103851"/>
                </a:lnTo>
                <a:lnTo>
                  <a:pt x="216359" y="1035002"/>
                </a:lnTo>
                <a:lnTo>
                  <a:pt x="186323" y="965748"/>
                </a:lnTo>
                <a:lnTo>
                  <a:pt x="158458" y="896098"/>
                </a:lnTo>
                <a:lnTo>
                  <a:pt x="132782" y="826061"/>
                </a:lnTo>
                <a:lnTo>
                  <a:pt x="109314" y="755646"/>
                </a:lnTo>
                <a:lnTo>
                  <a:pt x="88073" y="684861"/>
                </a:lnTo>
                <a:lnTo>
                  <a:pt x="69077" y="613718"/>
                </a:lnTo>
                <a:lnTo>
                  <a:pt x="52344" y="542223"/>
                </a:lnTo>
                <a:lnTo>
                  <a:pt x="37892" y="470388"/>
                </a:lnTo>
                <a:lnTo>
                  <a:pt x="25742" y="398219"/>
                </a:lnTo>
                <a:lnTo>
                  <a:pt x="15909" y="325728"/>
                </a:lnTo>
                <a:lnTo>
                  <a:pt x="8414" y="252923"/>
                </a:lnTo>
                <a:lnTo>
                  <a:pt x="3275" y="179813"/>
                </a:lnTo>
                <a:lnTo>
                  <a:pt x="510" y="106407"/>
                </a:lnTo>
                <a:lnTo>
                  <a:pt x="0" y="52167"/>
                </a:lnTo>
                <a:lnTo>
                  <a:pt x="119" y="34750"/>
                </a:lnTo>
                <a:lnTo>
                  <a:pt x="381" y="17357"/>
                </a:lnTo>
                <a:lnTo>
                  <a:pt x="785" y="0"/>
                </a:lnTo>
                <a:lnTo>
                  <a:pt x="8946665" y="58419"/>
                </a:lnTo>
                <a:lnTo>
                  <a:pt x="8969144" y="4506188"/>
                </a:lnTo>
                <a:close/>
              </a:path>
            </a:pathLst>
          </a:custGeom>
          <a:ln w="12191">
            <a:solidFill>
              <a:schemeClr val="accent1"/>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 name="object 8">
            <a:extLst>
              <a:ext uri="{FF2B5EF4-FFF2-40B4-BE49-F238E27FC236}">
                <a16:creationId xmlns:a16="http://schemas.microsoft.com/office/drawing/2014/main" id="{D87963E3-716A-F1ED-3D90-F55615B858D9}"/>
              </a:ext>
            </a:extLst>
          </p:cNvPr>
          <p:cNvSpPr/>
          <p:nvPr/>
        </p:nvSpPr>
        <p:spPr>
          <a:xfrm>
            <a:off x="7987947" y="1011953"/>
            <a:ext cx="3747770" cy="1757680"/>
          </a:xfrm>
          <a:custGeom>
            <a:avLst/>
            <a:gdLst/>
            <a:ahLst/>
            <a:cxnLst/>
            <a:rect l="l" t="t" r="r" b="b"/>
            <a:pathLst>
              <a:path w="3747770" h="1757680">
                <a:moveTo>
                  <a:pt x="3743579" y="0"/>
                </a:moveTo>
                <a:lnTo>
                  <a:pt x="0" y="11302"/>
                </a:lnTo>
                <a:lnTo>
                  <a:pt x="952" y="41451"/>
                </a:lnTo>
                <a:lnTo>
                  <a:pt x="2976" y="71474"/>
                </a:lnTo>
                <a:lnTo>
                  <a:pt x="10210" y="131128"/>
                </a:lnTo>
                <a:lnTo>
                  <a:pt x="21631" y="190230"/>
                </a:lnTo>
                <a:lnTo>
                  <a:pt x="37171" y="248750"/>
                </a:lnTo>
                <a:lnTo>
                  <a:pt x="56759" y="306655"/>
                </a:lnTo>
                <a:lnTo>
                  <a:pt x="80327" y="363912"/>
                </a:lnTo>
                <a:lnTo>
                  <a:pt x="107806" y="420490"/>
                </a:lnTo>
                <a:lnTo>
                  <a:pt x="139127" y="476356"/>
                </a:lnTo>
                <a:lnTo>
                  <a:pt x="174219" y="531478"/>
                </a:lnTo>
                <a:lnTo>
                  <a:pt x="213015" y="585823"/>
                </a:lnTo>
                <a:lnTo>
                  <a:pt x="255444" y="639360"/>
                </a:lnTo>
                <a:lnTo>
                  <a:pt x="301438" y="692056"/>
                </a:lnTo>
                <a:lnTo>
                  <a:pt x="350927" y="743879"/>
                </a:lnTo>
                <a:lnTo>
                  <a:pt x="403842" y="794797"/>
                </a:lnTo>
                <a:lnTo>
                  <a:pt x="460114" y="844777"/>
                </a:lnTo>
                <a:lnTo>
                  <a:pt x="489488" y="869406"/>
                </a:lnTo>
                <a:lnTo>
                  <a:pt x="519674" y="893788"/>
                </a:lnTo>
                <a:lnTo>
                  <a:pt x="550665" y="917919"/>
                </a:lnTo>
                <a:lnTo>
                  <a:pt x="582452" y="941796"/>
                </a:lnTo>
                <a:lnTo>
                  <a:pt x="615027" y="965415"/>
                </a:lnTo>
                <a:lnTo>
                  <a:pt x="648380" y="988771"/>
                </a:lnTo>
                <a:lnTo>
                  <a:pt x="682503" y="1011860"/>
                </a:lnTo>
                <a:lnTo>
                  <a:pt x="717387" y="1034678"/>
                </a:lnTo>
                <a:lnTo>
                  <a:pt x="753024" y="1057222"/>
                </a:lnTo>
                <a:lnTo>
                  <a:pt x="789405" y="1079488"/>
                </a:lnTo>
                <a:lnTo>
                  <a:pt x="826522" y="1101470"/>
                </a:lnTo>
                <a:lnTo>
                  <a:pt x="864365" y="1123166"/>
                </a:lnTo>
                <a:lnTo>
                  <a:pt x="902926" y="1144571"/>
                </a:lnTo>
                <a:lnTo>
                  <a:pt x="942197" y="1165681"/>
                </a:lnTo>
                <a:lnTo>
                  <a:pt x="982169" y="1186492"/>
                </a:lnTo>
                <a:lnTo>
                  <a:pt x="1022832" y="1207000"/>
                </a:lnTo>
                <a:lnTo>
                  <a:pt x="1064179" y="1227201"/>
                </a:lnTo>
                <a:lnTo>
                  <a:pt x="1106201" y="1247092"/>
                </a:lnTo>
                <a:lnTo>
                  <a:pt x="1148889" y="1266667"/>
                </a:lnTo>
                <a:lnTo>
                  <a:pt x="1192235" y="1285924"/>
                </a:lnTo>
                <a:lnTo>
                  <a:pt x="1236230" y="1304857"/>
                </a:lnTo>
                <a:lnTo>
                  <a:pt x="1280864" y="1323464"/>
                </a:lnTo>
                <a:lnTo>
                  <a:pt x="1326131" y="1341739"/>
                </a:lnTo>
                <a:lnTo>
                  <a:pt x="1372020" y="1359679"/>
                </a:lnTo>
                <a:lnTo>
                  <a:pt x="1418523" y="1377280"/>
                </a:lnTo>
                <a:lnTo>
                  <a:pt x="1465632" y="1394538"/>
                </a:lnTo>
                <a:lnTo>
                  <a:pt x="1513338" y="1411448"/>
                </a:lnTo>
                <a:lnTo>
                  <a:pt x="1561633" y="1428007"/>
                </a:lnTo>
                <a:lnTo>
                  <a:pt x="1610507" y="1444212"/>
                </a:lnTo>
                <a:lnTo>
                  <a:pt x="1659952" y="1460056"/>
                </a:lnTo>
                <a:lnTo>
                  <a:pt x="1709959" y="1475538"/>
                </a:lnTo>
                <a:lnTo>
                  <a:pt x="1760520" y="1490652"/>
                </a:lnTo>
                <a:lnTo>
                  <a:pt x="1811626" y="1505394"/>
                </a:lnTo>
                <a:lnTo>
                  <a:pt x="1863268" y="1519761"/>
                </a:lnTo>
                <a:lnTo>
                  <a:pt x="1968128" y="1547353"/>
                </a:lnTo>
                <a:lnTo>
                  <a:pt x="2075029" y="1573395"/>
                </a:lnTo>
                <a:lnTo>
                  <a:pt x="2183902" y="1597855"/>
                </a:lnTo>
                <a:lnTo>
                  <a:pt x="2294679" y="1620700"/>
                </a:lnTo>
                <a:lnTo>
                  <a:pt x="2407290" y="1641898"/>
                </a:lnTo>
                <a:lnTo>
                  <a:pt x="2521666" y="1661418"/>
                </a:lnTo>
                <a:lnTo>
                  <a:pt x="2637737" y="1679226"/>
                </a:lnTo>
                <a:lnTo>
                  <a:pt x="2755435" y="1695290"/>
                </a:lnTo>
                <a:lnTo>
                  <a:pt x="2874690" y="1709579"/>
                </a:lnTo>
                <a:lnTo>
                  <a:pt x="2995433" y="1722060"/>
                </a:lnTo>
                <a:lnTo>
                  <a:pt x="3117595" y="1732700"/>
                </a:lnTo>
                <a:lnTo>
                  <a:pt x="3241106" y="1741468"/>
                </a:lnTo>
                <a:lnTo>
                  <a:pt x="3365897" y="1748332"/>
                </a:lnTo>
                <a:lnTo>
                  <a:pt x="3491900" y="1753258"/>
                </a:lnTo>
                <a:lnTo>
                  <a:pt x="3619044" y="1756216"/>
                </a:lnTo>
                <a:lnTo>
                  <a:pt x="3747262" y="1757172"/>
                </a:lnTo>
                <a:lnTo>
                  <a:pt x="3743579" y="0"/>
                </a:lnTo>
                <a:close/>
              </a:path>
            </a:pathLst>
          </a:custGeom>
          <a:solidFill>
            <a:srgbClr val="F1F1F1"/>
          </a:solidFill>
          <a:ln>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9" name="object 9">
            <a:extLst>
              <a:ext uri="{FF2B5EF4-FFF2-40B4-BE49-F238E27FC236}">
                <a16:creationId xmlns:a16="http://schemas.microsoft.com/office/drawing/2014/main" id="{04346775-CA37-846B-EBF3-3637CE67F563}"/>
              </a:ext>
            </a:extLst>
          </p:cNvPr>
          <p:cNvSpPr/>
          <p:nvPr/>
        </p:nvSpPr>
        <p:spPr>
          <a:xfrm>
            <a:off x="7953165" y="998448"/>
            <a:ext cx="3788206" cy="1764575"/>
          </a:xfrm>
          <a:custGeom>
            <a:avLst/>
            <a:gdLst/>
            <a:ahLst/>
            <a:cxnLst/>
            <a:rect l="l" t="t" r="r" b="b"/>
            <a:pathLst>
              <a:path w="3747770" h="1757680">
                <a:moveTo>
                  <a:pt x="3747262" y="1757172"/>
                </a:moveTo>
                <a:lnTo>
                  <a:pt x="3683023" y="1756946"/>
                </a:lnTo>
                <a:lnTo>
                  <a:pt x="3619044" y="1756216"/>
                </a:lnTo>
                <a:lnTo>
                  <a:pt x="3555334" y="1754985"/>
                </a:lnTo>
                <a:lnTo>
                  <a:pt x="3491900" y="1753258"/>
                </a:lnTo>
                <a:lnTo>
                  <a:pt x="3428752" y="1751039"/>
                </a:lnTo>
                <a:lnTo>
                  <a:pt x="3365897" y="1748332"/>
                </a:lnTo>
                <a:lnTo>
                  <a:pt x="3303346" y="1745140"/>
                </a:lnTo>
                <a:lnTo>
                  <a:pt x="3241106" y="1741468"/>
                </a:lnTo>
                <a:lnTo>
                  <a:pt x="3179186" y="1737320"/>
                </a:lnTo>
                <a:lnTo>
                  <a:pt x="3117595" y="1732700"/>
                </a:lnTo>
                <a:lnTo>
                  <a:pt x="3056341" y="1727612"/>
                </a:lnTo>
                <a:lnTo>
                  <a:pt x="2995433" y="1722060"/>
                </a:lnTo>
                <a:lnTo>
                  <a:pt x="2934880" y="1716047"/>
                </a:lnTo>
                <a:lnTo>
                  <a:pt x="2874690" y="1709579"/>
                </a:lnTo>
                <a:lnTo>
                  <a:pt x="2814872" y="1702659"/>
                </a:lnTo>
                <a:lnTo>
                  <a:pt x="2755435" y="1695290"/>
                </a:lnTo>
                <a:lnTo>
                  <a:pt x="2696387" y="1687478"/>
                </a:lnTo>
                <a:lnTo>
                  <a:pt x="2637737" y="1679226"/>
                </a:lnTo>
                <a:lnTo>
                  <a:pt x="2579494" y="1670538"/>
                </a:lnTo>
                <a:lnTo>
                  <a:pt x="2521666" y="1661418"/>
                </a:lnTo>
                <a:lnTo>
                  <a:pt x="2464262" y="1651870"/>
                </a:lnTo>
                <a:lnTo>
                  <a:pt x="2407290" y="1641898"/>
                </a:lnTo>
                <a:lnTo>
                  <a:pt x="2350760" y="1631507"/>
                </a:lnTo>
                <a:lnTo>
                  <a:pt x="2294679" y="1620700"/>
                </a:lnTo>
                <a:lnTo>
                  <a:pt x="2239057" y="1609481"/>
                </a:lnTo>
                <a:lnTo>
                  <a:pt x="2183902" y="1597855"/>
                </a:lnTo>
                <a:lnTo>
                  <a:pt x="2129223" y="1585825"/>
                </a:lnTo>
                <a:lnTo>
                  <a:pt x="2075029" y="1573395"/>
                </a:lnTo>
                <a:lnTo>
                  <a:pt x="2021327" y="1560570"/>
                </a:lnTo>
                <a:lnTo>
                  <a:pt x="1968128" y="1547353"/>
                </a:lnTo>
                <a:lnTo>
                  <a:pt x="1915438" y="1533749"/>
                </a:lnTo>
                <a:lnTo>
                  <a:pt x="1863268" y="1519761"/>
                </a:lnTo>
                <a:lnTo>
                  <a:pt x="1811626" y="1505394"/>
                </a:lnTo>
                <a:lnTo>
                  <a:pt x="1760520" y="1490652"/>
                </a:lnTo>
                <a:lnTo>
                  <a:pt x="1709959" y="1475538"/>
                </a:lnTo>
                <a:lnTo>
                  <a:pt x="1659952" y="1460056"/>
                </a:lnTo>
                <a:lnTo>
                  <a:pt x="1610507" y="1444212"/>
                </a:lnTo>
                <a:lnTo>
                  <a:pt x="1561633" y="1428007"/>
                </a:lnTo>
                <a:lnTo>
                  <a:pt x="1513338" y="1411448"/>
                </a:lnTo>
                <a:lnTo>
                  <a:pt x="1465632" y="1394538"/>
                </a:lnTo>
                <a:lnTo>
                  <a:pt x="1418523" y="1377280"/>
                </a:lnTo>
                <a:lnTo>
                  <a:pt x="1372020" y="1359679"/>
                </a:lnTo>
                <a:lnTo>
                  <a:pt x="1326131" y="1341739"/>
                </a:lnTo>
                <a:lnTo>
                  <a:pt x="1280864" y="1323464"/>
                </a:lnTo>
                <a:lnTo>
                  <a:pt x="1236230" y="1304857"/>
                </a:lnTo>
                <a:lnTo>
                  <a:pt x="1192235" y="1285924"/>
                </a:lnTo>
                <a:lnTo>
                  <a:pt x="1148889" y="1266667"/>
                </a:lnTo>
                <a:lnTo>
                  <a:pt x="1106201" y="1247092"/>
                </a:lnTo>
                <a:lnTo>
                  <a:pt x="1064179" y="1227201"/>
                </a:lnTo>
                <a:lnTo>
                  <a:pt x="1022832" y="1207000"/>
                </a:lnTo>
                <a:lnTo>
                  <a:pt x="982169" y="1186492"/>
                </a:lnTo>
                <a:lnTo>
                  <a:pt x="942197" y="1165681"/>
                </a:lnTo>
                <a:lnTo>
                  <a:pt x="902926" y="1144571"/>
                </a:lnTo>
                <a:lnTo>
                  <a:pt x="864365" y="1123166"/>
                </a:lnTo>
                <a:lnTo>
                  <a:pt x="826522" y="1101470"/>
                </a:lnTo>
                <a:lnTo>
                  <a:pt x="789405" y="1079488"/>
                </a:lnTo>
                <a:lnTo>
                  <a:pt x="753024" y="1057222"/>
                </a:lnTo>
                <a:lnTo>
                  <a:pt x="717387" y="1034678"/>
                </a:lnTo>
                <a:lnTo>
                  <a:pt x="682503" y="1011860"/>
                </a:lnTo>
                <a:lnTo>
                  <a:pt x="648380" y="988771"/>
                </a:lnTo>
                <a:lnTo>
                  <a:pt x="615027" y="965415"/>
                </a:lnTo>
                <a:lnTo>
                  <a:pt x="582452" y="941796"/>
                </a:lnTo>
                <a:lnTo>
                  <a:pt x="550665" y="917919"/>
                </a:lnTo>
                <a:lnTo>
                  <a:pt x="519674" y="893788"/>
                </a:lnTo>
                <a:lnTo>
                  <a:pt x="489488" y="869406"/>
                </a:lnTo>
                <a:lnTo>
                  <a:pt x="460114" y="844777"/>
                </a:lnTo>
                <a:lnTo>
                  <a:pt x="403842" y="794797"/>
                </a:lnTo>
                <a:lnTo>
                  <a:pt x="350927" y="743879"/>
                </a:lnTo>
                <a:lnTo>
                  <a:pt x="301438" y="692056"/>
                </a:lnTo>
                <a:lnTo>
                  <a:pt x="255444" y="639360"/>
                </a:lnTo>
                <a:lnTo>
                  <a:pt x="213015" y="585823"/>
                </a:lnTo>
                <a:lnTo>
                  <a:pt x="174219" y="531478"/>
                </a:lnTo>
                <a:lnTo>
                  <a:pt x="139127" y="476356"/>
                </a:lnTo>
                <a:lnTo>
                  <a:pt x="107806" y="420490"/>
                </a:lnTo>
                <a:lnTo>
                  <a:pt x="80327" y="363912"/>
                </a:lnTo>
                <a:lnTo>
                  <a:pt x="56759" y="306655"/>
                </a:lnTo>
                <a:lnTo>
                  <a:pt x="37171" y="248750"/>
                </a:lnTo>
                <a:lnTo>
                  <a:pt x="21631" y="190230"/>
                </a:lnTo>
                <a:lnTo>
                  <a:pt x="10210" y="131128"/>
                </a:lnTo>
                <a:lnTo>
                  <a:pt x="2976" y="71474"/>
                </a:lnTo>
                <a:lnTo>
                  <a:pt x="0" y="11302"/>
                </a:lnTo>
                <a:lnTo>
                  <a:pt x="3743579" y="0"/>
                </a:lnTo>
                <a:lnTo>
                  <a:pt x="3747262" y="1757172"/>
                </a:lnTo>
                <a:close/>
              </a:path>
            </a:pathLst>
          </a:custGeom>
          <a:ln w="12192">
            <a:solidFill>
              <a:schemeClr val="accent1"/>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1" name="object 10">
            <a:extLst>
              <a:ext uri="{FF2B5EF4-FFF2-40B4-BE49-F238E27FC236}">
                <a16:creationId xmlns:a16="http://schemas.microsoft.com/office/drawing/2014/main" id="{2E82EB00-B860-5502-6053-B00B37F7A603}"/>
              </a:ext>
            </a:extLst>
          </p:cNvPr>
          <p:cNvSpPr/>
          <p:nvPr/>
        </p:nvSpPr>
        <p:spPr>
          <a:xfrm>
            <a:off x="749649" y="1337950"/>
            <a:ext cx="10326370" cy="4705985"/>
          </a:xfrm>
          <a:custGeom>
            <a:avLst/>
            <a:gdLst/>
            <a:ahLst/>
            <a:cxnLst/>
            <a:rect l="l" t="t" r="r" b="b"/>
            <a:pathLst>
              <a:path w="10326370" h="4705985">
                <a:moveTo>
                  <a:pt x="0" y="4705743"/>
                </a:moveTo>
                <a:lnTo>
                  <a:pt x="10325989" y="0"/>
                </a:lnTo>
              </a:path>
            </a:pathLst>
          </a:custGeom>
          <a:ln w="6096">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2" name="object 11">
            <a:extLst>
              <a:ext uri="{FF2B5EF4-FFF2-40B4-BE49-F238E27FC236}">
                <a16:creationId xmlns:a16="http://schemas.microsoft.com/office/drawing/2014/main" id="{BB4D0200-7ACF-0958-37A9-F247BFF3265F}"/>
              </a:ext>
            </a:extLst>
          </p:cNvPr>
          <p:cNvSpPr/>
          <p:nvPr/>
        </p:nvSpPr>
        <p:spPr>
          <a:xfrm>
            <a:off x="3461929" y="1378472"/>
            <a:ext cx="8089265" cy="4802505"/>
          </a:xfrm>
          <a:custGeom>
            <a:avLst/>
            <a:gdLst/>
            <a:ahLst/>
            <a:cxnLst/>
            <a:rect l="l" t="t" r="r" b="b"/>
            <a:pathLst>
              <a:path w="8089265" h="4802505">
                <a:moveTo>
                  <a:pt x="0" y="4802314"/>
                </a:moveTo>
                <a:lnTo>
                  <a:pt x="8089265" y="0"/>
                </a:lnTo>
              </a:path>
            </a:pathLst>
          </a:custGeom>
          <a:ln w="6096">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3" name="object 12">
            <a:extLst>
              <a:ext uri="{FF2B5EF4-FFF2-40B4-BE49-F238E27FC236}">
                <a16:creationId xmlns:a16="http://schemas.microsoft.com/office/drawing/2014/main" id="{74E55EA0-8B0C-9A11-CBF1-9FB2268D09A1}"/>
              </a:ext>
            </a:extLst>
          </p:cNvPr>
          <p:cNvSpPr/>
          <p:nvPr/>
        </p:nvSpPr>
        <p:spPr>
          <a:xfrm>
            <a:off x="2838313" y="993019"/>
            <a:ext cx="2513330" cy="269875"/>
          </a:xfrm>
          <a:custGeom>
            <a:avLst/>
            <a:gdLst/>
            <a:ahLst/>
            <a:cxnLst/>
            <a:rect l="l" t="t" r="r" b="b"/>
            <a:pathLst>
              <a:path w="2513329" h="269875">
                <a:moveTo>
                  <a:pt x="0" y="269747"/>
                </a:moveTo>
                <a:lnTo>
                  <a:pt x="2513076" y="269747"/>
                </a:lnTo>
                <a:lnTo>
                  <a:pt x="2513076" y="0"/>
                </a:lnTo>
                <a:lnTo>
                  <a:pt x="0" y="0"/>
                </a:lnTo>
                <a:lnTo>
                  <a:pt x="0" y="269747"/>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 name="object 14">
            <a:extLst>
              <a:ext uri="{FF2B5EF4-FFF2-40B4-BE49-F238E27FC236}">
                <a16:creationId xmlns:a16="http://schemas.microsoft.com/office/drawing/2014/main" id="{DF0041CA-D173-96DD-B414-ADC7E4632F30}"/>
              </a:ext>
            </a:extLst>
          </p:cNvPr>
          <p:cNvSpPr/>
          <p:nvPr/>
        </p:nvSpPr>
        <p:spPr>
          <a:xfrm>
            <a:off x="7960603" y="995987"/>
            <a:ext cx="3797437" cy="245282"/>
          </a:xfrm>
          <a:custGeom>
            <a:avLst/>
            <a:gdLst/>
            <a:ahLst/>
            <a:cxnLst/>
            <a:rect l="l" t="t" r="r" b="b"/>
            <a:pathLst>
              <a:path w="3712845" h="294640">
                <a:moveTo>
                  <a:pt x="0" y="294132"/>
                </a:moveTo>
                <a:lnTo>
                  <a:pt x="3712463" y="294132"/>
                </a:lnTo>
                <a:lnTo>
                  <a:pt x="3712463" y="0"/>
                </a:lnTo>
                <a:lnTo>
                  <a:pt x="0" y="0"/>
                </a:lnTo>
                <a:lnTo>
                  <a:pt x="0" y="294132"/>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6" name="object 17">
            <a:extLst>
              <a:ext uri="{FF2B5EF4-FFF2-40B4-BE49-F238E27FC236}">
                <a16:creationId xmlns:a16="http://schemas.microsoft.com/office/drawing/2014/main" id="{16A89D1C-7A12-A1D5-5AB0-57575BF2E14F}"/>
              </a:ext>
            </a:extLst>
          </p:cNvPr>
          <p:cNvSpPr/>
          <p:nvPr/>
        </p:nvSpPr>
        <p:spPr>
          <a:xfrm>
            <a:off x="366699" y="3739844"/>
            <a:ext cx="371043" cy="2725420"/>
          </a:xfrm>
          <a:custGeom>
            <a:avLst/>
            <a:gdLst/>
            <a:ahLst/>
            <a:cxnLst/>
            <a:rect l="l" t="t" r="r" b="b"/>
            <a:pathLst>
              <a:path w="323215" h="2725420">
                <a:moveTo>
                  <a:pt x="0" y="2724911"/>
                </a:moveTo>
                <a:lnTo>
                  <a:pt x="323088" y="2724911"/>
                </a:lnTo>
                <a:lnTo>
                  <a:pt x="323088" y="0"/>
                </a:lnTo>
                <a:lnTo>
                  <a:pt x="0" y="0"/>
                </a:lnTo>
                <a:lnTo>
                  <a:pt x="0" y="2724911"/>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7" name="object 19">
            <a:extLst>
              <a:ext uri="{FF2B5EF4-FFF2-40B4-BE49-F238E27FC236}">
                <a16:creationId xmlns:a16="http://schemas.microsoft.com/office/drawing/2014/main" id="{7906E8D2-261F-152B-45AC-AD012EA3B93D}"/>
              </a:ext>
            </a:extLst>
          </p:cNvPr>
          <p:cNvSpPr/>
          <p:nvPr/>
        </p:nvSpPr>
        <p:spPr>
          <a:xfrm>
            <a:off x="371015" y="993019"/>
            <a:ext cx="365457" cy="2656909"/>
          </a:xfrm>
          <a:custGeom>
            <a:avLst/>
            <a:gdLst/>
            <a:ahLst/>
            <a:cxnLst/>
            <a:rect l="l" t="t" r="r" b="b"/>
            <a:pathLst>
              <a:path w="321945" h="2651760">
                <a:moveTo>
                  <a:pt x="0" y="2651760"/>
                </a:moveTo>
                <a:lnTo>
                  <a:pt x="321564" y="2651760"/>
                </a:lnTo>
                <a:lnTo>
                  <a:pt x="321564" y="0"/>
                </a:lnTo>
                <a:lnTo>
                  <a:pt x="0" y="0"/>
                </a:lnTo>
                <a:lnTo>
                  <a:pt x="0" y="2651760"/>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8" name="object 21">
            <a:extLst>
              <a:ext uri="{FF2B5EF4-FFF2-40B4-BE49-F238E27FC236}">
                <a16:creationId xmlns:a16="http://schemas.microsoft.com/office/drawing/2014/main" id="{62486F29-99D0-6FBE-3F8E-0D10921A1A60}"/>
              </a:ext>
            </a:extLst>
          </p:cNvPr>
          <p:cNvSpPr/>
          <p:nvPr/>
        </p:nvSpPr>
        <p:spPr>
          <a:xfrm>
            <a:off x="6181344" y="1710638"/>
            <a:ext cx="5107305" cy="4412615"/>
          </a:xfrm>
          <a:custGeom>
            <a:avLst/>
            <a:gdLst/>
            <a:ahLst/>
            <a:cxnLst/>
            <a:rect l="l" t="t" r="r" b="b"/>
            <a:pathLst>
              <a:path w="5107305" h="4412615">
                <a:moveTo>
                  <a:pt x="5107051" y="0"/>
                </a:moveTo>
                <a:lnTo>
                  <a:pt x="0" y="4412437"/>
                </a:lnTo>
              </a:path>
            </a:pathLst>
          </a:custGeom>
          <a:ln w="6096">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19" name="object 24">
            <a:extLst>
              <a:ext uri="{FF2B5EF4-FFF2-40B4-BE49-F238E27FC236}">
                <a16:creationId xmlns:a16="http://schemas.microsoft.com/office/drawing/2014/main" id="{250C7E74-87DD-116B-CDE6-EECB33AFC457}"/>
              </a:ext>
            </a:extLst>
          </p:cNvPr>
          <p:cNvSpPr/>
          <p:nvPr/>
        </p:nvSpPr>
        <p:spPr>
          <a:xfrm>
            <a:off x="9550907" y="1783789"/>
            <a:ext cx="1882775" cy="4347845"/>
          </a:xfrm>
          <a:custGeom>
            <a:avLst/>
            <a:gdLst/>
            <a:ahLst/>
            <a:cxnLst/>
            <a:rect l="l" t="t" r="r" b="b"/>
            <a:pathLst>
              <a:path w="1882775" h="4347845">
                <a:moveTo>
                  <a:pt x="1882775" y="0"/>
                </a:moveTo>
                <a:lnTo>
                  <a:pt x="0" y="4347476"/>
                </a:lnTo>
              </a:path>
            </a:pathLst>
          </a:custGeom>
          <a:ln w="6095">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0" name="object 27">
            <a:extLst>
              <a:ext uri="{FF2B5EF4-FFF2-40B4-BE49-F238E27FC236}">
                <a16:creationId xmlns:a16="http://schemas.microsoft.com/office/drawing/2014/main" id="{AA73E74D-731D-1018-BEB1-A5FA85E498F6}"/>
              </a:ext>
            </a:extLst>
          </p:cNvPr>
          <p:cNvSpPr/>
          <p:nvPr/>
        </p:nvSpPr>
        <p:spPr>
          <a:xfrm>
            <a:off x="736091" y="999035"/>
            <a:ext cx="2059305" cy="259079"/>
          </a:xfrm>
          <a:custGeom>
            <a:avLst/>
            <a:gdLst/>
            <a:ahLst/>
            <a:cxnLst/>
            <a:rect l="l" t="t" r="r" b="b"/>
            <a:pathLst>
              <a:path w="2059305" h="259080">
                <a:moveTo>
                  <a:pt x="0" y="259079"/>
                </a:moveTo>
                <a:lnTo>
                  <a:pt x="2058924" y="259079"/>
                </a:lnTo>
                <a:lnTo>
                  <a:pt x="2058924" y="0"/>
                </a:lnTo>
                <a:lnTo>
                  <a:pt x="0" y="0"/>
                </a:lnTo>
                <a:lnTo>
                  <a:pt x="0" y="259079"/>
                </a:lnTo>
                <a:close/>
              </a:path>
            </a:pathLst>
          </a:custGeom>
          <a:solidFill>
            <a:schemeClr val="accent1">
              <a:lumMod val="75000"/>
            </a:schemeClr>
          </a:solidFill>
        </p:spPr>
        <p:txBody>
          <a:bodyPr wrap="square" lIns="0" tIns="0" rIns="0" bIns="0" rtlCol="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050" b="0" i="0" u="none" strike="noStrike" kern="0" cap="none" spc="0" normalizeH="0" baseline="0" noProof="0">
              <a:ln>
                <a:noFill/>
              </a:ln>
              <a:solidFill>
                <a:schemeClr val="bg1"/>
              </a:solidFill>
              <a:effectLst/>
              <a:uLnTx/>
              <a:uFillTx/>
            </a:endParaRPr>
          </a:p>
        </p:txBody>
      </p:sp>
      <p:sp>
        <p:nvSpPr>
          <p:cNvPr id="21" name="object 28">
            <a:extLst>
              <a:ext uri="{FF2B5EF4-FFF2-40B4-BE49-F238E27FC236}">
                <a16:creationId xmlns:a16="http://schemas.microsoft.com/office/drawing/2014/main" id="{D5C7F0FF-DFBA-9895-C3E9-9EF0B6B4BEDB}"/>
              </a:ext>
            </a:extLst>
          </p:cNvPr>
          <p:cNvSpPr txBox="1"/>
          <p:nvPr/>
        </p:nvSpPr>
        <p:spPr>
          <a:xfrm>
            <a:off x="1125172" y="3578301"/>
            <a:ext cx="3156585" cy="348172"/>
          </a:xfrm>
          <a:prstGeom prst="rect">
            <a:avLst/>
          </a:prstGeom>
        </p:spPr>
        <p:txBody>
          <a:bodyPr vert="horz" wrap="square" lIns="0" tIns="12065" rIns="0" bIns="0" rtlCol="0">
            <a:spAutoFit/>
          </a:bodyPr>
          <a:lstStyle/>
          <a:p>
            <a:pPr marL="1224915">
              <a:spcBef>
                <a:spcPts val="95"/>
              </a:spcBef>
              <a:defRPr/>
            </a:pPr>
            <a:r>
              <a:rPr sz="1000" spc="-10">
                <a:solidFill>
                  <a:srgbClr val="303030"/>
                </a:solidFill>
                <a:latin typeface="Calibri Light"/>
                <a:cs typeface="Calibri Light"/>
              </a:rPr>
              <a:t>Mobility solution </a:t>
            </a:r>
            <a:r>
              <a:rPr sz="1000" spc="-5">
                <a:solidFill>
                  <a:srgbClr val="303030"/>
                </a:solidFill>
                <a:latin typeface="Calibri Light"/>
                <a:cs typeface="Calibri Light"/>
              </a:rPr>
              <a:t>for</a:t>
            </a:r>
            <a:r>
              <a:rPr sz="1000" spc="125">
                <a:solidFill>
                  <a:srgbClr val="303030"/>
                </a:solidFill>
                <a:latin typeface="Calibri Light"/>
                <a:cs typeface="Calibri Light"/>
              </a:rPr>
              <a:t> </a:t>
            </a:r>
            <a:r>
              <a:rPr sz="1000" spc="-10">
                <a:solidFill>
                  <a:srgbClr val="303030"/>
                </a:solidFill>
                <a:latin typeface="Calibri Light"/>
                <a:cs typeface="Calibri Light"/>
              </a:rPr>
              <a:t>crew</a:t>
            </a:r>
            <a:endParaRPr sz="1000">
              <a:solidFill>
                <a:prstClr val="black"/>
              </a:solidFill>
              <a:latin typeface="Calibri Light"/>
              <a:cs typeface="Calibri Light"/>
            </a:endParaRPr>
          </a:p>
          <a:p>
            <a:pPr>
              <a:spcBef>
                <a:spcPts val="55"/>
              </a:spcBef>
              <a:defRPr/>
            </a:pPr>
            <a:r>
              <a:rPr lang="en-US" sz="1100">
                <a:solidFill>
                  <a:prstClr val="black"/>
                </a:solidFill>
                <a:latin typeface="Calibri Light"/>
                <a:cs typeface="Calibri Light"/>
              </a:rPr>
              <a:t> </a:t>
            </a:r>
            <a:r>
              <a:rPr lang="en-US" sz="1100">
                <a:solidFill>
                  <a:srgbClr val="3B7A1F"/>
                </a:solidFill>
                <a:latin typeface="Calibri Light"/>
                <a:cs typeface="Calibri Light"/>
              </a:rPr>
              <a:t>Enterprise Resource Planning (ERP)  </a:t>
            </a:r>
            <a:r>
              <a:rPr lang="en-US" sz="1100">
                <a:latin typeface="Calibri Light"/>
                <a:cs typeface="Calibri Light"/>
              </a:rPr>
              <a:t>Fleet Management</a:t>
            </a:r>
            <a:endParaRPr sz="1100">
              <a:latin typeface="Calibri Light"/>
              <a:cs typeface="Calibri Light"/>
            </a:endParaRPr>
          </a:p>
        </p:txBody>
      </p:sp>
      <p:sp>
        <p:nvSpPr>
          <p:cNvPr id="22" name="object 30">
            <a:extLst>
              <a:ext uri="{FF2B5EF4-FFF2-40B4-BE49-F238E27FC236}">
                <a16:creationId xmlns:a16="http://schemas.microsoft.com/office/drawing/2014/main" id="{C03C79EA-4319-3A9B-5A25-013F07069D30}"/>
              </a:ext>
            </a:extLst>
          </p:cNvPr>
          <p:cNvSpPr txBox="1"/>
          <p:nvPr/>
        </p:nvSpPr>
        <p:spPr>
          <a:xfrm>
            <a:off x="981890" y="4253602"/>
            <a:ext cx="1307465" cy="166071"/>
          </a:xfrm>
          <a:prstGeom prst="rect">
            <a:avLst/>
          </a:prstGeom>
        </p:spPr>
        <p:txBody>
          <a:bodyPr vert="horz" wrap="square" lIns="0" tIns="12065" rIns="0" bIns="0" rtlCol="0">
            <a:spAutoFit/>
          </a:bodyPr>
          <a:lstStyle/>
          <a:p>
            <a:pPr marL="12700">
              <a:spcBef>
                <a:spcPts val="95"/>
              </a:spcBef>
              <a:defRPr/>
            </a:pPr>
            <a:r>
              <a:rPr sz="1000" spc="-10">
                <a:solidFill>
                  <a:srgbClr val="303030"/>
                </a:solidFill>
                <a:latin typeface="Calibri Light"/>
                <a:cs typeface="Calibri Light"/>
              </a:rPr>
              <a:t>Command control</a:t>
            </a:r>
            <a:r>
              <a:rPr sz="1000" spc="55">
                <a:solidFill>
                  <a:srgbClr val="303030"/>
                </a:solidFill>
                <a:latin typeface="Calibri Light"/>
                <a:cs typeface="Calibri Light"/>
              </a:rPr>
              <a:t> </a:t>
            </a:r>
            <a:r>
              <a:rPr lang="en-US" sz="1000" spc="-10">
                <a:solidFill>
                  <a:srgbClr val="303030"/>
                </a:solidFill>
                <a:latin typeface="Calibri Light"/>
                <a:cs typeface="Calibri Light"/>
              </a:rPr>
              <a:t>center</a:t>
            </a:r>
            <a:endParaRPr sz="1000">
              <a:solidFill>
                <a:prstClr val="black"/>
              </a:solidFill>
              <a:latin typeface="Calibri Light"/>
              <a:cs typeface="Calibri Light"/>
            </a:endParaRPr>
          </a:p>
        </p:txBody>
      </p:sp>
      <p:sp>
        <p:nvSpPr>
          <p:cNvPr id="23" name="object 31">
            <a:extLst>
              <a:ext uri="{FF2B5EF4-FFF2-40B4-BE49-F238E27FC236}">
                <a16:creationId xmlns:a16="http://schemas.microsoft.com/office/drawing/2014/main" id="{B686C51A-608B-94CC-85ED-9A691D7C9ABF}"/>
              </a:ext>
            </a:extLst>
          </p:cNvPr>
          <p:cNvSpPr txBox="1"/>
          <p:nvPr/>
        </p:nvSpPr>
        <p:spPr>
          <a:xfrm>
            <a:off x="2626421" y="4130244"/>
            <a:ext cx="1416685" cy="166071"/>
          </a:xfrm>
          <a:prstGeom prst="rect">
            <a:avLst/>
          </a:prstGeom>
        </p:spPr>
        <p:txBody>
          <a:bodyPr vert="horz" wrap="square" lIns="0" tIns="12065" rIns="0" bIns="0" rtlCol="0">
            <a:spAutoFit/>
          </a:bodyPr>
          <a:lstStyle/>
          <a:p>
            <a:pPr marL="12700">
              <a:spcBef>
                <a:spcPts val="95"/>
              </a:spcBef>
              <a:defRPr/>
            </a:pPr>
            <a:r>
              <a:rPr sz="1000" spc="-10">
                <a:solidFill>
                  <a:srgbClr val="3B7A1F"/>
                </a:solidFill>
                <a:latin typeface="Calibri Light"/>
                <a:cs typeface="Calibri Light"/>
              </a:rPr>
              <a:t>Online ro</a:t>
            </a:r>
            <a:r>
              <a:rPr lang="en-US" sz="1000" spc="-10">
                <a:solidFill>
                  <a:srgbClr val="3B7A1F"/>
                </a:solidFill>
                <a:latin typeface="Calibri Light"/>
                <a:cs typeface="Calibri Light"/>
              </a:rPr>
              <a:t>ot</a:t>
            </a:r>
            <a:r>
              <a:rPr sz="1000" spc="-10">
                <a:solidFill>
                  <a:srgbClr val="3B7A1F"/>
                </a:solidFill>
                <a:latin typeface="Calibri Light"/>
                <a:cs typeface="Calibri Light"/>
              </a:rPr>
              <a:t> </a:t>
            </a:r>
            <a:r>
              <a:rPr sz="1000" spc="-5">
                <a:solidFill>
                  <a:srgbClr val="3B7A1F"/>
                </a:solidFill>
                <a:latin typeface="Calibri Light"/>
                <a:cs typeface="Calibri Light"/>
              </a:rPr>
              <a:t>cause</a:t>
            </a:r>
            <a:r>
              <a:rPr sz="1000" spc="75">
                <a:solidFill>
                  <a:srgbClr val="3B7A1F"/>
                </a:solidFill>
                <a:latin typeface="Calibri Light"/>
                <a:cs typeface="Calibri Light"/>
              </a:rPr>
              <a:t> </a:t>
            </a:r>
            <a:r>
              <a:rPr sz="1000" spc="-5">
                <a:solidFill>
                  <a:srgbClr val="3B7A1F"/>
                </a:solidFill>
                <a:latin typeface="Calibri Light"/>
                <a:cs typeface="Calibri Light"/>
              </a:rPr>
              <a:t>analysis</a:t>
            </a:r>
            <a:endParaRPr sz="1000">
              <a:solidFill>
                <a:srgbClr val="3B7A1F"/>
              </a:solidFill>
              <a:latin typeface="Calibri Light"/>
              <a:cs typeface="Calibri Light"/>
            </a:endParaRPr>
          </a:p>
        </p:txBody>
      </p:sp>
      <p:sp>
        <p:nvSpPr>
          <p:cNvPr id="24" name="object 34">
            <a:extLst>
              <a:ext uri="{FF2B5EF4-FFF2-40B4-BE49-F238E27FC236}">
                <a16:creationId xmlns:a16="http://schemas.microsoft.com/office/drawing/2014/main" id="{2E68C303-4C93-6095-F405-57EA99D9155B}"/>
              </a:ext>
            </a:extLst>
          </p:cNvPr>
          <p:cNvSpPr txBox="1"/>
          <p:nvPr/>
        </p:nvSpPr>
        <p:spPr>
          <a:xfrm>
            <a:off x="985886" y="5038098"/>
            <a:ext cx="810260" cy="177800"/>
          </a:xfrm>
          <a:prstGeom prst="rect">
            <a:avLst/>
          </a:prstGeom>
        </p:spPr>
        <p:txBody>
          <a:bodyPr vert="horz" wrap="square" lIns="0" tIns="12065" rIns="0" bIns="0" rtlCol="0">
            <a:spAutoFit/>
          </a:bodyPr>
          <a:lstStyle/>
          <a:p>
            <a:pPr marL="12700">
              <a:spcBef>
                <a:spcPts val="95"/>
              </a:spcBef>
              <a:defRPr/>
            </a:pPr>
            <a:r>
              <a:rPr sz="1000" spc="-5">
                <a:solidFill>
                  <a:srgbClr val="303030"/>
                </a:solidFill>
                <a:latin typeface="Calibri Light"/>
                <a:cs typeface="Calibri Light"/>
              </a:rPr>
              <a:t>Surveyor</a:t>
            </a:r>
            <a:r>
              <a:rPr sz="1000" spc="-35">
                <a:solidFill>
                  <a:srgbClr val="303030"/>
                </a:solidFill>
                <a:latin typeface="Calibri Light"/>
                <a:cs typeface="Calibri Light"/>
              </a:rPr>
              <a:t> </a:t>
            </a:r>
            <a:r>
              <a:rPr sz="1000" spc="-5">
                <a:solidFill>
                  <a:srgbClr val="303030"/>
                </a:solidFill>
                <a:latin typeface="Calibri Light"/>
                <a:cs typeface="Calibri Light"/>
              </a:rPr>
              <a:t>Portal</a:t>
            </a:r>
            <a:endParaRPr sz="1000">
              <a:solidFill>
                <a:prstClr val="black"/>
              </a:solidFill>
              <a:latin typeface="Calibri Light"/>
              <a:cs typeface="Calibri Light"/>
            </a:endParaRPr>
          </a:p>
        </p:txBody>
      </p:sp>
      <p:sp>
        <p:nvSpPr>
          <p:cNvPr id="25" name="object 35">
            <a:extLst>
              <a:ext uri="{FF2B5EF4-FFF2-40B4-BE49-F238E27FC236}">
                <a16:creationId xmlns:a16="http://schemas.microsoft.com/office/drawing/2014/main" id="{3A3E4F1A-7151-FB3A-883C-0C6492B0F3DC}"/>
              </a:ext>
            </a:extLst>
          </p:cNvPr>
          <p:cNvSpPr txBox="1"/>
          <p:nvPr/>
        </p:nvSpPr>
        <p:spPr>
          <a:xfrm>
            <a:off x="1675180" y="4639986"/>
            <a:ext cx="2136344" cy="166071"/>
          </a:xfrm>
          <a:prstGeom prst="rect">
            <a:avLst/>
          </a:prstGeom>
        </p:spPr>
        <p:txBody>
          <a:bodyPr vert="horz" wrap="square" lIns="0" tIns="12065" rIns="0" bIns="0" rtlCol="0">
            <a:spAutoFit/>
          </a:bodyPr>
          <a:lstStyle/>
          <a:p>
            <a:pPr marL="12700">
              <a:spcBef>
                <a:spcPts val="95"/>
              </a:spcBef>
              <a:defRPr/>
            </a:pPr>
            <a:r>
              <a:rPr sz="1000" spc="-10">
                <a:solidFill>
                  <a:srgbClr val="3B7A1F"/>
                </a:solidFill>
                <a:latin typeface="Calibri Light"/>
                <a:cs typeface="Calibri Light"/>
              </a:rPr>
              <a:t>GIS </a:t>
            </a:r>
            <a:r>
              <a:rPr sz="1000" spc="-5">
                <a:solidFill>
                  <a:srgbClr val="3B7A1F"/>
                </a:solidFill>
                <a:latin typeface="Calibri Light"/>
                <a:cs typeface="Calibri Light"/>
              </a:rPr>
              <a:t>data</a:t>
            </a:r>
            <a:r>
              <a:rPr sz="1000" spc="-20">
                <a:solidFill>
                  <a:srgbClr val="3B7A1F"/>
                </a:solidFill>
                <a:latin typeface="Calibri Light"/>
                <a:cs typeface="Calibri Light"/>
              </a:rPr>
              <a:t> </a:t>
            </a:r>
            <a:r>
              <a:rPr sz="1000" spc="-5">
                <a:solidFill>
                  <a:srgbClr val="3B7A1F"/>
                </a:solidFill>
                <a:latin typeface="Calibri Light"/>
                <a:cs typeface="Calibri Light"/>
              </a:rPr>
              <a:t>procurement</a:t>
            </a:r>
            <a:r>
              <a:rPr lang="en-US" sz="1000">
                <a:solidFill>
                  <a:srgbClr val="3B7A1F"/>
                </a:solidFill>
                <a:latin typeface="Calibri Light"/>
                <a:cs typeface="Calibri Light"/>
              </a:rPr>
              <a:t> </a:t>
            </a:r>
            <a:r>
              <a:rPr sz="1000" spc="-5">
                <a:solidFill>
                  <a:srgbClr val="3B7A1F"/>
                </a:solidFill>
                <a:latin typeface="Calibri Light"/>
                <a:cs typeface="Calibri Light"/>
              </a:rPr>
              <a:t>strategy</a:t>
            </a:r>
            <a:endParaRPr sz="1000">
              <a:solidFill>
                <a:srgbClr val="3B7A1F"/>
              </a:solidFill>
              <a:latin typeface="Calibri Light"/>
              <a:cs typeface="Calibri Light"/>
            </a:endParaRPr>
          </a:p>
        </p:txBody>
      </p:sp>
      <p:sp>
        <p:nvSpPr>
          <p:cNvPr id="26" name="object 38">
            <a:extLst>
              <a:ext uri="{FF2B5EF4-FFF2-40B4-BE49-F238E27FC236}">
                <a16:creationId xmlns:a16="http://schemas.microsoft.com/office/drawing/2014/main" id="{0DA73EDC-4AA2-6575-66B8-5F359BABB702}"/>
              </a:ext>
            </a:extLst>
          </p:cNvPr>
          <p:cNvSpPr txBox="1"/>
          <p:nvPr/>
        </p:nvSpPr>
        <p:spPr>
          <a:xfrm>
            <a:off x="2265490" y="5073610"/>
            <a:ext cx="3261614" cy="353302"/>
          </a:xfrm>
          <a:prstGeom prst="rect">
            <a:avLst/>
          </a:prstGeom>
        </p:spPr>
        <p:txBody>
          <a:bodyPr vert="horz" wrap="square" lIns="0" tIns="45085" rIns="0" bIns="0" rtlCol="0">
            <a:spAutoFit/>
          </a:bodyPr>
          <a:lstStyle/>
          <a:p>
            <a:pPr marL="428625" marR="30480" indent="774065">
              <a:spcBef>
                <a:spcPts val="355"/>
              </a:spcBef>
              <a:defRPr/>
            </a:pPr>
            <a:r>
              <a:rPr sz="1000" spc="-5">
                <a:solidFill>
                  <a:prstClr val="black"/>
                </a:solidFill>
                <a:latin typeface="Calibri Light"/>
                <a:cs typeface="Calibri Light"/>
              </a:rPr>
              <a:t>Predictive analytics &amp;</a:t>
            </a:r>
            <a:r>
              <a:rPr sz="1000" spc="85">
                <a:solidFill>
                  <a:prstClr val="black"/>
                </a:solidFill>
                <a:latin typeface="Calibri Light"/>
                <a:cs typeface="Calibri Light"/>
              </a:rPr>
              <a:t> </a:t>
            </a:r>
            <a:r>
              <a:rPr sz="1000" spc="-5">
                <a:solidFill>
                  <a:prstClr val="black"/>
                </a:solidFill>
                <a:latin typeface="Calibri Light"/>
                <a:cs typeface="Calibri Light"/>
              </a:rPr>
              <a:t>maintenance</a:t>
            </a:r>
            <a:endParaRPr sz="1000">
              <a:solidFill>
                <a:prstClr val="black"/>
              </a:solidFill>
              <a:latin typeface="Calibri Light"/>
              <a:cs typeface="Calibri Light"/>
            </a:endParaRPr>
          </a:p>
          <a:p>
            <a:pPr marL="38100">
              <a:defRPr/>
            </a:pPr>
            <a:r>
              <a:rPr lang="en-US" sz="1000" spc="-5">
                <a:solidFill>
                  <a:srgbClr val="303030"/>
                </a:solidFill>
                <a:latin typeface="Calibri Light"/>
                <a:cs typeface="Calibri Light"/>
              </a:rPr>
              <a:t>            </a:t>
            </a:r>
            <a:r>
              <a:rPr sz="1000" spc="-5">
                <a:solidFill>
                  <a:srgbClr val="303030"/>
                </a:solidFill>
                <a:latin typeface="Calibri Light"/>
                <a:cs typeface="Calibri Light"/>
              </a:rPr>
              <a:t>Risk based inspection</a:t>
            </a:r>
            <a:endParaRPr sz="1000">
              <a:solidFill>
                <a:prstClr val="black"/>
              </a:solidFill>
              <a:latin typeface="Calibri Light"/>
              <a:cs typeface="Calibri Light"/>
            </a:endParaRPr>
          </a:p>
        </p:txBody>
      </p:sp>
      <p:sp>
        <p:nvSpPr>
          <p:cNvPr id="27" name="object 40">
            <a:extLst>
              <a:ext uri="{FF2B5EF4-FFF2-40B4-BE49-F238E27FC236}">
                <a16:creationId xmlns:a16="http://schemas.microsoft.com/office/drawing/2014/main" id="{5AF6D510-D308-941D-E6CC-556C85B4D355}"/>
              </a:ext>
            </a:extLst>
          </p:cNvPr>
          <p:cNvSpPr txBox="1"/>
          <p:nvPr/>
        </p:nvSpPr>
        <p:spPr>
          <a:xfrm>
            <a:off x="1789629" y="5554429"/>
            <a:ext cx="1432560" cy="166071"/>
          </a:xfrm>
          <a:prstGeom prst="rect">
            <a:avLst/>
          </a:prstGeom>
        </p:spPr>
        <p:txBody>
          <a:bodyPr vert="horz" wrap="square" lIns="0" tIns="12065" rIns="0" bIns="0" rtlCol="0">
            <a:spAutoFit/>
          </a:bodyPr>
          <a:lstStyle/>
          <a:p>
            <a:pPr marL="12700">
              <a:spcBef>
                <a:spcPts val="95"/>
              </a:spcBef>
              <a:defRPr/>
            </a:pPr>
            <a:r>
              <a:rPr sz="1000" spc="-5">
                <a:solidFill>
                  <a:srgbClr val="3B7A1F"/>
                </a:solidFill>
                <a:latin typeface="Calibri Light"/>
                <a:cs typeface="Calibri Light"/>
              </a:rPr>
              <a:t>Analytics data store for</a:t>
            </a:r>
            <a:r>
              <a:rPr sz="1000" spc="25">
                <a:solidFill>
                  <a:srgbClr val="3B7A1F"/>
                </a:solidFill>
                <a:latin typeface="Calibri Light"/>
                <a:cs typeface="Calibri Light"/>
              </a:rPr>
              <a:t> </a:t>
            </a:r>
            <a:r>
              <a:rPr sz="1000" spc="-5">
                <a:solidFill>
                  <a:srgbClr val="3B7A1F"/>
                </a:solidFill>
                <a:latin typeface="Calibri Light"/>
                <a:cs typeface="Calibri Light"/>
              </a:rPr>
              <a:t>MIS</a:t>
            </a:r>
            <a:endParaRPr sz="1000">
              <a:solidFill>
                <a:srgbClr val="3B7A1F"/>
              </a:solidFill>
              <a:latin typeface="Calibri Light"/>
              <a:cs typeface="Calibri Light"/>
            </a:endParaRPr>
          </a:p>
        </p:txBody>
      </p:sp>
      <p:sp>
        <p:nvSpPr>
          <p:cNvPr id="28" name="object 41">
            <a:extLst>
              <a:ext uri="{FF2B5EF4-FFF2-40B4-BE49-F238E27FC236}">
                <a16:creationId xmlns:a16="http://schemas.microsoft.com/office/drawing/2014/main" id="{77F5D842-4DF9-D002-FAF5-DBAA9502D046}"/>
              </a:ext>
            </a:extLst>
          </p:cNvPr>
          <p:cNvSpPr txBox="1"/>
          <p:nvPr/>
        </p:nvSpPr>
        <p:spPr>
          <a:xfrm>
            <a:off x="4540945" y="4327997"/>
            <a:ext cx="1280160" cy="319959"/>
          </a:xfrm>
          <a:prstGeom prst="rect">
            <a:avLst/>
          </a:prstGeom>
        </p:spPr>
        <p:txBody>
          <a:bodyPr vert="horz" wrap="square" lIns="0" tIns="12065" rIns="0" bIns="0" rtlCol="0">
            <a:spAutoFit/>
          </a:bodyPr>
          <a:lstStyle/>
          <a:p>
            <a:pPr marL="12700">
              <a:spcBef>
                <a:spcPts val="95"/>
              </a:spcBef>
              <a:defRPr/>
            </a:pPr>
            <a:r>
              <a:rPr sz="1000" spc="-10">
                <a:solidFill>
                  <a:srgbClr val="303030"/>
                </a:solidFill>
                <a:latin typeface="Calibri Light"/>
                <a:cs typeface="Calibri Light"/>
              </a:rPr>
              <a:t>Automated </a:t>
            </a:r>
            <a:r>
              <a:rPr sz="1000" spc="-5">
                <a:solidFill>
                  <a:srgbClr val="303030"/>
                </a:solidFill>
                <a:latin typeface="Calibri Light"/>
                <a:cs typeface="Calibri Light"/>
              </a:rPr>
              <a:t>data</a:t>
            </a:r>
            <a:r>
              <a:rPr sz="1000" spc="15">
                <a:solidFill>
                  <a:srgbClr val="303030"/>
                </a:solidFill>
                <a:latin typeface="Calibri Light"/>
                <a:cs typeface="Calibri Light"/>
              </a:rPr>
              <a:t> </a:t>
            </a:r>
            <a:r>
              <a:rPr sz="1000" spc="-5">
                <a:solidFill>
                  <a:srgbClr val="303030"/>
                </a:solidFill>
                <a:latin typeface="Calibri Light"/>
                <a:cs typeface="Calibri Light"/>
              </a:rPr>
              <a:t>capture</a:t>
            </a:r>
            <a:r>
              <a:rPr lang="en-US" sz="1000" spc="-5">
                <a:solidFill>
                  <a:srgbClr val="303030"/>
                </a:solidFill>
                <a:latin typeface="Calibri Light"/>
                <a:cs typeface="Calibri Light"/>
              </a:rPr>
              <a:t>/ ETL Tool</a:t>
            </a:r>
            <a:endParaRPr sz="1000">
              <a:solidFill>
                <a:prstClr val="black"/>
              </a:solidFill>
              <a:latin typeface="Calibri Light"/>
              <a:cs typeface="Calibri Light"/>
            </a:endParaRPr>
          </a:p>
        </p:txBody>
      </p:sp>
      <p:sp>
        <p:nvSpPr>
          <p:cNvPr id="29" name="object 44">
            <a:extLst>
              <a:ext uri="{FF2B5EF4-FFF2-40B4-BE49-F238E27FC236}">
                <a16:creationId xmlns:a16="http://schemas.microsoft.com/office/drawing/2014/main" id="{08FCC618-0051-A96A-C634-6B6A6500BF63}"/>
              </a:ext>
            </a:extLst>
          </p:cNvPr>
          <p:cNvSpPr txBox="1"/>
          <p:nvPr/>
        </p:nvSpPr>
        <p:spPr>
          <a:xfrm>
            <a:off x="4484928" y="5777257"/>
            <a:ext cx="1157605" cy="166071"/>
          </a:xfrm>
          <a:prstGeom prst="rect">
            <a:avLst/>
          </a:prstGeom>
        </p:spPr>
        <p:txBody>
          <a:bodyPr vert="horz" wrap="square" lIns="0" tIns="12065" rIns="0" bIns="0" rtlCol="0">
            <a:spAutoFit/>
          </a:bodyPr>
          <a:lstStyle/>
          <a:p>
            <a:pPr marL="12700">
              <a:spcBef>
                <a:spcPts val="95"/>
              </a:spcBef>
              <a:defRPr/>
            </a:pPr>
            <a:r>
              <a:rPr sz="1000" spc="-5">
                <a:solidFill>
                  <a:srgbClr val="3B7A1F"/>
                </a:solidFill>
                <a:latin typeface="Calibri Light"/>
                <a:cs typeface="Calibri Light"/>
              </a:rPr>
              <a:t>Workflow</a:t>
            </a:r>
            <a:r>
              <a:rPr sz="1000" spc="-10">
                <a:solidFill>
                  <a:srgbClr val="3B7A1F"/>
                </a:solidFill>
                <a:latin typeface="Calibri Light"/>
                <a:cs typeface="Calibri Light"/>
              </a:rPr>
              <a:t> Automation</a:t>
            </a:r>
            <a:endParaRPr sz="1000">
              <a:solidFill>
                <a:srgbClr val="3B7A1F"/>
              </a:solidFill>
              <a:latin typeface="Calibri Light"/>
              <a:cs typeface="Calibri Light"/>
            </a:endParaRPr>
          </a:p>
        </p:txBody>
      </p:sp>
      <p:sp>
        <p:nvSpPr>
          <p:cNvPr id="30" name="object 45">
            <a:extLst>
              <a:ext uri="{FF2B5EF4-FFF2-40B4-BE49-F238E27FC236}">
                <a16:creationId xmlns:a16="http://schemas.microsoft.com/office/drawing/2014/main" id="{C732147A-EED9-A01D-5FDB-132A129F9AF3}"/>
              </a:ext>
            </a:extLst>
          </p:cNvPr>
          <p:cNvSpPr txBox="1"/>
          <p:nvPr/>
        </p:nvSpPr>
        <p:spPr>
          <a:xfrm>
            <a:off x="5247445" y="5164731"/>
            <a:ext cx="1739900" cy="153247"/>
          </a:xfrm>
          <a:prstGeom prst="rect">
            <a:avLst/>
          </a:prstGeom>
        </p:spPr>
        <p:txBody>
          <a:bodyPr vert="horz" wrap="square" lIns="0" tIns="12065" rIns="0" bIns="0" rtlCol="0">
            <a:spAutoFit/>
          </a:bodyPr>
          <a:lstStyle/>
          <a:p>
            <a:pPr marR="5080" algn="r">
              <a:lnSpc>
                <a:spcPts val="1095"/>
              </a:lnSpc>
              <a:spcBef>
                <a:spcPts val="95"/>
              </a:spcBef>
              <a:defRPr/>
            </a:pPr>
            <a:r>
              <a:rPr sz="1000" spc="-5">
                <a:solidFill>
                  <a:srgbClr val="303030"/>
                </a:solidFill>
                <a:latin typeface="Calibri Light"/>
                <a:cs typeface="Calibri Light"/>
              </a:rPr>
              <a:t>System assisted risk</a:t>
            </a:r>
            <a:r>
              <a:rPr sz="1000" spc="-20">
                <a:solidFill>
                  <a:srgbClr val="303030"/>
                </a:solidFill>
                <a:latin typeface="Calibri Light"/>
                <a:cs typeface="Calibri Light"/>
              </a:rPr>
              <a:t> </a:t>
            </a:r>
            <a:r>
              <a:rPr sz="1000" spc="-5">
                <a:solidFill>
                  <a:srgbClr val="303030"/>
                </a:solidFill>
                <a:latin typeface="Calibri Light"/>
                <a:cs typeface="Calibri Light"/>
              </a:rPr>
              <a:t>management</a:t>
            </a:r>
            <a:endParaRPr sz="1000">
              <a:solidFill>
                <a:prstClr val="black"/>
              </a:solidFill>
              <a:latin typeface="Calibri Light"/>
              <a:cs typeface="Calibri Light"/>
            </a:endParaRPr>
          </a:p>
        </p:txBody>
      </p:sp>
      <p:sp>
        <p:nvSpPr>
          <p:cNvPr id="31" name="object 46">
            <a:extLst>
              <a:ext uri="{FF2B5EF4-FFF2-40B4-BE49-F238E27FC236}">
                <a16:creationId xmlns:a16="http://schemas.microsoft.com/office/drawing/2014/main" id="{2D995B8A-5DB0-F8F2-EA50-EDACA12BF09D}"/>
              </a:ext>
            </a:extLst>
          </p:cNvPr>
          <p:cNvSpPr txBox="1"/>
          <p:nvPr/>
        </p:nvSpPr>
        <p:spPr>
          <a:xfrm>
            <a:off x="5813552" y="4878272"/>
            <a:ext cx="1014094" cy="166071"/>
          </a:xfrm>
          <a:prstGeom prst="rect">
            <a:avLst/>
          </a:prstGeom>
        </p:spPr>
        <p:txBody>
          <a:bodyPr vert="horz" wrap="square" lIns="0" tIns="12065" rIns="0" bIns="0" rtlCol="0">
            <a:spAutoFit/>
          </a:bodyPr>
          <a:lstStyle/>
          <a:p>
            <a:pPr marL="12700">
              <a:spcBef>
                <a:spcPts val="95"/>
              </a:spcBef>
              <a:defRPr/>
            </a:pPr>
            <a:r>
              <a:rPr sz="1000" spc="-10">
                <a:solidFill>
                  <a:srgbClr val="3B7A1F"/>
                </a:solidFill>
                <a:latin typeface="Calibri Light"/>
                <a:cs typeface="Calibri Light"/>
              </a:rPr>
              <a:t>Tailored</a:t>
            </a:r>
            <a:r>
              <a:rPr sz="1000" spc="10">
                <a:solidFill>
                  <a:srgbClr val="3B7A1F"/>
                </a:solidFill>
                <a:latin typeface="Calibri Light"/>
                <a:cs typeface="Calibri Light"/>
              </a:rPr>
              <a:t> </a:t>
            </a:r>
            <a:r>
              <a:rPr sz="1000" spc="-5">
                <a:solidFill>
                  <a:srgbClr val="3B7A1F"/>
                </a:solidFill>
                <a:latin typeface="Calibri Light"/>
                <a:cs typeface="Calibri Light"/>
              </a:rPr>
              <a:t>dashboard</a:t>
            </a:r>
            <a:endParaRPr sz="1000">
              <a:solidFill>
                <a:srgbClr val="3B7A1F"/>
              </a:solidFill>
              <a:latin typeface="Calibri Light"/>
              <a:cs typeface="Calibri Light"/>
            </a:endParaRPr>
          </a:p>
        </p:txBody>
      </p:sp>
      <p:sp>
        <p:nvSpPr>
          <p:cNvPr id="32" name="object 48">
            <a:extLst>
              <a:ext uri="{FF2B5EF4-FFF2-40B4-BE49-F238E27FC236}">
                <a16:creationId xmlns:a16="http://schemas.microsoft.com/office/drawing/2014/main" id="{668D7514-1E45-AD1C-C09D-D38AE35DB136}"/>
              </a:ext>
            </a:extLst>
          </p:cNvPr>
          <p:cNvSpPr txBox="1"/>
          <p:nvPr/>
        </p:nvSpPr>
        <p:spPr>
          <a:xfrm>
            <a:off x="6271310" y="5884306"/>
            <a:ext cx="2015543" cy="159787"/>
          </a:xfrm>
          <a:prstGeom prst="rect">
            <a:avLst/>
          </a:prstGeom>
        </p:spPr>
        <p:txBody>
          <a:bodyPr vert="horz" wrap="square" lIns="0" tIns="6985" rIns="0" bIns="0" rtlCol="0">
            <a:spAutoFit/>
          </a:bodyPr>
          <a:lstStyle/>
          <a:p>
            <a:pPr marL="12700" marR="5080" indent="167640">
              <a:lnSpc>
                <a:spcPct val="103200"/>
              </a:lnSpc>
              <a:spcBef>
                <a:spcPts val="55"/>
              </a:spcBef>
              <a:defRPr/>
            </a:pPr>
            <a:r>
              <a:rPr lang="en-US" sz="1000" spc="-5">
                <a:solidFill>
                  <a:srgbClr val="26890D"/>
                </a:solidFill>
                <a:latin typeface="Calibri Light"/>
                <a:cs typeface="Calibri Light"/>
              </a:rPr>
              <a:t> </a:t>
            </a:r>
            <a:r>
              <a:rPr lang="en-US" sz="1000" spc="-10">
                <a:latin typeface="Calibri Light"/>
                <a:cs typeface="Calibri Light"/>
              </a:rPr>
              <a:t>Mobile </a:t>
            </a:r>
            <a:r>
              <a:rPr lang="en-US" sz="1000" spc="-5">
                <a:latin typeface="Calibri Light"/>
                <a:cs typeface="Calibri Light"/>
              </a:rPr>
              <a:t>app for</a:t>
            </a:r>
            <a:r>
              <a:rPr lang="en-US" sz="1000" spc="85">
                <a:latin typeface="Calibri Light"/>
                <a:cs typeface="Calibri Light"/>
              </a:rPr>
              <a:t> </a:t>
            </a:r>
            <a:r>
              <a:rPr lang="en-US" sz="1000" spc="-10">
                <a:latin typeface="Calibri Light"/>
                <a:cs typeface="Calibri Light"/>
              </a:rPr>
              <a:t>customers/crew</a:t>
            </a:r>
            <a:endParaRPr lang="en-US" sz="1000">
              <a:latin typeface="Calibri Light"/>
              <a:cs typeface="Calibri Light"/>
            </a:endParaRPr>
          </a:p>
        </p:txBody>
      </p:sp>
      <p:sp>
        <p:nvSpPr>
          <p:cNvPr id="33" name="object 49">
            <a:extLst>
              <a:ext uri="{FF2B5EF4-FFF2-40B4-BE49-F238E27FC236}">
                <a16:creationId xmlns:a16="http://schemas.microsoft.com/office/drawing/2014/main" id="{CEBD8EC7-8F0A-171A-CE66-7DA75C8524A0}"/>
              </a:ext>
            </a:extLst>
          </p:cNvPr>
          <p:cNvSpPr txBox="1"/>
          <p:nvPr/>
        </p:nvSpPr>
        <p:spPr>
          <a:xfrm>
            <a:off x="5006213" y="5466915"/>
            <a:ext cx="1557020" cy="177800"/>
          </a:xfrm>
          <a:prstGeom prst="rect">
            <a:avLst/>
          </a:prstGeom>
        </p:spPr>
        <p:txBody>
          <a:bodyPr vert="horz" wrap="square" lIns="0" tIns="12065" rIns="0" bIns="0" rtlCol="0">
            <a:spAutoFit/>
          </a:bodyPr>
          <a:lstStyle/>
          <a:p>
            <a:pPr marL="12700">
              <a:spcBef>
                <a:spcPts val="95"/>
              </a:spcBef>
              <a:defRPr/>
            </a:pPr>
            <a:r>
              <a:rPr sz="1000" spc="-5">
                <a:solidFill>
                  <a:srgbClr val="303030"/>
                </a:solidFill>
                <a:latin typeface="Calibri Light"/>
                <a:cs typeface="Calibri Light"/>
              </a:rPr>
              <a:t>Web portal experience</a:t>
            </a:r>
            <a:r>
              <a:rPr sz="1000" spc="60">
                <a:solidFill>
                  <a:srgbClr val="303030"/>
                </a:solidFill>
                <a:latin typeface="Calibri Light"/>
                <a:cs typeface="Calibri Light"/>
              </a:rPr>
              <a:t> </a:t>
            </a:r>
            <a:r>
              <a:rPr sz="1000" spc="-5">
                <a:solidFill>
                  <a:srgbClr val="303030"/>
                </a:solidFill>
                <a:latin typeface="Calibri Light"/>
                <a:cs typeface="Calibri Light"/>
              </a:rPr>
              <a:t>design</a:t>
            </a:r>
            <a:endParaRPr sz="1000">
              <a:solidFill>
                <a:prstClr val="black"/>
              </a:solidFill>
              <a:latin typeface="Calibri Light"/>
              <a:cs typeface="Calibri Light"/>
            </a:endParaRPr>
          </a:p>
        </p:txBody>
      </p:sp>
      <p:sp>
        <p:nvSpPr>
          <p:cNvPr id="34" name="object 51">
            <a:extLst>
              <a:ext uri="{FF2B5EF4-FFF2-40B4-BE49-F238E27FC236}">
                <a16:creationId xmlns:a16="http://schemas.microsoft.com/office/drawing/2014/main" id="{060A1061-A4F0-C8D2-9690-16ECE7B7C3D6}"/>
              </a:ext>
            </a:extLst>
          </p:cNvPr>
          <p:cNvSpPr txBox="1"/>
          <p:nvPr/>
        </p:nvSpPr>
        <p:spPr>
          <a:xfrm>
            <a:off x="6863618" y="5645293"/>
            <a:ext cx="1691258" cy="164148"/>
          </a:xfrm>
          <a:prstGeom prst="rect">
            <a:avLst/>
          </a:prstGeom>
        </p:spPr>
        <p:txBody>
          <a:bodyPr vert="horz" wrap="square" lIns="0" tIns="22860" rIns="0" bIns="0" rtlCol="0">
            <a:spAutoFit/>
          </a:bodyPr>
          <a:lstStyle/>
          <a:p>
            <a:pPr marL="13970" marR="5080" indent="-1905">
              <a:lnSpc>
                <a:spcPts val="1140"/>
              </a:lnSpc>
              <a:spcBef>
                <a:spcPts val="180"/>
              </a:spcBef>
              <a:defRPr/>
            </a:pPr>
            <a:r>
              <a:rPr sz="1000" spc="-5">
                <a:solidFill>
                  <a:srgbClr val="3B7A1F"/>
                </a:solidFill>
                <a:latin typeface="Calibri Light"/>
                <a:cs typeface="Calibri Light"/>
              </a:rPr>
              <a:t>Partner portal  </a:t>
            </a:r>
            <a:r>
              <a:rPr sz="1000" spc="-10">
                <a:solidFill>
                  <a:srgbClr val="3B7A1F"/>
                </a:solidFill>
                <a:latin typeface="Calibri Light"/>
                <a:cs typeface="Calibri Light"/>
              </a:rPr>
              <a:t>IVR </a:t>
            </a:r>
            <a:r>
              <a:rPr sz="1000" spc="-5">
                <a:solidFill>
                  <a:srgbClr val="3B7A1F"/>
                </a:solidFill>
                <a:latin typeface="Calibri Light"/>
                <a:cs typeface="Calibri Light"/>
              </a:rPr>
              <a:t>+</a:t>
            </a:r>
            <a:r>
              <a:rPr sz="1000" spc="-40">
                <a:solidFill>
                  <a:srgbClr val="3B7A1F"/>
                </a:solidFill>
                <a:latin typeface="Calibri Light"/>
                <a:cs typeface="Calibri Light"/>
              </a:rPr>
              <a:t> </a:t>
            </a:r>
            <a:r>
              <a:rPr sz="1000" spc="-10">
                <a:solidFill>
                  <a:srgbClr val="3B7A1F"/>
                </a:solidFill>
                <a:latin typeface="Calibri Light"/>
                <a:cs typeface="Calibri Light"/>
              </a:rPr>
              <a:t>Voice Bot</a:t>
            </a:r>
            <a:endParaRPr sz="1000">
              <a:solidFill>
                <a:srgbClr val="3B7A1F"/>
              </a:solidFill>
              <a:latin typeface="Calibri Light"/>
              <a:cs typeface="Calibri Light"/>
            </a:endParaRPr>
          </a:p>
        </p:txBody>
      </p:sp>
      <p:sp>
        <p:nvSpPr>
          <p:cNvPr id="35" name="object 52">
            <a:extLst>
              <a:ext uri="{FF2B5EF4-FFF2-40B4-BE49-F238E27FC236}">
                <a16:creationId xmlns:a16="http://schemas.microsoft.com/office/drawing/2014/main" id="{7A630E2B-ACCC-1410-CC48-871E26617AAE}"/>
              </a:ext>
            </a:extLst>
          </p:cNvPr>
          <p:cNvSpPr txBox="1"/>
          <p:nvPr/>
        </p:nvSpPr>
        <p:spPr>
          <a:xfrm>
            <a:off x="8576411" y="5672116"/>
            <a:ext cx="775970" cy="166071"/>
          </a:xfrm>
          <a:prstGeom prst="rect">
            <a:avLst/>
          </a:prstGeom>
        </p:spPr>
        <p:txBody>
          <a:bodyPr vert="horz" wrap="square" lIns="0" tIns="12065" rIns="0" bIns="0" rtlCol="0">
            <a:spAutoFit/>
          </a:bodyPr>
          <a:lstStyle/>
          <a:p>
            <a:pPr marL="12700">
              <a:spcBef>
                <a:spcPts val="95"/>
              </a:spcBef>
              <a:defRPr/>
            </a:pPr>
            <a:r>
              <a:rPr lang="en-US" sz="1000" spc="-5">
                <a:solidFill>
                  <a:srgbClr val="3B7A1F"/>
                </a:solidFill>
                <a:latin typeface="Calibri Light"/>
                <a:cs typeface="Calibri Light"/>
              </a:rPr>
              <a:t>ADMS</a:t>
            </a:r>
            <a:r>
              <a:rPr lang="en-US" sz="1000" spc="-30">
                <a:solidFill>
                  <a:srgbClr val="3B7A1F"/>
                </a:solidFill>
                <a:latin typeface="Calibri Light"/>
                <a:cs typeface="Calibri Light"/>
              </a:rPr>
              <a:t> </a:t>
            </a:r>
            <a:r>
              <a:rPr lang="en-US" sz="1000" spc="-10">
                <a:solidFill>
                  <a:srgbClr val="3B7A1F"/>
                </a:solidFill>
                <a:latin typeface="Calibri Light"/>
                <a:cs typeface="Calibri Light"/>
              </a:rPr>
              <a:t>solution</a:t>
            </a:r>
            <a:endParaRPr lang="en-US" sz="1000">
              <a:solidFill>
                <a:srgbClr val="3B7A1F"/>
              </a:solidFill>
              <a:latin typeface="Calibri Light"/>
              <a:cs typeface="Calibri Light"/>
            </a:endParaRPr>
          </a:p>
        </p:txBody>
      </p:sp>
      <p:sp>
        <p:nvSpPr>
          <p:cNvPr id="36" name="object 53">
            <a:extLst>
              <a:ext uri="{FF2B5EF4-FFF2-40B4-BE49-F238E27FC236}">
                <a16:creationId xmlns:a16="http://schemas.microsoft.com/office/drawing/2014/main" id="{A8C9CD4B-B9B2-525E-5D3C-58914E7D2ECA}"/>
              </a:ext>
            </a:extLst>
          </p:cNvPr>
          <p:cNvSpPr txBox="1"/>
          <p:nvPr/>
        </p:nvSpPr>
        <p:spPr>
          <a:xfrm>
            <a:off x="7285226" y="5145206"/>
            <a:ext cx="1102413" cy="332783"/>
          </a:xfrm>
          <a:prstGeom prst="rect">
            <a:avLst/>
          </a:prstGeom>
        </p:spPr>
        <p:txBody>
          <a:bodyPr vert="horz" wrap="square" lIns="0" tIns="12065" rIns="0" bIns="0" rtlCol="0">
            <a:spAutoFit/>
          </a:bodyPr>
          <a:lstStyle/>
          <a:p>
            <a:pPr marL="12700">
              <a:spcBef>
                <a:spcPts val="95"/>
              </a:spcBef>
              <a:defRPr/>
            </a:pPr>
            <a:r>
              <a:rPr lang="en-US" sz="1000" spc="-10">
                <a:solidFill>
                  <a:srgbClr val="3B7A1F"/>
                </a:solidFill>
                <a:latin typeface="Calibri Light"/>
                <a:cs typeface="Calibri Light"/>
              </a:rPr>
              <a:t>AMI Implementation</a:t>
            </a:r>
          </a:p>
          <a:p>
            <a:pPr marL="12700">
              <a:spcBef>
                <a:spcPts val="95"/>
              </a:spcBef>
              <a:defRPr/>
            </a:pPr>
            <a:r>
              <a:rPr lang="en-US" sz="1000" spc="-10">
                <a:solidFill>
                  <a:srgbClr val="303030"/>
                </a:solidFill>
                <a:latin typeface="Calibri Light"/>
                <a:cs typeface="Calibri Light"/>
              </a:rPr>
              <a:t>MDMS solution</a:t>
            </a:r>
          </a:p>
        </p:txBody>
      </p:sp>
      <p:sp>
        <p:nvSpPr>
          <p:cNvPr id="37" name="object 55">
            <a:extLst>
              <a:ext uri="{FF2B5EF4-FFF2-40B4-BE49-F238E27FC236}">
                <a16:creationId xmlns:a16="http://schemas.microsoft.com/office/drawing/2014/main" id="{5BF75A4F-977E-2D4B-1C9C-3974F1E4AA53}"/>
              </a:ext>
            </a:extLst>
          </p:cNvPr>
          <p:cNvSpPr txBox="1"/>
          <p:nvPr/>
        </p:nvSpPr>
        <p:spPr>
          <a:xfrm>
            <a:off x="9753556" y="5792932"/>
            <a:ext cx="1929764" cy="166071"/>
          </a:xfrm>
          <a:prstGeom prst="rect">
            <a:avLst/>
          </a:prstGeom>
        </p:spPr>
        <p:txBody>
          <a:bodyPr vert="horz" wrap="square" lIns="0" tIns="12065" rIns="0" bIns="0" rtlCol="0">
            <a:spAutoFit/>
          </a:bodyPr>
          <a:lstStyle/>
          <a:p>
            <a:pPr marL="12700">
              <a:spcBef>
                <a:spcPts val="95"/>
              </a:spcBef>
              <a:tabLst>
                <a:tab pos="1016635" algn="l"/>
              </a:tabLst>
              <a:defRPr/>
            </a:pPr>
            <a:r>
              <a:rPr sz="1000" spc="-5">
                <a:solidFill>
                  <a:srgbClr val="3B7A1F"/>
                </a:solidFill>
                <a:latin typeface="Calibri Light"/>
                <a:cs typeface="Calibri Light"/>
              </a:rPr>
              <a:t>Supply</a:t>
            </a:r>
            <a:r>
              <a:rPr sz="1000" spc="25">
                <a:solidFill>
                  <a:srgbClr val="3B7A1F"/>
                </a:solidFill>
                <a:latin typeface="Calibri Light"/>
                <a:cs typeface="Calibri Light"/>
              </a:rPr>
              <a:t> </a:t>
            </a:r>
            <a:r>
              <a:rPr sz="1000" spc="-5">
                <a:solidFill>
                  <a:srgbClr val="3B7A1F"/>
                </a:solidFill>
                <a:latin typeface="Calibri Light"/>
                <a:cs typeface="Calibri Light"/>
              </a:rPr>
              <a:t>planning	</a:t>
            </a:r>
            <a:endParaRPr sz="1500" baseline="2777">
              <a:solidFill>
                <a:srgbClr val="3B7A1F"/>
              </a:solidFill>
              <a:latin typeface="Calibri Light"/>
              <a:cs typeface="Calibri Light"/>
            </a:endParaRPr>
          </a:p>
        </p:txBody>
      </p:sp>
      <p:sp>
        <p:nvSpPr>
          <p:cNvPr id="38" name="object 56">
            <a:extLst>
              <a:ext uri="{FF2B5EF4-FFF2-40B4-BE49-F238E27FC236}">
                <a16:creationId xmlns:a16="http://schemas.microsoft.com/office/drawing/2014/main" id="{48A910BB-A0B8-95CD-6EBF-8B9F92F68BB2}"/>
              </a:ext>
            </a:extLst>
          </p:cNvPr>
          <p:cNvSpPr txBox="1"/>
          <p:nvPr/>
        </p:nvSpPr>
        <p:spPr>
          <a:xfrm>
            <a:off x="9805097" y="5564385"/>
            <a:ext cx="1947545" cy="166071"/>
          </a:xfrm>
          <a:prstGeom prst="rect">
            <a:avLst/>
          </a:prstGeom>
        </p:spPr>
        <p:txBody>
          <a:bodyPr vert="horz" wrap="square" lIns="0" tIns="12065" rIns="0" bIns="0" rtlCol="0">
            <a:spAutoFit/>
          </a:bodyPr>
          <a:lstStyle/>
          <a:p>
            <a:pPr marL="12700">
              <a:spcBef>
                <a:spcPts val="95"/>
              </a:spcBef>
              <a:defRPr/>
            </a:pPr>
            <a:r>
              <a:rPr sz="1000" spc="-5">
                <a:solidFill>
                  <a:srgbClr val="303030"/>
                </a:solidFill>
                <a:latin typeface="Calibri Light"/>
                <a:cs typeface="Calibri Light"/>
              </a:rPr>
              <a:t>PV and </a:t>
            </a:r>
            <a:r>
              <a:rPr lang="en-US" sz="1000" spc="-5">
                <a:solidFill>
                  <a:srgbClr val="303030"/>
                </a:solidFill>
                <a:latin typeface="Calibri Light"/>
                <a:cs typeface="Calibri Light"/>
              </a:rPr>
              <a:t>Engg</a:t>
            </a:r>
            <a:r>
              <a:rPr sz="1000" spc="-5">
                <a:solidFill>
                  <a:srgbClr val="303030"/>
                </a:solidFill>
                <a:latin typeface="Calibri Light"/>
                <a:cs typeface="Calibri Light"/>
              </a:rPr>
              <a:t>. design yield</a:t>
            </a:r>
            <a:r>
              <a:rPr sz="1000" spc="100">
                <a:solidFill>
                  <a:srgbClr val="303030"/>
                </a:solidFill>
                <a:latin typeface="Calibri Light"/>
                <a:cs typeface="Calibri Light"/>
              </a:rPr>
              <a:t> </a:t>
            </a:r>
            <a:r>
              <a:rPr sz="1000" spc="-10">
                <a:solidFill>
                  <a:srgbClr val="303030"/>
                </a:solidFill>
                <a:latin typeface="Calibri Light"/>
                <a:cs typeface="Calibri Light"/>
              </a:rPr>
              <a:t>automation</a:t>
            </a:r>
            <a:endParaRPr sz="1000">
              <a:solidFill>
                <a:prstClr val="black"/>
              </a:solidFill>
              <a:latin typeface="Calibri Light"/>
              <a:cs typeface="Calibri Light"/>
            </a:endParaRPr>
          </a:p>
        </p:txBody>
      </p:sp>
      <p:sp>
        <p:nvSpPr>
          <p:cNvPr id="39" name="object 58">
            <a:extLst>
              <a:ext uri="{FF2B5EF4-FFF2-40B4-BE49-F238E27FC236}">
                <a16:creationId xmlns:a16="http://schemas.microsoft.com/office/drawing/2014/main" id="{B4DD4CB3-1703-40AB-B7F5-2FB78E1EEDD1}"/>
              </a:ext>
            </a:extLst>
          </p:cNvPr>
          <p:cNvSpPr txBox="1"/>
          <p:nvPr/>
        </p:nvSpPr>
        <p:spPr>
          <a:xfrm>
            <a:off x="7051433" y="2167206"/>
            <a:ext cx="952500" cy="177800"/>
          </a:xfrm>
          <a:prstGeom prst="rect">
            <a:avLst/>
          </a:prstGeom>
        </p:spPr>
        <p:txBody>
          <a:bodyPr vert="horz" wrap="square" lIns="0" tIns="12065" rIns="0" bIns="0" rtlCol="0">
            <a:spAutoFit/>
          </a:bodyPr>
          <a:lstStyle/>
          <a:p>
            <a:pPr marL="12700">
              <a:spcBef>
                <a:spcPts val="95"/>
              </a:spcBef>
              <a:defRPr/>
            </a:pPr>
            <a:r>
              <a:rPr sz="1000" spc="-5">
                <a:solidFill>
                  <a:srgbClr val="303030"/>
                </a:solidFill>
                <a:latin typeface="Calibri Light"/>
                <a:cs typeface="Calibri Light"/>
              </a:rPr>
              <a:t>Intelligence</a:t>
            </a:r>
            <a:r>
              <a:rPr sz="1000" spc="5">
                <a:solidFill>
                  <a:srgbClr val="303030"/>
                </a:solidFill>
                <a:latin typeface="Calibri Light"/>
                <a:cs typeface="Calibri Light"/>
              </a:rPr>
              <a:t> </a:t>
            </a:r>
            <a:r>
              <a:rPr sz="1000" spc="-5">
                <a:solidFill>
                  <a:srgbClr val="303030"/>
                </a:solidFill>
                <a:latin typeface="Calibri Light"/>
                <a:cs typeface="Calibri Light"/>
              </a:rPr>
              <a:t>Portal</a:t>
            </a:r>
            <a:endParaRPr sz="1000">
              <a:solidFill>
                <a:prstClr val="black"/>
              </a:solidFill>
              <a:latin typeface="Calibri Light"/>
              <a:cs typeface="Calibri Light"/>
            </a:endParaRPr>
          </a:p>
        </p:txBody>
      </p:sp>
      <p:sp>
        <p:nvSpPr>
          <p:cNvPr id="40" name="object 59">
            <a:extLst>
              <a:ext uri="{FF2B5EF4-FFF2-40B4-BE49-F238E27FC236}">
                <a16:creationId xmlns:a16="http://schemas.microsoft.com/office/drawing/2014/main" id="{E09D4448-21B3-3C96-891B-3916AF223082}"/>
              </a:ext>
            </a:extLst>
          </p:cNvPr>
          <p:cNvSpPr txBox="1"/>
          <p:nvPr/>
        </p:nvSpPr>
        <p:spPr>
          <a:xfrm>
            <a:off x="4087451" y="2838016"/>
            <a:ext cx="2453005" cy="330200"/>
          </a:xfrm>
          <a:prstGeom prst="rect">
            <a:avLst/>
          </a:prstGeom>
        </p:spPr>
        <p:txBody>
          <a:bodyPr vert="horz" wrap="square" lIns="0" tIns="12065" rIns="0" bIns="0" rtlCol="0">
            <a:spAutoFit/>
          </a:bodyPr>
          <a:lstStyle/>
          <a:p>
            <a:pPr marL="12700" marR="5080">
              <a:spcBef>
                <a:spcPts val="95"/>
              </a:spcBef>
              <a:defRPr/>
            </a:pPr>
            <a:r>
              <a:rPr sz="1000" spc="-5">
                <a:solidFill>
                  <a:srgbClr val="3B7A1F"/>
                </a:solidFill>
                <a:latin typeface="Calibri Light"/>
                <a:cs typeface="Calibri Light"/>
              </a:rPr>
              <a:t>Data </a:t>
            </a:r>
            <a:r>
              <a:rPr lang="en-US" sz="1000" spc="-5">
                <a:solidFill>
                  <a:srgbClr val="3B7A1F"/>
                </a:solidFill>
                <a:latin typeface="Calibri Light"/>
                <a:cs typeface="Calibri Light"/>
              </a:rPr>
              <a:t>Management</a:t>
            </a:r>
            <a:r>
              <a:rPr sz="1000" spc="-5">
                <a:solidFill>
                  <a:srgbClr val="3B7A1F"/>
                </a:solidFill>
                <a:latin typeface="Calibri Light"/>
                <a:cs typeface="Calibri Light"/>
              </a:rPr>
              <a:t> </a:t>
            </a:r>
            <a:r>
              <a:rPr lang="en-US" sz="1000" spc="-5">
                <a:solidFill>
                  <a:srgbClr val="3B7A1F"/>
                </a:solidFill>
                <a:latin typeface="Calibri Light"/>
                <a:cs typeface="Calibri Light"/>
              </a:rPr>
              <a:t>S</a:t>
            </a:r>
            <a:r>
              <a:rPr sz="1000" spc="-5">
                <a:solidFill>
                  <a:srgbClr val="3B7A1F"/>
                </a:solidFill>
                <a:latin typeface="Calibri Light"/>
                <a:cs typeface="Calibri Light"/>
              </a:rPr>
              <a:t>trategy (Data ingestion, </a:t>
            </a:r>
            <a:r>
              <a:rPr sz="1000" spc="-10">
                <a:solidFill>
                  <a:srgbClr val="3B7A1F"/>
                </a:solidFill>
                <a:latin typeface="Calibri Light"/>
                <a:cs typeface="Calibri Light"/>
              </a:rPr>
              <a:t>storage </a:t>
            </a:r>
            <a:r>
              <a:rPr sz="1000" spc="-5">
                <a:solidFill>
                  <a:srgbClr val="3B7A1F"/>
                </a:solidFill>
                <a:latin typeface="Calibri Light"/>
                <a:cs typeface="Calibri Light"/>
              </a:rPr>
              <a:t>and</a:t>
            </a:r>
            <a:r>
              <a:rPr sz="1000" spc="120">
                <a:solidFill>
                  <a:srgbClr val="3B7A1F"/>
                </a:solidFill>
                <a:latin typeface="Calibri Light"/>
                <a:cs typeface="Calibri Light"/>
              </a:rPr>
              <a:t> </a:t>
            </a:r>
            <a:r>
              <a:rPr sz="1000" spc="-10">
                <a:solidFill>
                  <a:srgbClr val="3B7A1F"/>
                </a:solidFill>
                <a:latin typeface="Calibri Light"/>
                <a:cs typeface="Calibri Light"/>
              </a:rPr>
              <a:t>consumption)</a:t>
            </a:r>
            <a:endParaRPr sz="1000">
              <a:solidFill>
                <a:srgbClr val="3B7A1F"/>
              </a:solidFill>
              <a:latin typeface="Calibri Light"/>
              <a:cs typeface="Calibri Light"/>
            </a:endParaRPr>
          </a:p>
        </p:txBody>
      </p:sp>
      <p:sp>
        <p:nvSpPr>
          <p:cNvPr id="41" name="object 65">
            <a:extLst>
              <a:ext uri="{FF2B5EF4-FFF2-40B4-BE49-F238E27FC236}">
                <a16:creationId xmlns:a16="http://schemas.microsoft.com/office/drawing/2014/main" id="{70F8ED19-2E3D-21D3-8D2C-8FE43491F10F}"/>
              </a:ext>
            </a:extLst>
          </p:cNvPr>
          <p:cNvSpPr txBox="1"/>
          <p:nvPr/>
        </p:nvSpPr>
        <p:spPr>
          <a:xfrm>
            <a:off x="5786743" y="3818514"/>
            <a:ext cx="1280795" cy="330200"/>
          </a:xfrm>
          <a:prstGeom prst="rect">
            <a:avLst/>
          </a:prstGeom>
        </p:spPr>
        <p:txBody>
          <a:bodyPr vert="horz" wrap="square" lIns="0" tIns="12065" rIns="0" bIns="0" rtlCol="0">
            <a:spAutoFit/>
          </a:bodyPr>
          <a:lstStyle/>
          <a:p>
            <a:pPr marL="12700" marR="5080">
              <a:spcBef>
                <a:spcPts val="95"/>
              </a:spcBef>
              <a:defRPr/>
            </a:pPr>
            <a:r>
              <a:rPr lang="en-US" sz="1000" spc="-5">
                <a:solidFill>
                  <a:srgbClr val="3B7A1F"/>
                </a:solidFill>
                <a:latin typeface="Calibri Light"/>
                <a:cs typeface="Calibri Light"/>
              </a:rPr>
              <a:t>ERP</a:t>
            </a:r>
            <a:r>
              <a:rPr sz="1000" spc="-5">
                <a:solidFill>
                  <a:srgbClr val="3B7A1F"/>
                </a:solidFill>
                <a:latin typeface="Calibri Light"/>
                <a:cs typeface="Calibri Light"/>
              </a:rPr>
              <a:t> material and service  </a:t>
            </a:r>
            <a:r>
              <a:rPr sz="1000" spc="-10">
                <a:solidFill>
                  <a:srgbClr val="3B7A1F"/>
                </a:solidFill>
                <a:latin typeface="Calibri Light"/>
                <a:cs typeface="Calibri Light"/>
              </a:rPr>
              <a:t>code</a:t>
            </a:r>
            <a:r>
              <a:rPr sz="1000" spc="15">
                <a:solidFill>
                  <a:srgbClr val="3B7A1F"/>
                </a:solidFill>
                <a:latin typeface="Calibri Light"/>
                <a:cs typeface="Calibri Light"/>
              </a:rPr>
              <a:t> </a:t>
            </a:r>
            <a:r>
              <a:rPr sz="1000" spc="-5">
                <a:solidFill>
                  <a:srgbClr val="3B7A1F"/>
                </a:solidFill>
                <a:latin typeface="Calibri Light"/>
                <a:cs typeface="Calibri Light"/>
              </a:rPr>
              <a:t>sanitation</a:t>
            </a:r>
            <a:endParaRPr sz="1000">
              <a:solidFill>
                <a:srgbClr val="3B7A1F"/>
              </a:solidFill>
              <a:latin typeface="Calibri Light"/>
              <a:cs typeface="Calibri Light"/>
            </a:endParaRPr>
          </a:p>
        </p:txBody>
      </p:sp>
      <p:sp>
        <p:nvSpPr>
          <p:cNvPr id="43" name="object 66">
            <a:extLst>
              <a:ext uri="{FF2B5EF4-FFF2-40B4-BE49-F238E27FC236}">
                <a16:creationId xmlns:a16="http://schemas.microsoft.com/office/drawing/2014/main" id="{E59749EC-74B7-E44C-B494-72C072AB2EE4}"/>
              </a:ext>
            </a:extLst>
          </p:cNvPr>
          <p:cNvSpPr txBox="1"/>
          <p:nvPr/>
        </p:nvSpPr>
        <p:spPr>
          <a:xfrm>
            <a:off x="7259929" y="4045789"/>
            <a:ext cx="1110615" cy="177800"/>
          </a:xfrm>
          <a:prstGeom prst="rect">
            <a:avLst/>
          </a:prstGeom>
        </p:spPr>
        <p:txBody>
          <a:bodyPr vert="horz" wrap="square" lIns="0" tIns="12065" rIns="0" bIns="0" rtlCol="0">
            <a:spAutoFit/>
          </a:bodyPr>
          <a:lstStyle/>
          <a:p>
            <a:pPr marL="12700">
              <a:spcBef>
                <a:spcPts val="95"/>
              </a:spcBef>
              <a:defRPr/>
            </a:pPr>
            <a:r>
              <a:rPr sz="1000" spc="-5">
                <a:solidFill>
                  <a:srgbClr val="303030"/>
                </a:solidFill>
                <a:latin typeface="Calibri Light"/>
                <a:cs typeface="Calibri Light"/>
              </a:rPr>
              <a:t>Collaborative</a:t>
            </a:r>
            <a:r>
              <a:rPr sz="1000" spc="5">
                <a:solidFill>
                  <a:srgbClr val="303030"/>
                </a:solidFill>
                <a:latin typeface="Calibri Light"/>
                <a:cs typeface="Calibri Light"/>
              </a:rPr>
              <a:t> </a:t>
            </a:r>
            <a:r>
              <a:rPr sz="1000" spc="-5">
                <a:solidFill>
                  <a:srgbClr val="303030"/>
                </a:solidFill>
                <a:latin typeface="Calibri Light"/>
                <a:cs typeface="Calibri Light"/>
              </a:rPr>
              <a:t>bidding</a:t>
            </a:r>
            <a:endParaRPr sz="1000">
              <a:solidFill>
                <a:prstClr val="black"/>
              </a:solidFill>
              <a:latin typeface="Calibri Light"/>
              <a:cs typeface="Calibri Light"/>
            </a:endParaRPr>
          </a:p>
        </p:txBody>
      </p:sp>
      <p:sp>
        <p:nvSpPr>
          <p:cNvPr id="44" name="object 70">
            <a:extLst>
              <a:ext uri="{FF2B5EF4-FFF2-40B4-BE49-F238E27FC236}">
                <a16:creationId xmlns:a16="http://schemas.microsoft.com/office/drawing/2014/main" id="{59FA5B5D-BC61-B4AB-E235-EBC69008B035}"/>
              </a:ext>
            </a:extLst>
          </p:cNvPr>
          <p:cNvSpPr txBox="1"/>
          <p:nvPr/>
        </p:nvSpPr>
        <p:spPr>
          <a:xfrm>
            <a:off x="8136127" y="4302287"/>
            <a:ext cx="1564640" cy="1127873"/>
          </a:xfrm>
          <a:prstGeom prst="rect">
            <a:avLst/>
          </a:prstGeom>
        </p:spPr>
        <p:txBody>
          <a:bodyPr vert="horz" wrap="square" lIns="0" tIns="12065" rIns="0" bIns="0" rtlCol="0">
            <a:spAutoFit/>
          </a:bodyPr>
          <a:lstStyle/>
          <a:p>
            <a:pPr marL="374015" marR="5080">
              <a:spcBef>
                <a:spcPts val="95"/>
              </a:spcBef>
              <a:defRPr/>
            </a:pPr>
            <a:r>
              <a:rPr sz="1000" spc="-5">
                <a:solidFill>
                  <a:srgbClr val="303030"/>
                </a:solidFill>
                <a:latin typeface="Calibri Light"/>
                <a:cs typeface="Calibri Light"/>
              </a:rPr>
              <a:t>Integration of available  systems</a:t>
            </a:r>
            <a:endParaRPr sz="1000">
              <a:solidFill>
                <a:prstClr val="black"/>
              </a:solidFill>
              <a:latin typeface="Calibri Light"/>
              <a:cs typeface="Calibri Light"/>
            </a:endParaRPr>
          </a:p>
          <a:p>
            <a:pPr marL="205104">
              <a:spcBef>
                <a:spcPts val="495"/>
              </a:spcBef>
              <a:defRPr/>
            </a:pPr>
            <a:r>
              <a:rPr sz="1000" spc="-5">
                <a:solidFill>
                  <a:srgbClr val="303030"/>
                </a:solidFill>
                <a:latin typeface="Calibri Light"/>
                <a:cs typeface="Calibri Light"/>
              </a:rPr>
              <a:t>Network planning</a:t>
            </a:r>
            <a:r>
              <a:rPr sz="1000" spc="60">
                <a:solidFill>
                  <a:srgbClr val="303030"/>
                </a:solidFill>
                <a:latin typeface="Calibri Light"/>
                <a:cs typeface="Calibri Light"/>
              </a:rPr>
              <a:t> </a:t>
            </a:r>
            <a:r>
              <a:rPr sz="1000" spc="-10">
                <a:solidFill>
                  <a:srgbClr val="303030"/>
                </a:solidFill>
                <a:latin typeface="Calibri Light"/>
                <a:cs typeface="Calibri Light"/>
              </a:rPr>
              <a:t>tool</a:t>
            </a:r>
            <a:endParaRPr lang="en-US" sz="1000" spc="-10">
              <a:solidFill>
                <a:srgbClr val="303030"/>
              </a:solidFill>
              <a:latin typeface="Calibri Light"/>
              <a:cs typeface="Calibri Light"/>
            </a:endParaRPr>
          </a:p>
          <a:p>
            <a:pPr marL="205104">
              <a:spcBef>
                <a:spcPts val="495"/>
              </a:spcBef>
              <a:defRPr/>
            </a:pPr>
            <a:r>
              <a:rPr lang="en-US" sz="1000" spc="-5">
                <a:solidFill>
                  <a:srgbClr val="3B7A1F"/>
                </a:solidFill>
                <a:latin typeface="Calibri Light"/>
                <a:cs typeface="Calibri Light"/>
              </a:rPr>
              <a:t>Intelligent spares and  </a:t>
            </a:r>
            <a:r>
              <a:rPr lang="en-US" sz="1000" spc="-10">
                <a:solidFill>
                  <a:srgbClr val="3B7A1F"/>
                </a:solidFill>
                <a:latin typeface="Calibri Light"/>
                <a:cs typeface="Calibri Light"/>
              </a:rPr>
              <a:t>inventory</a:t>
            </a:r>
            <a:r>
              <a:rPr lang="en-US" sz="1000" spc="-5">
                <a:solidFill>
                  <a:srgbClr val="3B7A1F"/>
                </a:solidFill>
                <a:latin typeface="Calibri Light"/>
                <a:cs typeface="Calibri Light"/>
              </a:rPr>
              <a:t> management</a:t>
            </a:r>
            <a:endParaRPr lang="en-US" sz="1000">
              <a:solidFill>
                <a:srgbClr val="3B7A1F"/>
              </a:solidFill>
              <a:latin typeface="Calibri Light"/>
              <a:cs typeface="Calibri Light"/>
            </a:endParaRPr>
          </a:p>
          <a:p>
            <a:pPr marL="205104">
              <a:spcBef>
                <a:spcPts val="495"/>
              </a:spcBef>
              <a:defRPr/>
            </a:pPr>
            <a:endParaRPr sz="1000">
              <a:solidFill>
                <a:prstClr val="black"/>
              </a:solidFill>
              <a:latin typeface="Calibri Light"/>
              <a:cs typeface="Calibri Light"/>
            </a:endParaRPr>
          </a:p>
        </p:txBody>
      </p:sp>
      <p:sp>
        <p:nvSpPr>
          <p:cNvPr id="45" name="object 71">
            <a:extLst>
              <a:ext uri="{FF2B5EF4-FFF2-40B4-BE49-F238E27FC236}">
                <a16:creationId xmlns:a16="http://schemas.microsoft.com/office/drawing/2014/main" id="{9B264D12-AB9B-C37B-0193-CEAFAA2DC5B4}"/>
              </a:ext>
            </a:extLst>
          </p:cNvPr>
          <p:cNvSpPr txBox="1"/>
          <p:nvPr/>
        </p:nvSpPr>
        <p:spPr>
          <a:xfrm>
            <a:off x="6520941" y="4419922"/>
            <a:ext cx="1567180" cy="166071"/>
          </a:xfrm>
          <a:prstGeom prst="rect">
            <a:avLst/>
          </a:prstGeom>
        </p:spPr>
        <p:txBody>
          <a:bodyPr vert="horz" wrap="square" lIns="0" tIns="12065" rIns="0" bIns="0" rtlCol="0">
            <a:spAutoFit/>
          </a:bodyPr>
          <a:lstStyle/>
          <a:p>
            <a:pPr marL="12700">
              <a:spcBef>
                <a:spcPts val="95"/>
              </a:spcBef>
              <a:defRPr/>
            </a:pPr>
            <a:r>
              <a:rPr sz="1000" spc="-5">
                <a:solidFill>
                  <a:srgbClr val="3B7A1F"/>
                </a:solidFill>
                <a:latin typeface="Calibri Light"/>
                <a:cs typeface="Calibri Light"/>
              </a:rPr>
              <a:t>Project collaboration</a:t>
            </a:r>
            <a:r>
              <a:rPr sz="1000" spc="40">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46" name="object 73">
            <a:extLst>
              <a:ext uri="{FF2B5EF4-FFF2-40B4-BE49-F238E27FC236}">
                <a16:creationId xmlns:a16="http://schemas.microsoft.com/office/drawing/2014/main" id="{24A088E3-FDF9-03FA-DBFA-452CF9B7F2D6}"/>
              </a:ext>
            </a:extLst>
          </p:cNvPr>
          <p:cNvSpPr txBox="1"/>
          <p:nvPr/>
        </p:nvSpPr>
        <p:spPr>
          <a:xfrm>
            <a:off x="3263904" y="5453498"/>
            <a:ext cx="1296670" cy="133242"/>
          </a:xfrm>
          <a:prstGeom prst="rect">
            <a:avLst/>
          </a:prstGeom>
        </p:spPr>
        <p:txBody>
          <a:bodyPr vert="horz" wrap="square" lIns="0" tIns="12700" rIns="0" bIns="0" rtlCol="0">
            <a:spAutoFit/>
          </a:bodyPr>
          <a:lstStyle/>
          <a:p>
            <a:pPr marL="193040">
              <a:lnSpc>
                <a:spcPts val="905"/>
              </a:lnSpc>
              <a:defRPr/>
            </a:pPr>
            <a:r>
              <a:rPr sz="1000" spc="-10">
                <a:solidFill>
                  <a:srgbClr val="3B7A1F"/>
                </a:solidFill>
                <a:latin typeface="Calibri Light"/>
                <a:cs typeface="Calibri Light"/>
              </a:rPr>
              <a:t>CRM</a:t>
            </a:r>
            <a:r>
              <a:rPr sz="1000" spc="-35">
                <a:solidFill>
                  <a:srgbClr val="3B7A1F"/>
                </a:solidFill>
                <a:latin typeface="Calibri Light"/>
                <a:cs typeface="Calibri Light"/>
              </a:rPr>
              <a:t> </a:t>
            </a:r>
            <a:r>
              <a:rPr sz="1000" spc="-5">
                <a:solidFill>
                  <a:srgbClr val="3B7A1F"/>
                </a:solidFill>
                <a:latin typeface="Calibri Light"/>
                <a:cs typeface="Calibri Light"/>
              </a:rPr>
              <a:t>Implementation</a:t>
            </a:r>
            <a:endParaRPr sz="1000">
              <a:solidFill>
                <a:srgbClr val="3B7A1F"/>
              </a:solidFill>
              <a:latin typeface="Calibri Light"/>
              <a:cs typeface="Calibri Light"/>
            </a:endParaRPr>
          </a:p>
        </p:txBody>
      </p:sp>
      <p:sp>
        <p:nvSpPr>
          <p:cNvPr id="47" name="object 74">
            <a:extLst>
              <a:ext uri="{FF2B5EF4-FFF2-40B4-BE49-F238E27FC236}">
                <a16:creationId xmlns:a16="http://schemas.microsoft.com/office/drawing/2014/main" id="{46CDC5B3-C368-F8D6-F367-7E820C2B8078}"/>
              </a:ext>
            </a:extLst>
          </p:cNvPr>
          <p:cNvSpPr txBox="1"/>
          <p:nvPr/>
        </p:nvSpPr>
        <p:spPr>
          <a:xfrm>
            <a:off x="4114293" y="1658925"/>
            <a:ext cx="1711960" cy="605935"/>
          </a:xfrm>
          <a:prstGeom prst="rect">
            <a:avLst/>
          </a:prstGeom>
        </p:spPr>
        <p:txBody>
          <a:bodyPr vert="horz" wrap="square" lIns="0" tIns="79375" rIns="0" bIns="0" rtlCol="0">
            <a:spAutoFit/>
          </a:bodyPr>
          <a:lstStyle/>
          <a:p>
            <a:pPr marL="117475">
              <a:spcBef>
                <a:spcPts val="530"/>
              </a:spcBef>
              <a:defRPr/>
            </a:pPr>
            <a:r>
              <a:rPr lang="en-US" sz="1000" spc="-5">
                <a:solidFill>
                  <a:srgbClr val="303030"/>
                </a:solidFill>
                <a:latin typeface="Calibri Light"/>
                <a:cs typeface="Calibri Light"/>
              </a:rPr>
              <a:t>Central Data Repository</a:t>
            </a:r>
          </a:p>
          <a:p>
            <a:pPr marL="169863">
              <a:spcBef>
                <a:spcPts val="530"/>
              </a:spcBef>
              <a:defRPr/>
            </a:pPr>
            <a:r>
              <a:rPr sz="1000" spc="-5">
                <a:solidFill>
                  <a:srgbClr val="303030"/>
                </a:solidFill>
                <a:latin typeface="Calibri Light"/>
                <a:cs typeface="Calibri Light"/>
              </a:rPr>
              <a:t>Advanced</a:t>
            </a:r>
            <a:r>
              <a:rPr sz="1000" spc="-25">
                <a:solidFill>
                  <a:srgbClr val="303030"/>
                </a:solidFill>
                <a:latin typeface="Calibri Light"/>
                <a:cs typeface="Calibri Light"/>
              </a:rPr>
              <a:t> </a:t>
            </a:r>
            <a:r>
              <a:rPr sz="1000" spc="-5">
                <a:solidFill>
                  <a:srgbClr val="303030"/>
                </a:solidFill>
                <a:latin typeface="Calibri Light"/>
                <a:cs typeface="Calibri Light"/>
              </a:rPr>
              <a:t>analytics</a:t>
            </a:r>
            <a:endParaRPr sz="1000">
              <a:solidFill>
                <a:prstClr val="black"/>
              </a:solidFill>
              <a:latin typeface="Calibri Light"/>
              <a:cs typeface="Calibri Light"/>
            </a:endParaRPr>
          </a:p>
          <a:p>
            <a:pPr marL="12700">
              <a:spcBef>
                <a:spcPts val="35"/>
              </a:spcBef>
              <a:defRPr/>
            </a:pPr>
            <a:r>
              <a:rPr sz="1000" spc="-5">
                <a:solidFill>
                  <a:srgbClr val="3B7A1F"/>
                </a:solidFill>
                <a:latin typeface="Calibri Light"/>
                <a:cs typeface="Calibri Light"/>
              </a:rPr>
              <a:t>Aerial image</a:t>
            </a:r>
            <a:r>
              <a:rPr sz="1000" spc="35">
                <a:solidFill>
                  <a:srgbClr val="3B7A1F"/>
                </a:solidFill>
                <a:latin typeface="Calibri Light"/>
                <a:cs typeface="Calibri Light"/>
              </a:rPr>
              <a:t> </a:t>
            </a:r>
            <a:r>
              <a:rPr sz="1000" spc="-5">
                <a:solidFill>
                  <a:srgbClr val="3B7A1F"/>
                </a:solidFill>
                <a:latin typeface="Calibri Light"/>
                <a:cs typeface="Calibri Light"/>
              </a:rPr>
              <a:t>analytics</a:t>
            </a:r>
            <a:endParaRPr sz="1000">
              <a:solidFill>
                <a:srgbClr val="3B7A1F"/>
              </a:solidFill>
              <a:latin typeface="Calibri Light"/>
              <a:cs typeface="Calibri Light"/>
            </a:endParaRPr>
          </a:p>
        </p:txBody>
      </p:sp>
      <p:sp>
        <p:nvSpPr>
          <p:cNvPr id="48" name="object 75">
            <a:extLst>
              <a:ext uri="{FF2B5EF4-FFF2-40B4-BE49-F238E27FC236}">
                <a16:creationId xmlns:a16="http://schemas.microsoft.com/office/drawing/2014/main" id="{94FA9F56-36A1-B458-2424-C9EF9C242EB0}"/>
              </a:ext>
            </a:extLst>
          </p:cNvPr>
          <p:cNvSpPr txBox="1"/>
          <p:nvPr/>
        </p:nvSpPr>
        <p:spPr>
          <a:xfrm>
            <a:off x="6194812" y="2555493"/>
            <a:ext cx="1955800" cy="177800"/>
          </a:xfrm>
          <a:prstGeom prst="rect">
            <a:avLst/>
          </a:prstGeom>
        </p:spPr>
        <p:txBody>
          <a:bodyPr vert="horz" wrap="square" lIns="0" tIns="12065" rIns="0" bIns="0" rtlCol="0">
            <a:spAutoFit/>
          </a:bodyPr>
          <a:lstStyle/>
          <a:p>
            <a:pPr marL="12700">
              <a:spcBef>
                <a:spcPts val="95"/>
              </a:spcBef>
              <a:defRPr/>
            </a:pPr>
            <a:r>
              <a:rPr sz="1000" spc="-10">
                <a:solidFill>
                  <a:srgbClr val="303030"/>
                </a:solidFill>
                <a:latin typeface="Calibri Light"/>
                <a:cs typeface="Calibri Light"/>
              </a:rPr>
              <a:t>Centralized </a:t>
            </a:r>
            <a:r>
              <a:rPr sz="1000" spc="-5">
                <a:solidFill>
                  <a:srgbClr val="303030"/>
                </a:solidFill>
                <a:latin typeface="Calibri Light"/>
                <a:cs typeface="Calibri Light"/>
              </a:rPr>
              <a:t>asset performance</a:t>
            </a:r>
            <a:r>
              <a:rPr sz="1000" spc="114">
                <a:solidFill>
                  <a:srgbClr val="303030"/>
                </a:solidFill>
                <a:latin typeface="Calibri Light"/>
                <a:cs typeface="Calibri Light"/>
              </a:rPr>
              <a:t> </a:t>
            </a:r>
            <a:r>
              <a:rPr sz="1000" spc="-5">
                <a:solidFill>
                  <a:srgbClr val="303030"/>
                </a:solidFill>
                <a:latin typeface="Calibri Light"/>
                <a:cs typeface="Calibri Light"/>
              </a:rPr>
              <a:t>mgmt.</a:t>
            </a:r>
            <a:endParaRPr sz="1000">
              <a:solidFill>
                <a:prstClr val="black"/>
              </a:solidFill>
              <a:latin typeface="Calibri Light"/>
              <a:cs typeface="Calibri Light"/>
            </a:endParaRPr>
          </a:p>
        </p:txBody>
      </p:sp>
      <p:sp>
        <p:nvSpPr>
          <p:cNvPr id="49" name="object 77">
            <a:extLst>
              <a:ext uri="{FF2B5EF4-FFF2-40B4-BE49-F238E27FC236}">
                <a16:creationId xmlns:a16="http://schemas.microsoft.com/office/drawing/2014/main" id="{C7C69DED-51B8-32DB-D040-E7FAEED8DB6B}"/>
              </a:ext>
            </a:extLst>
          </p:cNvPr>
          <p:cNvSpPr txBox="1"/>
          <p:nvPr/>
        </p:nvSpPr>
        <p:spPr>
          <a:xfrm>
            <a:off x="4181691" y="1376429"/>
            <a:ext cx="709295" cy="166071"/>
          </a:xfrm>
          <a:prstGeom prst="rect">
            <a:avLst/>
          </a:prstGeom>
        </p:spPr>
        <p:txBody>
          <a:bodyPr vert="horz" wrap="square" lIns="0" tIns="12065" rIns="0" bIns="0" rtlCol="0">
            <a:spAutoFit/>
          </a:bodyPr>
          <a:lstStyle/>
          <a:p>
            <a:pPr marL="12700">
              <a:spcBef>
                <a:spcPts val="95"/>
              </a:spcBef>
              <a:defRPr/>
            </a:pPr>
            <a:r>
              <a:rPr sz="1000" spc="-5">
                <a:solidFill>
                  <a:srgbClr val="3B7A1F"/>
                </a:solidFill>
                <a:latin typeface="Calibri Light"/>
                <a:cs typeface="Calibri Light"/>
              </a:rPr>
              <a:t>Smart</a:t>
            </a:r>
            <a:r>
              <a:rPr sz="1000" spc="-45">
                <a:solidFill>
                  <a:srgbClr val="3B7A1F"/>
                </a:solidFill>
                <a:latin typeface="Calibri Light"/>
                <a:cs typeface="Calibri Light"/>
              </a:rPr>
              <a:t> </a:t>
            </a:r>
            <a:r>
              <a:rPr sz="1000" spc="-10">
                <a:solidFill>
                  <a:srgbClr val="3B7A1F"/>
                </a:solidFill>
                <a:latin typeface="Calibri Light"/>
                <a:cs typeface="Calibri Light"/>
              </a:rPr>
              <a:t>drones</a:t>
            </a:r>
            <a:endParaRPr sz="1000">
              <a:solidFill>
                <a:srgbClr val="3B7A1F"/>
              </a:solidFill>
              <a:latin typeface="Calibri Light"/>
              <a:cs typeface="Calibri Light"/>
            </a:endParaRPr>
          </a:p>
        </p:txBody>
      </p:sp>
      <p:sp>
        <p:nvSpPr>
          <p:cNvPr id="50" name="object 78">
            <a:extLst>
              <a:ext uri="{FF2B5EF4-FFF2-40B4-BE49-F238E27FC236}">
                <a16:creationId xmlns:a16="http://schemas.microsoft.com/office/drawing/2014/main" id="{0E3B60CB-19FA-05C3-5639-FEF2217471FA}"/>
              </a:ext>
            </a:extLst>
          </p:cNvPr>
          <p:cNvSpPr txBox="1"/>
          <p:nvPr/>
        </p:nvSpPr>
        <p:spPr>
          <a:xfrm>
            <a:off x="8409080" y="3306138"/>
            <a:ext cx="650240" cy="330200"/>
          </a:xfrm>
          <a:prstGeom prst="rect">
            <a:avLst/>
          </a:prstGeom>
        </p:spPr>
        <p:txBody>
          <a:bodyPr vert="horz" wrap="square" lIns="0" tIns="12065" rIns="0" bIns="0" rtlCol="0">
            <a:spAutoFit/>
          </a:bodyPr>
          <a:lstStyle/>
          <a:p>
            <a:pPr marL="12700" marR="5080">
              <a:spcBef>
                <a:spcPts val="95"/>
              </a:spcBef>
              <a:defRPr/>
            </a:pPr>
            <a:r>
              <a:rPr sz="1000" spc="-5">
                <a:solidFill>
                  <a:srgbClr val="3B7A1F"/>
                </a:solidFill>
                <a:latin typeface="Calibri Light"/>
                <a:cs typeface="Calibri Light"/>
              </a:rPr>
              <a:t>Asset</a:t>
            </a:r>
            <a:r>
              <a:rPr sz="1000" spc="-70">
                <a:solidFill>
                  <a:srgbClr val="3B7A1F"/>
                </a:solidFill>
                <a:latin typeface="Calibri Light"/>
                <a:cs typeface="Calibri Light"/>
              </a:rPr>
              <a:t> </a:t>
            </a:r>
            <a:r>
              <a:rPr sz="1000" spc="-5">
                <a:solidFill>
                  <a:srgbClr val="3B7A1F"/>
                </a:solidFill>
                <a:latin typeface="Calibri Light"/>
                <a:cs typeface="Calibri Light"/>
              </a:rPr>
              <a:t>health  </a:t>
            </a:r>
            <a:r>
              <a:rPr sz="1000" spc="-10">
                <a:solidFill>
                  <a:srgbClr val="3B7A1F"/>
                </a:solidFill>
                <a:latin typeface="Calibri Light"/>
                <a:cs typeface="Calibri Light"/>
              </a:rPr>
              <a:t>dashboard</a:t>
            </a:r>
            <a:endParaRPr sz="1000">
              <a:solidFill>
                <a:srgbClr val="3B7A1F"/>
              </a:solidFill>
              <a:latin typeface="Calibri Light"/>
              <a:cs typeface="Calibri Light"/>
            </a:endParaRPr>
          </a:p>
        </p:txBody>
      </p:sp>
      <p:sp>
        <p:nvSpPr>
          <p:cNvPr id="51" name="object 80">
            <a:extLst>
              <a:ext uri="{FF2B5EF4-FFF2-40B4-BE49-F238E27FC236}">
                <a16:creationId xmlns:a16="http://schemas.microsoft.com/office/drawing/2014/main" id="{86BEA48E-B775-2488-1EE0-F707F0F73004}"/>
              </a:ext>
            </a:extLst>
          </p:cNvPr>
          <p:cNvSpPr txBox="1"/>
          <p:nvPr/>
        </p:nvSpPr>
        <p:spPr>
          <a:xfrm>
            <a:off x="9061323" y="3483737"/>
            <a:ext cx="1144270" cy="169021"/>
          </a:xfrm>
          <a:prstGeom prst="rect">
            <a:avLst/>
          </a:prstGeom>
        </p:spPr>
        <p:txBody>
          <a:bodyPr vert="horz" wrap="square" lIns="0" tIns="12700" rIns="0" bIns="0" rtlCol="0">
            <a:spAutoFit/>
          </a:bodyPr>
          <a:lstStyle/>
          <a:p>
            <a:pPr marL="12700" marR="5080" indent="522605">
              <a:lnSpc>
                <a:spcPct val="105800"/>
              </a:lnSpc>
              <a:spcBef>
                <a:spcPts val="100"/>
              </a:spcBef>
              <a:defRPr/>
            </a:pPr>
            <a:r>
              <a:rPr sz="1000" spc="-5">
                <a:solidFill>
                  <a:srgbClr val="303030"/>
                </a:solidFill>
                <a:latin typeface="Calibri Light"/>
                <a:cs typeface="Calibri Light"/>
              </a:rPr>
              <a:t>Digital</a:t>
            </a:r>
            <a:r>
              <a:rPr sz="1000" spc="-35">
                <a:solidFill>
                  <a:srgbClr val="303030"/>
                </a:solidFill>
                <a:latin typeface="Calibri Light"/>
                <a:cs typeface="Calibri Light"/>
              </a:rPr>
              <a:t> </a:t>
            </a:r>
            <a:r>
              <a:rPr sz="1000" spc="-10">
                <a:solidFill>
                  <a:srgbClr val="303030"/>
                </a:solidFill>
                <a:latin typeface="Calibri Light"/>
                <a:cs typeface="Calibri Light"/>
              </a:rPr>
              <a:t>Twin</a:t>
            </a:r>
            <a:endParaRPr sz="1000">
              <a:solidFill>
                <a:srgbClr val="3B7A1F"/>
              </a:solidFill>
              <a:latin typeface="Calibri Light"/>
              <a:cs typeface="Calibri Light"/>
            </a:endParaRPr>
          </a:p>
        </p:txBody>
      </p:sp>
      <p:sp>
        <p:nvSpPr>
          <p:cNvPr id="52" name="object 81">
            <a:extLst>
              <a:ext uri="{FF2B5EF4-FFF2-40B4-BE49-F238E27FC236}">
                <a16:creationId xmlns:a16="http://schemas.microsoft.com/office/drawing/2014/main" id="{71212A27-0B7E-0181-3BD9-54B6DE1BBA07}"/>
              </a:ext>
            </a:extLst>
          </p:cNvPr>
          <p:cNvSpPr txBox="1"/>
          <p:nvPr/>
        </p:nvSpPr>
        <p:spPr>
          <a:xfrm>
            <a:off x="8720708" y="2395040"/>
            <a:ext cx="1013460" cy="330200"/>
          </a:xfrm>
          <a:prstGeom prst="rect">
            <a:avLst/>
          </a:prstGeom>
        </p:spPr>
        <p:txBody>
          <a:bodyPr vert="horz" wrap="square" lIns="0" tIns="12065" rIns="0" bIns="0" rtlCol="0">
            <a:spAutoFit/>
          </a:bodyPr>
          <a:lstStyle/>
          <a:p>
            <a:pPr marL="12700" marR="5080">
              <a:spcBef>
                <a:spcPts val="95"/>
              </a:spcBef>
              <a:defRPr/>
            </a:pPr>
            <a:r>
              <a:rPr sz="1000" spc="-5">
                <a:solidFill>
                  <a:srgbClr val="303030"/>
                </a:solidFill>
                <a:latin typeface="Calibri Light"/>
                <a:cs typeface="Calibri Light"/>
              </a:rPr>
              <a:t>Open APIs to  interface with</a:t>
            </a:r>
            <a:r>
              <a:rPr sz="1000" spc="-20">
                <a:solidFill>
                  <a:srgbClr val="303030"/>
                </a:solidFill>
                <a:latin typeface="Calibri Light"/>
                <a:cs typeface="Calibri Light"/>
              </a:rPr>
              <a:t> </a:t>
            </a:r>
            <a:r>
              <a:rPr sz="1000" spc="-5">
                <a:solidFill>
                  <a:srgbClr val="303030"/>
                </a:solidFill>
                <a:latin typeface="Calibri Light"/>
                <a:cs typeface="Calibri Light"/>
              </a:rPr>
              <a:t>LDCs</a:t>
            </a:r>
            <a:endParaRPr sz="1000">
              <a:solidFill>
                <a:prstClr val="black"/>
              </a:solidFill>
              <a:latin typeface="Calibri Light"/>
              <a:cs typeface="Calibri Light"/>
            </a:endParaRPr>
          </a:p>
        </p:txBody>
      </p:sp>
      <p:sp>
        <p:nvSpPr>
          <p:cNvPr id="53" name="object 82">
            <a:extLst>
              <a:ext uri="{FF2B5EF4-FFF2-40B4-BE49-F238E27FC236}">
                <a16:creationId xmlns:a16="http://schemas.microsoft.com/office/drawing/2014/main" id="{CC3BF9ED-EA8F-6FF7-CB7C-175C1575C3FE}"/>
              </a:ext>
            </a:extLst>
          </p:cNvPr>
          <p:cNvSpPr txBox="1"/>
          <p:nvPr/>
        </p:nvSpPr>
        <p:spPr>
          <a:xfrm>
            <a:off x="7285323" y="2955472"/>
            <a:ext cx="1724468" cy="184025"/>
          </a:xfrm>
          <a:prstGeom prst="rect">
            <a:avLst/>
          </a:prstGeom>
        </p:spPr>
        <p:txBody>
          <a:bodyPr vert="horz" wrap="square" lIns="0" tIns="12700" rIns="0" bIns="0" rtlCol="0">
            <a:spAutoFit/>
          </a:bodyPr>
          <a:lstStyle/>
          <a:p>
            <a:pPr marL="38100" marR="30480" indent="419100">
              <a:lnSpc>
                <a:spcPct val="119400"/>
              </a:lnSpc>
              <a:spcBef>
                <a:spcPts val="100"/>
              </a:spcBef>
              <a:defRPr/>
            </a:pPr>
            <a:r>
              <a:rPr lang="en-US" sz="1500" spc="-15" baseline="22222">
                <a:solidFill>
                  <a:srgbClr val="303030"/>
                </a:solidFill>
                <a:latin typeface="Calibri Light"/>
                <a:cs typeface="Calibri Light"/>
              </a:rPr>
              <a:t>RL</a:t>
            </a:r>
            <a:r>
              <a:rPr sz="1500" spc="-15" baseline="22222">
                <a:solidFill>
                  <a:srgbClr val="303030"/>
                </a:solidFill>
                <a:latin typeface="Calibri Light"/>
                <a:cs typeface="Calibri Light"/>
              </a:rPr>
              <a:t>A assessment</a:t>
            </a:r>
            <a:r>
              <a:rPr lang="en-US" sz="1000" spc="-5">
                <a:solidFill>
                  <a:srgbClr val="303030"/>
                </a:solidFill>
                <a:latin typeface="Calibri Light"/>
                <a:cs typeface="Calibri Light"/>
              </a:rPr>
              <a:t>      </a:t>
            </a:r>
            <a:endParaRPr sz="1000">
              <a:solidFill>
                <a:prstClr val="black"/>
              </a:solidFill>
              <a:latin typeface="Calibri Light"/>
              <a:cs typeface="Calibri Light"/>
            </a:endParaRPr>
          </a:p>
        </p:txBody>
      </p:sp>
      <p:sp>
        <p:nvSpPr>
          <p:cNvPr id="54" name="object 83">
            <a:extLst>
              <a:ext uri="{FF2B5EF4-FFF2-40B4-BE49-F238E27FC236}">
                <a16:creationId xmlns:a16="http://schemas.microsoft.com/office/drawing/2014/main" id="{B9CFBF87-4179-D872-F6D8-355722C8646E}"/>
              </a:ext>
            </a:extLst>
          </p:cNvPr>
          <p:cNvSpPr txBox="1"/>
          <p:nvPr/>
        </p:nvSpPr>
        <p:spPr>
          <a:xfrm>
            <a:off x="9031697" y="3824146"/>
            <a:ext cx="1303020" cy="166071"/>
          </a:xfrm>
          <a:prstGeom prst="rect">
            <a:avLst/>
          </a:prstGeom>
        </p:spPr>
        <p:txBody>
          <a:bodyPr vert="horz" wrap="square" lIns="0" tIns="12065" rIns="0" bIns="0" rtlCol="0">
            <a:spAutoFit/>
          </a:bodyPr>
          <a:lstStyle/>
          <a:p>
            <a:pPr marL="12700">
              <a:spcBef>
                <a:spcPts val="95"/>
              </a:spcBef>
              <a:defRPr/>
            </a:pPr>
            <a:r>
              <a:rPr sz="1000" spc="-10">
                <a:solidFill>
                  <a:srgbClr val="3B7A1F"/>
                </a:solidFill>
                <a:latin typeface="Calibri Light"/>
                <a:cs typeface="Calibri Light"/>
              </a:rPr>
              <a:t>AMI/AMR </a:t>
            </a:r>
            <a:r>
              <a:rPr sz="1000" spc="-5">
                <a:solidFill>
                  <a:srgbClr val="3B7A1F"/>
                </a:solidFill>
                <a:latin typeface="Calibri Light"/>
                <a:cs typeface="Calibri Light"/>
              </a:rPr>
              <a:t>for LT</a:t>
            </a:r>
            <a:r>
              <a:rPr sz="1000" spc="25">
                <a:solidFill>
                  <a:srgbClr val="3B7A1F"/>
                </a:solidFill>
                <a:latin typeface="Calibri Light"/>
                <a:cs typeface="Calibri Light"/>
              </a:rPr>
              <a:t> </a:t>
            </a:r>
            <a:r>
              <a:rPr sz="1000" spc="-5">
                <a:solidFill>
                  <a:srgbClr val="3B7A1F"/>
                </a:solidFill>
                <a:latin typeface="Calibri Light"/>
                <a:cs typeface="Calibri Light"/>
              </a:rPr>
              <a:t>network</a:t>
            </a:r>
            <a:endParaRPr sz="1000">
              <a:solidFill>
                <a:srgbClr val="3B7A1F"/>
              </a:solidFill>
              <a:latin typeface="Calibri Light"/>
              <a:cs typeface="Calibri Light"/>
            </a:endParaRPr>
          </a:p>
        </p:txBody>
      </p:sp>
      <p:sp>
        <p:nvSpPr>
          <p:cNvPr id="55" name="object 86">
            <a:extLst>
              <a:ext uri="{FF2B5EF4-FFF2-40B4-BE49-F238E27FC236}">
                <a16:creationId xmlns:a16="http://schemas.microsoft.com/office/drawing/2014/main" id="{4BB5BE44-3DDA-EADD-A9E7-F53BC9520472}"/>
              </a:ext>
            </a:extLst>
          </p:cNvPr>
          <p:cNvSpPr txBox="1"/>
          <p:nvPr/>
        </p:nvSpPr>
        <p:spPr>
          <a:xfrm>
            <a:off x="9036557" y="2894532"/>
            <a:ext cx="664210" cy="330200"/>
          </a:xfrm>
          <a:prstGeom prst="rect">
            <a:avLst/>
          </a:prstGeom>
        </p:spPr>
        <p:txBody>
          <a:bodyPr vert="horz" wrap="square" lIns="0" tIns="12065" rIns="0" bIns="0" rtlCol="0">
            <a:spAutoFit/>
          </a:bodyPr>
          <a:lstStyle/>
          <a:p>
            <a:pPr marL="12700" marR="5080">
              <a:spcBef>
                <a:spcPts val="95"/>
              </a:spcBef>
              <a:defRPr/>
            </a:pPr>
            <a:r>
              <a:rPr sz="1000" spc="-10">
                <a:solidFill>
                  <a:srgbClr val="303030"/>
                </a:solidFill>
                <a:latin typeface="Calibri Light"/>
                <a:cs typeface="Calibri Light"/>
              </a:rPr>
              <a:t>co</a:t>
            </a:r>
            <a:r>
              <a:rPr sz="1000" spc="-15">
                <a:solidFill>
                  <a:srgbClr val="303030"/>
                </a:solidFill>
                <a:latin typeface="Calibri Light"/>
                <a:cs typeface="Calibri Light"/>
              </a:rPr>
              <a:t>n</a:t>
            </a:r>
            <a:r>
              <a:rPr sz="1000" spc="-5">
                <a:solidFill>
                  <a:srgbClr val="303030"/>
                </a:solidFill>
                <a:latin typeface="Calibri Light"/>
                <a:cs typeface="Calibri Light"/>
              </a:rPr>
              <a:t>s</a:t>
            </a:r>
            <a:r>
              <a:rPr sz="1000" spc="-10">
                <a:solidFill>
                  <a:srgbClr val="303030"/>
                </a:solidFill>
                <a:latin typeface="Calibri Light"/>
                <a:cs typeface="Calibri Light"/>
              </a:rPr>
              <a:t>t</a:t>
            </a:r>
            <a:r>
              <a:rPr sz="1000" spc="-5">
                <a:solidFill>
                  <a:srgbClr val="303030"/>
                </a:solidFill>
                <a:latin typeface="Calibri Light"/>
                <a:cs typeface="Calibri Light"/>
              </a:rPr>
              <a:t>ru</a:t>
            </a:r>
            <a:r>
              <a:rPr sz="1000" spc="-10">
                <a:solidFill>
                  <a:srgbClr val="303030"/>
                </a:solidFill>
                <a:latin typeface="Calibri Light"/>
                <a:cs typeface="Calibri Light"/>
              </a:rPr>
              <a:t>cti</a:t>
            </a:r>
            <a:r>
              <a:rPr sz="1000">
                <a:solidFill>
                  <a:srgbClr val="303030"/>
                </a:solidFill>
                <a:latin typeface="Calibri Light"/>
                <a:cs typeface="Calibri Light"/>
              </a:rPr>
              <a:t>o</a:t>
            </a:r>
            <a:r>
              <a:rPr sz="1000" spc="-5">
                <a:solidFill>
                  <a:srgbClr val="303030"/>
                </a:solidFill>
                <a:latin typeface="Calibri Light"/>
                <a:cs typeface="Calibri Light"/>
              </a:rPr>
              <a:t>n  </a:t>
            </a:r>
            <a:r>
              <a:rPr sz="1000" spc="-10">
                <a:solidFill>
                  <a:srgbClr val="303030"/>
                </a:solidFill>
                <a:latin typeface="Calibri Light"/>
                <a:cs typeface="Calibri Light"/>
              </a:rPr>
              <a:t>monitoring</a:t>
            </a:r>
            <a:endParaRPr sz="1000">
              <a:solidFill>
                <a:prstClr val="black"/>
              </a:solidFill>
              <a:latin typeface="Calibri Light"/>
              <a:cs typeface="Calibri Light"/>
            </a:endParaRPr>
          </a:p>
        </p:txBody>
      </p:sp>
      <p:sp>
        <p:nvSpPr>
          <p:cNvPr id="56" name="object 87">
            <a:extLst>
              <a:ext uri="{FF2B5EF4-FFF2-40B4-BE49-F238E27FC236}">
                <a16:creationId xmlns:a16="http://schemas.microsoft.com/office/drawing/2014/main" id="{8AA9E3CF-4770-8137-ECCD-61B4D7DCCFEC}"/>
              </a:ext>
            </a:extLst>
          </p:cNvPr>
          <p:cNvSpPr txBox="1"/>
          <p:nvPr/>
        </p:nvSpPr>
        <p:spPr>
          <a:xfrm>
            <a:off x="10491501" y="4044133"/>
            <a:ext cx="1169035" cy="319959"/>
          </a:xfrm>
          <a:prstGeom prst="rect">
            <a:avLst/>
          </a:prstGeom>
        </p:spPr>
        <p:txBody>
          <a:bodyPr vert="horz" wrap="square" lIns="0" tIns="12065" rIns="0" bIns="0" rtlCol="0">
            <a:spAutoFit/>
          </a:bodyPr>
          <a:lstStyle/>
          <a:p>
            <a:pPr marL="48895" marR="5080">
              <a:spcBef>
                <a:spcPts val="95"/>
              </a:spcBef>
              <a:defRPr/>
            </a:pPr>
            <a:r>
              <a:rPr sz="1000" spc="-5">
                <a:solidFill>
                  <a:srgbClr val="3B7A1F"/>
                </a:solidFill>
                <a:latin typeface="Calibri Light"/>
                <a:cs typeface="Calibri Light"/>
              </a:rPr>
              <a:t>Warehouse and </a:t>
            </a:r>
            <a:r>
              <a:rPr sz="1000" spc="-10">
                <a:solidFill>
                  <a:srgbClr val="3B7A1F"/>
                </a:solidFill>
                <a:latin typeface="Calibri Light"/>
                <a:cs typeface="Calibri Light"/>
              </a:rPr>
              <a:t>stock  optimization</a:t>
            </a:r>
            <a:endParaRPr sz="1000">
              <a:solidFill>
                <a:srgbClr val="3B7A1F"/>
              </a:solidFill>
              <a:latin typeface="Calibri Light"/>
              <a:cs typeface="Calibri Light"/>
            </a:endParaRPr>
          </a:p>
        </p:txBody>
      </p:sp>
      <p:sp>
        <p:nvSpPr>
          <p:cNvPr id="57" name="object 89">
            <a:extLst>
              <a:ext uri="{FF2B5EF4-FFF2-40B4-BE49-F238E27FC236}">
                <a16:creationId xmlns:a16="http://schemas.microsoft.com/office/drawing/2014/main" id="{DFDAD701-8B84-C85D-0ED8-D2617A93F544}"/>
              </a:ext>
            </a:extLst>
          </p:cNvPr>
          <p:cNvSpPr txBox="1"/>
          <p:nvPr/>
        </p:nvSpPr>
        <p:spPr>
          <a:xfrm>
            <a:off x="10095426" y="4565001"/>
            <a:ext cx="1504315" cy="680827"/>
          </a:xfrm>
          <a:prstGeom prst="rect">
            <a:avLst/>
          </a:prstGeom>
        </p:spPr>
        <p:txBody>
          <a:bodyPr vert="horz" wrap="square" lIns="0" tIns="12065" rIns="0" bIns="0" rtlCol="0">
            <a:spAutoFit/>
          </a:bodyPr>
          <a:lstStyle/>
          <a:p>
            <a:pPr marL="27940" marR="5080" indent="-15875" algn="ctr">
              <a:lnSpc>
                <a:spcPts val="1789"/>
              </a:lnSpc>
              <a:spcBef>
                <a:spcPts val="5"/>
              </a:spcBef>
              <a:defRPr/>
            </a:pPr>
            <a:r>
              <a:rPr lang="en-US" sz="1000" spc="-10">
                <a:solidFill>
                  <a:srgbClr val="3B7A1F"/>
                </a:solidFill>
                <a:latin typeface="Calibri Light"/>
                <a:cs typeface="Calibri Light"/>
              </a:rPr>
              <a:t>RLA </a:t>
            </a:r>
            <a:r>
              <a:rPr lang="en-US" sz="1000" spc="-5">
                <a:solidFill>
                  <a:srgbClr val="3B7A1F"/>
                </a:solidFill>
                <a:latin typeface="Calibri Light"/>
                <a:cs typeface="Calibri Light"/>
              </a:rPr>
              <a:t>and FMEA</a:t>
            </a:r>
            <a:r>
              <a:rPr lang="en-US" sz="1000">
                <a:solidFill>
                  <a:srgbClr val="3B7A1F"/>
                </a:solidFill>
                <a:latin typeface="Calibri Light"/>
                <a:cs typeface="Calibri Light"/>
              </a:rPr>
              <a:t> </a:t>
            </a:r>
            <a:r>
              <a:rPr lang="en-US" sz="1000" spc="-5">
                <a:solidFill>
                  <a:srgbClr val="3B7A1F"/>
                </a:solidFill>
                <a:latin typeface="Calibri Light"/>
                <a:cs typeface="Calibri Light"/>
              </a:rPr>
              <a:t>analysis</a:t>
            </a:r>
            <a:endParaRPr lang="en-US" sz="1000">
              <a:solidFill>
                <a:srgbClr val="3B7A1F"/>
              </a:solidFill>
              <a:latin typeface="Calibri Light"/>
              <a:cs typeface="Calibri Light"/>
            </a:endParaRPr>
          </a:p>
          <a:p>
            <a:pPr marL="27940" marR="5080" indent="-15875" algn="ctr">
              <a:lnSpc>
                <a:spcPts val="1789"/>
              </a:lnSpc>
              <a:spcBef>
                <a:spcPts val="5"/>
              </a:spcBef>
              <a:defRPr/>
            </a:pPr>
            <a:r>
              <a:rPr sz="1000" spc="-5">
                <a:solidFill>
                  <a:srgbClr val="303030"/>
                </a:solidFill>
                <a:latin typeface="Calibri Light"/>
                <a:cs typeface="Calibri Light"/>
              </a:rPr>
              <a:t>Sales and operation planning  </a:t>
            </a:r>
            <a:r>
              <a:rPr sz="1000" spc="-10">
                <a:solidFill>
                  <a:srgbClr val="3B7A1F"/>
                </a:solidFill>
                <a:latin typeface="Calibri Light"/>
                <a:cs typeface="Calibri Light"/>
              </a:rPr>
              <a:t>Real </a:t>
            </a:r>
            <a:r>
              <a:rPr sz="1000" spc="-5">
                <a:solidFill>
                  <a:srgbClr val="3B7A1F"/>
                </a:solidFill>
                <a:latin typeface="Calibri Light"/>
                <a:cs typeface="Calibri Light"/>
              </a:rPr>
              <a:t>time production</a:t>
            </a:r>
            <a:r>
              <a:rPr sz="1000" spc="65">
                <a:solidFill>
                  <a:srgbClr val="3B7A1F"/>
                </a:solidFill>
                <a:latin typeface="Calibri Light"/>
                <a:cs typeface="Calibri Light"/>
              </a:rPr>
              <a:t> </a:t>
            </a:r>
            <a:r>
              <a:rPr sz="1000" spc="-5">
                <a:solidFill>
                  <a:srgbClr val="3B7A1F"/>
                </a:solidFill>
                <a:latin typeface="Calibri Light"/>
                <a:cs typeface="Calibri Light"/>
              </a:rPr>
              <a:t>view</a:t>
            </a:r>
            <a:endParaRPr sz="1000">
              <a:solidFill>
                <a:srgbClr val="3B7A1F"/>
              </a:solidFill>
              <a:latin typeface="Calibri Light"/>
              <a:cs typeface="Calibri Light"/>
            </a:endParaRPr>
          </a:p>
        </p:txBody>
      </p:sp>
      <p:sp>
        <p:nvSpPr>
          <p:cNvPr id="58" name="object 93">
            <a:extLst>
              <a:ext uri="{FF2B5EF4-FFF2-40B4-BE49-F238E27FC236}">
                <a16:creationId xmlns:a16="http://schemas.microsoft.com/office/drawing/2014/main" id="{76630786-A370-4CE6-F620-130113FA51AE}"/>
              </a:ext>
            </a:extLst>
          </p:cNvPr>
          <p:cNvSpPr/>
          <p:nvPr/>
        </p:nvSpPr>
        <p:spPr>
          <a:xfrm>
            <a:off x="11748516" y="5566357"/>
            <a:ext cx="7620" cy="735330"/>
          </a:xfrm>
          <a:custGeom>
            <a:avLst/>
            <a:gdLst/>
            <a:ahLst/>
            <a:cxnLst/>
            <a:rect l="l" t="t" r="r" b="b"/>
            <a:pathLst>
              <a:path w="7620" h="735329">
                <a:moveTo>
                  <a:pt x="0" y="0"/>
                </a:moveTo>
                <a:lnTo>
                  <a:pt x="7365" y="735329"/>
                </a:lnTo>
              </a:path>
            </a:pathLst>
          </a:custGeom>
          <a:ln w="12191">
            <a:solidFill>
              <a:srgbClr val="32919E"/>
            </a:solidFill>
            <a:prstDash val="sysDash"/>
          </a:ln>
        </p:spPr>
        <p:txBody>
          <a:bodyPr wrap="square" lIns="0" tIns="0" rIns="0" bIns="0" rtlCol="0"/>
          <a:lstStyle/>
          <a:p>
            <a:endParaRPr lang="en-US" kern="0">
              <a:solidFill>
                <a:prstClr val="black"/>
              </a:solidFill>
            </a:endParaRPr>
          </a:p>
        </p:txBody>
      </p:sp>
      <p:sp>
        <p:nvSpPr>
          <p:cNvPr id="59" name="object 94">
            <a:extLst>
              <a:ext uri="{FF2B5EF4-FFF2-40B4-BE49-F238E27FC236}">
                <a16:creationId xmlns:a16="http://schemas.microsoft.com/office/drawing/2014/main" id="{C8801734-6A31-2659-C279-7894ACB537FB}"/>
              </a:ext>
            </a:extLst>
          </p:cNvPr>
          <p:cNvSpPr/>
          <p:nvPr/>
        </p:nvSpPr>
        <p:spPr>
          <a:xfrm>
            <a:off x="736091" y="6130402"/>
            <a:ext cx="2162073" cy="336404"/>
          </a:xfrm>
          <a:custGeom>
            <a:avLst/>
            <a:gdLst/>
            <a:ahLst/>
            <a:cxnLst/>
            <a:rect l="l" t="t" r="r" b="b"/>
            <a:pathLst>
              <a:path w="2867025" h="269875">
                <a:moveTo>
                  <a:pt x="0" y="269747"/>
                </a:moveTo>
                <a:lnTo>
                  <a:pt x="2866644" y="269747"/>
                </a:lnTo>
                <a:lnTo>
                  <a:pt x="2866644" y="0"/>
                </a:lnTo>
                <a:lnTo>
                  <a:pt x="0" y="0"/>
                </a:lnTo>
                <a:lnTo>
                  <a:pt x="0" y="269747"/>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96">
            <a:extLst>
              <a:ext uri="{FF2B5EF4-FFF2-40B4-BE49-F238E27FC236}">
                <a16:creationId xmlns:a16="http://schemas.microsoft.com/office/drawing/2014/main" id="{830B0DAE-8236-CF5B-CFC5-FB6387331494}"/>
              </a:ext>
            </a:extLst>
          </p:cNvPr>
          <p:cNvSpPr/>
          <p:nvPr/>
        </p:nvSpPr>
        <p:spPr>
          <a:xfrm>
            <a:off x="675131" y="1212289"/>
            <a:ext cx="10191750" cy="2459990"/>
          </a:xfrm>
          <a:custGeom>
            <a:avLst/>
            <a:gdLst/>
            <a:ahLst/>
            <a:cxnLst/>
            <a:rect l="l" t="t" r="r" b="b"/>
            <a:pathLst>
              <a:path w="10191750" h="2459990">
                <a:moveTo>
                  <a:pt x="0" y="2459482"/>
                </a:moveTo>
                <a:lnTo>
                  <a:pt x="10191369" y="0"/>
                </a:lnTo>
              </a:path>
            </a:pathLst>
          </a:custGeom>
          <a:ln w="6096">
            <a:solidFill>
              <a:srgbClr val="000000"/>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97">
            <a:extLst>
              <a:ext uri="{FF2B5EF4-FFF2-40B4-BE49-F238E27FC236}">
                <a16:creationId xmlns:a16="http://schemas.microsoft.com/office/drawing/2014/main" id="{BF111D0F-E151-4BC0-16F0-3F8D1730D377}"/>
              </a:ext>
            </a:extLst>
          </p:cNvPr>
          <p:cNvSpPr txBox="1"/>
          <p:nvPr/>
        </p:nvSpPr>
        <p:spPr>
          <a:xfrm>
            <a:off x="3001772" y="1496770"/>
            <a:ext cx="1136218" cy="166712"/>
          </a:xfrm>
          <a:prstGeom prst="rect">
            <a:avLst/>
          </a:prstGeom>
        </p:spPr>
        <p:txBody>
          <a:bodyPr vert="horz" wrap="square" lIns="0" tIns="12700" rIns="0" bIns="0" rtlCol="0">
            <a:spAutoFit/>
          </a:bodyPr>
          <a:lstStyle/>
          <a:p>
            <a:pPr marL="12700">
              <a:spcBef>
                <a:spcPts val="100"/>
              </a:spcBef>
              <a:defRPr/>
            </a:pPr>
            <a:r>
              <a:rPr sz="1000" spc="-5">
                <a:solidFill>
                  <a:prstClr val="black"/>
                </a:solidFill>
                <a:latin typeface="Calibri Light"/>
                <a:cs typeface="Calibri Light"/>
              </a:rPr>
              <a:t>Cloud</a:t>
            </a:r>
            <a:r>
              <a:rPr sz="1000" spc="-70">
                <a:solidFill>
                  <a:prstClr val="black"/>
                </a:solidFill>
                <a:latin typeface="Calibri Light"/>
                <a:cs typeface="Calibri Light"/>
              </a:rPr>
              <a:t> </a:t>
            </a:r>
            <a:r>
              <a:rPr sz="1000" spc="-5">
                <a:solidFill>
                  <a:prstClr val="black"/>
                </a:solidFill>
                <a:latin typeface="Calibri Light"/>
                <a:cs typeface="Calibri Light"/>
              </a:rPr>
              <a:t>infrastructure</a:t>
            </a:r>
            <a:endParaRPr sz="1000">
              <a:solidFill>
                <a:prstClr val="black"/>
              </a:solidFill>
              <a:latin typeface="Calibri Light"/>
              <a:cs typeface="Calibri Light"/>
            </a:endParaRPr>
          </a:p>
        </p:txBody>
      </p:sp>
      <p:sp>
        <p:nvSpPr>
          <p:cNvPr id="62" name="object 98">
            <a:extLst>
              <a:ext uri="{FF2B5EF4-FFF2-40B4-BE49-F238E27FC236}">
                <a16:creationId xmlns:a16="http://schemas.microsoft.com/office/drawing/2014/main" id="{2F40B321-9612-F3D1-0BFF-DE519B4E7041}"/>
              </a:ext>
            </a:extLst>
          </p:cNvPr>
          <p:cNvSpPr txBox="1"/>
          <p:nvPr/>
        </p:nvSpPr>
        <p:spPr>
          <a:xfrm>
            <a:off x="4527375" y="3526666"/>
            <a:ext cx="1473580" cy="166712"/>
          </a:xfrm>
          <a:prstGeom prst="rect">
            <a:avLst/>
          </a:prstGeom>
        </p:spPr>
        <p:txBody>
          <a:bodyPr vert="horz" wrap="square" lIns="0" tIns="12700" rIns="0" bIns="0" rtlCol="0">
            <a:spAutoFit/>
          </a:bodyPr>
          <a:lstStyle/>
          <a:p>
            <a:pPr marL="12700">
              <a:spcBef>
                <a:spcPts val="100"/>
              </a:spcBef>
              <a:defRPr/>
            </a:pPr>
            <a:r>
              <a:rPr sz="1000" spc="-5">
                <a:solidFill>
                  <a:prstClr val="black"/>
                </a:solidFill>
                <a:latin typeface="Calibri Light"/>
                <a:cs typeface="Calibri Light"/>
              </a:rPr>
              <a:t>Advanced analytics</a:t>
            </a:r>
            <a:r>
              <a:rPr sz="1000" spc="-60">
                <a:solidFill>
                  <a:prstClr val="black"/>
                </a:solidFill>
                <a:latin typeface="Calibri Light"/>
                <a:cs typeface="Calibri Light"/>
              </a:rPr>
              <a:t> </a:t>
            </a:r>
            <a:r>
              <a:rPr sz="1000" spc="-5">
                <a:solidFill>
                  <a:prstClr val="black"/>
                </a:solidFill>
                <a:latin typeface="Calibri Light"/>
                <a:cs typeface="Calibri Light"/>
              </a:rPr>
              <a:t>platform</a:t>
            </a:r>
            <a:endParaRPr sz="1000">
              <a:solidFill>
                <a:prstClr val="black"/>
              </a:solidFill>
              <a:latin typeface="Calibri Light"/>
              <a:cs typeface="Calibri Light"/>
            </a:endParaRPr>
          </a:p>
        </p:txBody>
      </p:sp>
      <p:sp>
        <p:nvSpPr>
          <p:cNvPr id="63" name="object 100">
            <a:extLst>
              <a:ext uri="{FF2B5EF4-FFF2-40B4-BE49-F238E27FC236}">
                <a16:creationId xmlns:a16="http://schemas.microsoft.com/office/drawing/2014/main" id="{AC897E73-EC94-A654-D92F-4C23E445D730}"/>
              </a:ext>
            </a:extLst>
          </p:cNvPr>
          <p:cNvSpPr txBox="1"/>
          <p:nvPr/>
        </p:nvSpPr>
        <p:spPr>
          <a:xfrm>
            <a:off x="862602" y="3111516"/>
            <a:ext cx="1619455"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On-cloud integration</a:t>
            </a:r>
            <a:r>
              <a:rPr sz="1000" spc="-80">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64" name="object 101">
            <a:extLst>
              <a:ext uri="{FF2B5EF4-FFF2-40B4-BE49-F238E27FC236}">
                <a16:creationId xmlns:a16="http://schemas.microsoft.com/office/drawing/2014/main" id="{ECF115C4-1A78-CDE7-99D7-BF5930BC114D}"/>
              </a:ext>
            </a:extLst>
          </p:cNvPr>
          <p:cNvSpPr txBox="1"/>
          <p:nvPr/>
        </p:nvSpPr>
        <p:spPr>
          <a:xfrm>
            <a:off x="934923" y="2191967"/>
            <a:ext cx="725832"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GIS</a:t>
            </a:r>
            <a:r>
              <a:rPr sz="1000" spc="-50">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65" name="object 102">
            <a:extLst>
              <a:ext uri="{FF2B5EF4-FFF2-40B4-BE49-F238E27FC236}">
                <a16:creationId xmlns:a16="http://schemas.microsoft.com/office/drawing/2014/main" id="{13D52562-35E5-4782-7506-C2015DCFF01A}"/>
              </a:ext>
            </a:extLst>
          </p:cNvPr>
          <p:cNvSpPr txBox="1"/>
          <p:nvPr/>
        </p:nvSpPr>
        <p:spPr>
          <a:xfrm>
            <a:off x="5194969" y="3245477"/>
            <a:ext cx="1444905"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Low code </a:t>
            </a:r>
            <a:r>
              <a:rPr sz="1000">
                <a:solidFill>
                  <a:srgbClr val="3B7A1F"/>
                </a:solidFill>
                <a:latin typeface="Calibri Light"/>
                <a:cs typeface="Calibri Light"/>
              </a:rPr>
              <a:t>mobility</a:t>
            </a:r>
            <a:r>
              <a:rPr sz="1000" spc="-110">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66" name="object 103">
            <a:extLst>
              <a:ext uri="{FF2B5EF4-FFF2-40B4-BE49-F238E27FC236}">
                <a16:creationId xmlns:a16="http://schemas.microsoft.com/office/drawing/2014/main" id="{CE64E6EB-07D0-BB5F-1626-7AA3E133DFE9}"/>
              </a:ext>
            </a:extLst>
          </p:cNvPr>
          <p:cNvSpPr txBox="1"/>
          <p:nvPr/>
        </p:nvSpPr>
        <p:spPr>
          <a:xfrm>
            <a:off x="5935672" y="1774348"/>
            <a:ext cx="841019"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AR/VR</a:t>
            </a:r>
            <a:r>
              <a:rPr sz="1000" spc="-55">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67" name="object 104">
            <a:extLst>
              <a:ext uri="{FF2B5EF4-FFF2-40B4-BE49-F238E27FC236}">
                <a16:creationId xmlns:a16="http://schemas.microsoft.com/office/drawing/2014/main" id="{DD7B32F1-435E-D636-2398-BC80E2B0F104}"/>
              </a:ext>
            </a:extLst>
          </p:cNvPr>
          <p:cNvSpPr txBox="1"/>
          <p:nvPr/>
        </p:nvSpPr>
        <p:spPr>
          <a:xfrm>
            <a:off x="1855723" y="2237688"/>
            <a:ext cx="1112470" cy="166712"/>
          </a:xfrm>
          <a:prstGeom prst="rect">
            <a:avLst/>
          </a:prstGeom>
        </p:spPr>
        <p:txBody>
          <a:bodyPr vert="horz" wrap="square" lIns="0" tIns="12700" rIns="0" bIns="0" rtlCol="0">
            <a:spAutoFit/>
          </a:bodyPr>
          <a:lstStyle/>
          <a:p>
            <a:pPr marL="12700">
              <a:spcBef>
                <a:spcPts val="100"/>
              </a:spcBef>
              <a:defRPr/>
            </a:pPr>
            <a:r>
              <a:rPr sz="1000" spc="-5">
                <a:solidFill>
                  <a:prstClr val="black"/>
                </a:solidFill>
                <a:latin typeface="Calibri Light"/>
                <a:cs typeface="Calibri Light"/>
              </a:rPr>
              <a:t>Visualization</a:t>
            </a:r>
            <a:r>
              <a:rPr sz="1000" spc="-50">
                <a:solidFill>
                  <a:prstClr val="black"/>
                </a:solidFill>
                <a:latin typeface="Calibri Light"/>
                <a:cs typeface="Calibri Light"/>
              </a:rPr>
              <a:t> </a:t>
            </a:r>
            <a:r>
              <a:rPr sz="1000" spc="-5">
                <a:solidFill>
                  <a:prstClr val="black"/>
                </a:solidFill>
                <a:latin typeface="Calibri Light"/>
                <a:cs typeface="Calibri Light"/>
              </a:rPr>
              <a:t>Platform</a:t>
            </a:r>
            <a:endParaRPr sz="1000">
              <a:solidFill>
                <a:prstClr val="black"/>
              </a:solidFill>
              <a:latin typeface="Calibri Light"/>
              <a:cs typeface="Calibri Light"/>
            </a:endParaRPr>
          </a:p>
        </p:txBody>
      </p:sp>
      <p:sp>
        <p:nvSpPr>
          <p:cNvPr id="68" name="object 105">
            <a:extLst>
              <a:ext uri="{FF2B5EF4-FFF2-40B4-BE49-F238E27FC236}">
                <a16:creationId xmlns:a16="http://schemas.microsoft.com/office/drawing/2014/main" id="{B7AEBF9C-C5CB-A334-84B2-0BF54310C026}"/>
              </a:ext>
            </a:extLst>
          </p:cNvPr>
          <p:cNvSpPr txBox="1"/>
          <p:nvPr/>
        </p:nvSpPr>
        <p:spPr>
          <a:xfrm>
            <a:off x="976375" y="2484576"/>
            <a:ext cx="1086714" cy="166712"/>
          </a:xfrm>
          <a:prstGeom prst="rect">
            <a:avLst/>
          </a:prstGeom>
        </p:spPr>
        <p:txBody>
          <a:bodyPr vert="horz" wrap="square" lIns="0" tIns="12700" rIns="0" bIns="0" rtlCol="0">
            <a:spAutoFit/>
          </a:bodyPr>
          <a:lstStyle/>
          <a:p>
            <a:pPr marL="12700">
              <a:spcBef>
                <a:spcPts val="100"/>
              </a:spcBef>
              <a:defRPr/>
            </a:pPr>
            <a:r>
              <a:rPr sz="1000" spc="-5">
                <a:solidFill>
                  <a:prstClr val="black"/>
                </a:solidFill>
                <a:latin typeface="Calibri Light"/>
                <a:cs typeface="Calibri Light"/>
              </a:rPr>
              <a:t>Workflow</a:t>
            </a:r>
            <a:r>
              <a:rPr sz="1000" spc="-55">
                <a:solidFill>
                  <a:prstClr val="black"/>
                </a:solidFill>
                <a:latin typeface="Calibri Light"/>
                <a:cs typeface="Calibri Light"/>
              </a:rPr>
              <a:t> </a:t>
            </a:r>
            <a:r>
              <a:rPr sz="1000" spc="-5">
                <a:solidFill>
                  <a:prstClr val="black"/>
                </a:solidFill>
                <a:latin typeface="Calibri Light"/>
                <a:cs typeface="Calibri Light"/>
              </a:rPr>
              <a:t>ECM/DMS</a:t>
            </a:r>
            <a:endParaRPr sz="1000">
              <a:solidFill>
                <a:prstClr val="black"/>
              </a:solidFill>
              <a:latin typeface="Calibri Light"/>
              <a:cs typeface="Calibri Light"/>
            </a:endParaRPr>
          </a:p>
        </p:txBody>
      </p:sp>
      <p:sp>
        <p:nvSpPr>
          <p:cNvPr id="69" name="object 106">
            <a:extLst>
              <a:ext uri="{FF2B5EF4-FFF2-40B4-BE49-F238E27FC236}">
                <a16:creationId xmlns:a16="http://schemas.microsoft.com/office/drawing/2014/main" id="{6B0FC5EB-E866-713C-B15D-A11454680C58}"/>
              </a:ext>
            </a:extLst>
          </p:cNvPr>
          <p:cNvSpPr txBox="1"/>
          <p:nvPr/>
        </p:nvSpPr>
        <p:spPr>
          <a:xfrm>
            <a:off x="3118724" y="1846498"/>
            <a:ext cx="829947"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IIOT</a:t>
            </a:r>
            <a:r>
              <a:rPr sz="1000" spc="-45">
                <a:solidFill>
                  <a:srgbClr val="3B7A1F"/>
                </a:solidFill>
                <a:latin typeface="Calibri Light"/>
                <a:cs typeface="Calibri Light"/>
              </a:rPr>
              <a:t> </a:t>
            </a:r>
            <a:r>
              <a:rPr sz="1000" spc="-5">
                <a:solidFill>
                  <a:srgbClr val="3B7A1F"/>
                </a:solidFill>
                <a:latin typeface="Calibri Light"/>
                <a:cs typeface="Calibri Light"/>
              </a:rPr>
              <a:t>Platform</a:t>
            </a:r>
            <a:endParaRPr sz="1000">
              <a:solidFill>
                <a:srgbClr val="3B7A1F"/>
              </a:solidFill>
              <a:latin typeface="Calibri Light"/>
              <a:cs typeface="Calibri Light"/>
            </a:endParaRPr>
          </a:p>
        </p:txBody>
      </p:sp>
      <p:sp>
        <p:nvSpPr>
          <p:cNvPr id="70" name="object 107">
            <a:extLst>
              <a:ext uri="{FF2B5EF4-FFF2-40B4-BE49-F238E27FC236}">
                <a16:creationId xmlns:a16="http://schemas.microsoft.com/office/drawing/2014/main" id="{0D9C36FF-3C28-3ACB-2093-5D3AB2BB3A87}"/>
              </a:ext>
            </a:extLst>
          </p:cNvPr>
          <p:cNvSpPr txBox="1"/>
          <p:nvPr/>
        </p:nvSpPr>
        <p:spPr>
          <a:xfrm>
            <a:off x="3607256" y="2386916"/>
            <a:ext cx="1072972" cy="166712"/>
          </a:xfrm>
          <a:prstGeom prst="rect">
            <a:avLst/>
          </a:prstGeom>
        </p:spPr>
        <p:txBody>
          <a:bodyPr vert="horz" wrap="square" lIns="0" tIns="12700" rIns="0" bIns="0" rtlCol="0">
            <a:spAutoFit/>
          </a:bodyPr>
          <a:lstStyle/>
          <a:p>
            <a:pPr marL="12700">
              <a:spcBef>
                <a:spcPts val="100"/>
              </a:spcBef>
              <a:defRPr/>
            </a:pPr>
            <a:r>
              <a:rPr sz="1000" spc="-5">
                <a:solidFill>
                  <a:prstClr val="black"/>
                </a:solidFill>
                <a:latin typeface="Calibri Light"/>
                <a:cs typeface="Calibri Light"/>
              </a:rPr>
              <a:t>Digital </a:t>
            </a:r>
            <a:r>
              <a:rPr sz="1000" spc="-10">
                <a:solidFill>
                  <a:prstClr val="black"/>
                </a:solidFill>
                <a:latin typeface="Calibri Light"/>
                <a:cs typeface="Calibri Light"/>
              </a:rPr>
              <a:t>Asset</a:t>
            </a:r>
            <a:r>
              <a:rPr sz="1000" spc="-55">
                <a:solidFill>
                  <a:prstClr val="black"/>
                </a:solidFill>
                <a:latin typeface="Calibri Light"/>
                <a:cs typeface="Calibri Light"/>
              </a:rPr>
              <a:t> </a:t>
            </a:r>
            <a:r>
              <a:rPr sz="1000">
                <a:solidFill>
                  <a:prstClr val="black"/>
                </a:solidFill>
                <a:latin typeface="Calibri Light"/>
                <a:cs typeface="Calibri Light"/>
              </a:rPr>
              <a:t>Model</a:t>
            </a:r>
          </a:p>
        </p:txBody>
      </p:sp>
      <p:sp>
        <p:nvSpPr>
          <p:cNvPr id="71" name="object 15">
            <a:extLst>
              <a:ext uri="{FF2B5EF4-FFF2-40B4-BE49-F238E27FC236}">
                <a16:creationId xmlns:a16="http://schemas.microsoft.com/office/drawing/2014/main" id="{3F85407A-DC10-A0F4-D204-EC59FC2ABB95}"/>
              </a:ext>
            </a:extLst>
          </p:cNvPr>
          <p:cNvSpPr txBox="1"/>
          <p:nvPr/>
        </p:nvSpPr>
        <p:spPr>
          <a:xfrm>
            <a:off x="998676" y="1035848"/>
            <a:ext cx="1436127" cy="182742"/>
          </a:xfrm>
          <a:prstGeom prst="rect">
            <a:avLst/>
          </a:prstGeom>
        </p:spPr>
        <p:txBody>
          <a:bodyPr vert="horz" wrap="square" lIns="0" tIns="13335" rIns="0" bIns="0" rtlCol="0">
            <a:spAutoFit/>
          </a:bodyPr>
          <a:lstStyle/>
          <a:p>
            <a:pPr marL="12700" algn="ctr">
              <a:spcBef>
                <a:spcPts val="105"/>
              </a:spcBef>
              <a:defRPr/>
            </a:pPr>
            <a:r>
              <a:rPr lang="en-US" sz="1100" b="1" spc="-5">
                <a:solidFill>
                  <a:srgbClr val="FFFFFF"/>
                </a:solidFill>
                <a:latin typeface="Calibri Light"/>
                <a:cs typeface="Calibri Light"/>
              </a:rPr>
              <a:t>Short Term &lt;0-1 </a:t>
            </a:r>
            <a:r>
              <a:rPr lang="en-US" sz="1100" b="1" spc="-5" err="1">
                <a:solidFill>
                  <a:srgbClr val="FFFFFF"/>
                </a:solidFill>
                <a:latin typeface="Calibri Light"/>
                <a:cs typeface="Calibri Light"/>
              </a:rPr>
              <a:t>Yr</a:t>
            </a:r>
            <a:r>
              <a:rPr lang="en-US" sz="1100" b="1" spc="-5">
                <a:solidFill>
                  <a:srgbClr val="FFFFFF"/>
                </a:solidFill>
                <a:latin typeface="Calibri Light"/>
                <a:cs typeface="Calibri Light"/>
              </a:rPr>
              <a:t>&gt;</a:t>
            </a:r>
            <a:endParaRPr sz="1100" b="1">
              <a:solidFill>
                <a:prstClr val="black"/>
              </a:solidFill>
              <a:latin typeface="Calibri Light"/>
              <a:cs typeface="Calibri Light"/>
            </a:endParaRPr>
          </a:p>
        </p:txBody>
      </p:sp>
      <p:sp>
        <p:nvSpPr>
          <p:cNvPr id="72" name="object 12">
            <a:extLst>
              <a:ext uri="{FF2B5EF4-FFF2-40B4-BE49-F238E27FC236}">
                <a16:creationId xmlns:a16="http://schemas.microsoft.com/office/drawing/2014/main" id="{0DCCD489-C12A-9948-4A89-89AA389B81FF}"/>
              </a:ext>
            </a:extLst>
          </p:cNvPr>
          <p:cNvSpPr/>
          <p:nvPr/>
        </p:nvSpPr>
        <p:spPr>
          <a:xfrm>
            <a:off x="5898070" y="6130402"/>
            <a:ext cx="2015543" cy="336404"/>
          </a:xfrm>
          <a:custGeom>
            <a:avLst/>
            <a:gdLst/>
            <a:ahLst/>
            <a:cxnLst/>
            <a:rect l="l" t="t" r="r" b="b"/>
            <a:pathLst>
              <a:path w="2513329" h="269875">
                <a:moveTo>
                  <a:pt x="0" y="269747"/>
                </a:moveTo>
                <a:lnTo>
                  <a:pt x="2513076" y="269747"/>
                </a:lnTo>
                <a:lnTo>
                  <a:pt x="2513076" y="0"/>
                </a:lnTo>
                <a:lnTo>
                  <a:pt x="0" y="0"/>
                </a:lnTo>
                <a:lnTo>
                  <a:pt x="0" y="269747"/>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73" name="Oval 72">
            <a:extLst>
              <a:ext uri="{FF2B5EF4-FFF2-40B4-BE49-F238E27FC236}">
                <a16:creationId xmlns:a16="http://schemas.microsoft.com/office/drawing/2014/main" id="{CCBE8293-3DD5-0330-2142-A66F2968318A}"/>
              </a:ext>
            </a:extLst>
          </p:cNvPr>
          <p:cNvSpPr/>
          <p:nvPr/>
        </p:nvSpPr>
        <p:spPr>
          <a:xfrm>
            <a:off x="10106391" y="1217371"/>
            <a:ext cx="1645920" cy="109728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Digital Leader</a:t>
            </a:r>
          </a:p>
        </p:txBody>
      </p:sp>
      <p:sp>
        <p:nvSpPr>
          <p:cNvPr id="74" name="object 12">
            <a:extLst>
              <a:ext uri="{FF2B5EF4-FFF2-40B4-BE49-F238E27FC236}">
                <a16:creationId xmlns:a16="http://schemas.microsoft.com/office/drawing/2014/main" id="{83A20B83-AC22-37E4-E5A1-A0CA84BCDAD0}"/>
              </a:ext>
            </a:extLst>
          </p:cNvPr>
          <p:cNvSpPr/>
          <p:nvPr/>
        </p:nvSpPr>
        <p:spPr>
          <a:xfrm>
            <a:off x="5400283" y="1006158"/>
            <a:ext cx="2513330" cy="269875"/>
          </a:xfrm>
          <a:custGeom>
            <a:avLst/>
            <a:gdLst/>
            <a:ahLst/>
            <a:cxnLst/>
            <a:rect l="l" t="t" r="r" b="b"/>
            <a:pathLst>
              <a:path w="2513329" h="269875">
                <a:moveTo>
                  <a:pt x="0" y="269747"/>
                </a:moveTo>
                <a:lnTo>
                  <a:pt x="2513076" y="269747"/>
                </a:lnTo>
                <a:lnTo>
                  <a:pt x="2513076" y="0"/>
                </a:lnTo>
                <a:lnTo>
                  <a:pt x="0" y="0"/>
                </a:lnTo>
                <a:lnTo>
                  <a:pt x="0" y="269747"/>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75" name="object 7">
            <a:extLst>
              <a:ext uri="{FF2B5EF4-FFF2-40B4-BE49-F238E27FC236}">
                <a16:creationId xmlns:a16="http://schemas.microsoft.com/office/drawing/2014/main" id="{C3F0B352-A031-4FC7-B303-412B5C812468}"/>
              </a:ext>
            </a:extLst>
          </p:cNvPr>
          <p:cNvSpPr/>
          <p:nvPr/>
        </p:nvSpPr>
        <p:spPr>
          <a:xfrm>
            <a:off x="5398043" y="1006000"/>
            <a:ext cx="6366763" cy="3452186"/>
          </a:xfrm>
          <a:custGeom>
            <a:avLst/>
            <a:gdLst/>
            <a:ahLst/>
            <a:cxnLst/>
            <a:rect l="l" t="t" r="r" b="b"/>
            <a:pathLst>
              <a:path w="8969375" h="4506595">
                <a:moveTo>
                  <a:pt x="8969144" y="4506188"/>
                </a:moveTo>
                <a:lnTo>
                  <a:pt x="8895096" y="4506131"/>
                </a:lnTo>
                <a:lnTo>
                  <a:pt x="8821189" y="4505777"/>
                </a:lnTo>
                <a:lnTo>
                  <a:pt x="8747426" y="4505125"/>
                </a:lnTo>
                <a:lnTo>
                  <a:pt x="8673808" y="4504179"/>
                </a:lnTo>
                <a:lnTo>
                  <a:pt x="8600339" y="4502938"/>
                </a:lnTo>
                <a:lnTo>
                  <a:pt x="8527020" y="4501404"/>
                </a:lnTo>
                <a:lnTo>
                  <a:pt x="8453853" y="4499578"/>
                </a:lnTo>
                <a:lnTo>
                  <a:pt x="8380842" y="4497461"/>
                </a:lnTo>
                <a:lnTo>
                  <a:pt x="8307988" y="4495054"/>
                </a:lnTo>
                <a:lnTo>
                  <a:pt x="8235293" y="4492359"/>
                </a:lnTo>
                <a:lnTo>
                  <a:pt x="8162761" y="4489376"/>
                </a:lnTo>
                <a:lnTo>
                  <a:pt x="8090393" y="4486107"/>
                </a:lnTo>
                <a:lnTo>
                  <a:pt x="8018191" y="4482553"/>
                </a:lnTo>
                <a:lnTo>
                  <a:pt x="7946158" y="4478714"/>
                </a:lnTo>
                <a:lnTo>
                  <a:pt x="7874296" y="4474593"/>
                </a:lnTo>
                <a:lnTo>
                  <a:pt x="7802608" y="4470190"/>
                </a:lnTo>
                <a:lnTo>
                  <a:pt x="7731096" y="4465507"/>
                </a:lnTo>
                <a:lnTo>
                  <a:pt x="7659761" y="4460544"/>
                </a:lnTo>
                <a:lnTo>
                  <a:pt x="7588607" y="4455302"/>
                </a:lnTo>
                <a:lnTo>
                  <a:pt x="7517636" y="4449784"/>
                </a:lnTo>
                <a:lnTo>
                  <a:pt x="7446850" y="4443989"/>
                </a:lnTo>
                <a:lnTo>
                  <a:pt x="7376251" y="4437920"/>
                </a:lnTo>
                <a:lnTo>
                  <a:pt x="7305842" y="4431577"/>
                </a:lnTo>
                <a:lnTo>
                  <a:pt x="7235624" y="4424961"/>
                </a:lnTo>
                <a:lnTo>
                  <a:pt x="7165601" y="4418074"/>
                </a:lnTo>
                <a:lnTo>
                  <a:pt x="7095775" y="4410916"/>
                </a:lnTo>
                <a:lnTo>
                  <a:pt x="7026147" y="4403490"/>
                </a:lnTo>
                <a:lnTo>
                  <a:pt x="6956720" y="4395795"/>
                </a:lnTo>
                <a:lnTo>
                  <a:pt x="6887497" y="4387833"/>
                </a:lnTo>
                <a:lnTo>
                  <a:pt x="6818480" y="4379606"/>
                </a:lnTo>
                <a:lnTo>
                  <a:pt x="6749671" y="4371114"/>
                </a:lnTo>
                <a:lnTo>
                  <a:pt x="6681072" y="4362358"/>
                </a:lnTo>
                <a:lnTo>
                  <a:pt x="6612686" y="4353340"/>
                </a:lnTo>
                <a:lnTo>
                  <a:pt x="6544515" y="4344061"/>
                </a:lnTo>
                <a:lnTo>
                  <a:pt x="6476562" y="4334522"/>
                </a:lnTo>
                <a:lnTo>
                  <a:pt x="6408828" y="4324724"/>
                </a:lnTo>
                <a:lnTo>
                  <a:pt x="6341316" y="4314668"/>
                </a:lnTo>
                <a:lnTo>
                  <a:pt x="6274028" y="4304356"/>
                </a:lnTo>
                <a:lnTo>
                  <a:pt x="6206966" y="4293788"/>
                </a:lnTo>
                <a:lnTo>
                  <a:pt x="6140134" y="4282965"/>
                </a:lnTo>
                <a:lnTo>
                  <a:pt x="6073533" y="4271890"/>
                </a:lnTo>
                <a:lnTo>
                  <a:pt x="6007165" y="4260562"/>
                </a:lnTo>
                <a:lnTo>
                  <a:pt x="5941033" y="4248984"/>
                </a:lnTo>
                <a:lnTo>
                  <a:pt x="5875139" y="4237156"/>
                </a:lnTo>
                <a:lnTo>
                  <a:pt x="5809486" y="4225079"/>
                </a:lnTo>
                <a:lnTo>
                  <a:pt x="5744075" y="4212755"/>
                </a:lnTo>
                <a:lnTo>
                  <a:pt x="5678909" y="4200184"/>
                </a:lnTo>
                <a:lnTo>
                  <a:pt x="5613991" y="4187368"/>
                </a:lnTo>
                <a:lnTo>
                  <a:pt x="5549322" y="4174308"/>
                </a:lnTo>
                <a:lnTo>
                  <a:pt x="5484905" y="4161005"/>
                </a:lnTo>
                <a:lnTo>
                  <a:pt x="5420743" y="4147460"/>
                </a:lnTo>
                <a:lnTo>
                  <a:pt x="5356837" y="4133675"/>
                </a:lnTo>
                <a:lnTo>
                  <a:pt x="5293190" y="4119650"/>
                </a:lnTo>
                <a:lnTo>
                  <a:pt x="5229804" y="4105387"/>
                </a:lnTo>
                <a:lnTo>
                  <a:pt x="5166681" y="4090887"/>
                </a:lnTo>
                <a:lnTo>
                  <a:pt x="5103825" y="4076150"/>
                </a:lnTo>
                <a:lnTo>
                  <a:pt x="5041236" y="4061179"/>
                </a:lnTo>
                <a:lnTo>
                  <a:pt x="4978918" y="4045974"/>
                </a:lnTo>
                <a:lnTo>
                  <a:pt x="4916873" y="4030536"/>
                </a:lnTo>
                <a:lnTo>
                  <a:pt x="4855102" y="4014866"/>
                </a:lnTo>
                <a:lnTo>
                  <a:pt x="4793609" y="3998967"/>
                </a:lnTo>
                <a:lnTo>
                  <a:pt x="4732396" y="3982838"/>
                </a:lnTo>
                <a:lnTo>
                  <a:pt x="4671464" y="3966481"/>
                </a:lnTo>
                <a:lnTo>
                  <a:pt x="4610817" y="3949897"/>
                </a:lnTo>
                <a:lnTo>
                  <a:pt x="4550456" y="3933087"/>
                </a:lnTo>
                <a:lnTo>
                  <a:pt x="4490385" y="3916053"/>
                </a:lnTo>
                <a:lnTo>
                  <a:pt x="4430604" y="3898795"/>
                </a:lnTo>
                <a:lnTo>
                  <a:pt x="4371117" y="3881314"/>
                </a:lnTo>
                <a:lnTo>
                  <a:pt x="4311926" y="3863613"/>
                </a:lnTo>
                <a:lnTo>
                  <a:pt x="4253033" y="3845691"/>
                </a:lnTo>
                <a:lnTo>
                  <a:pt x="4194440" y="3827551"/>
                </a:lnTo>
                <a:lnTo>
                  <a:pt x="4136150" y="3809192"/>
                </a:lnTo>
                <a:lnTo>
                  <a:pt x="4078165" y="3790617"/>
                </a:lnTo>
                <a:lnTo>
                  <a:pt x="4020487" y="3771827"/>
                </a:lnTo>
                <a:lnTo>
                  <a:pt x="3963119" y="3752822"/>
                </a:lnTo>
                <a:lnTo>
                  <a:pt x="3906063" y="3733604"/>
                </a:lnTo>
                <a:lnTo>
                  <a:pt x="3849321" y="3714173"/>
                </a:lnTo>
                <a:lnTo>
                  <a:pt x="3792896" y="3694532"/>
                </a:lnTo>
                <a:lnTo>
                  <a:pt x="3736790" y="3674681"/>
                </a:lnTo>
                <a:lnTo>
                  <a:pt x="3681005" y="3654621"/>
                </a:lnTo>
                <a:lnTo>
                  <a:pt x="3625543" y="3634354"/>
                </a:lnTo>
                <a:lnTo>
                  <a:pt x="3570407" y="3613881"/>
                </a:lnTo>
                <a:lnTo>
                  <a:pt x="3515599" y="3593202"/>
                </a:lnTo>
                <a:lnTo>
                  <a:pt x="3461122" y="3572319"/>
                </a:lnTo>
                <a:lnTo>
                  <a:pt x="3406977" y="3551233"/>
                </a:lnTo>
                <a:lnTo>
                  <a:pt x="3353168" y="3529945"/>
                </a:lnTo>
                <a:lnTo>
                  <a:pt x="3299696" y="3508456"/>
                </a:lnTo>
                <a:lnTo>
                  <a:pt x="3246563" y="3486769"/>
                </a:lnTo>
                <a:lnTo>
                  <a:pt x="3193772" y="3464882"/>
                </a:lnTo>
                <a:lnTo>
                  <a:pt x="3141326" y="3442798"/>
                </a:lnTo>
                <a:lnTo>
                  <a:pt x="3089226" y="3420519"/>
                </a:lnTo>
                <a:lnTo>
                  <a:pt x="3037475" y="3398044"/>
                </a:lnTo>
                <a:lnTo>
                  <a:pt x="2986076" y="3375375"/>
                </a:lnTo>
                <a:lnTo>
                  <a:pt x="2935030" y="3352514"/>
                </a:lnTo>
                <a:lnTo>
                  <a:pt x="2884339" y="3329461"/>
                </a:lnTo>
                <a:lnTo>
                  <a:pt x="2834007" y="3306218"/>
                </a:lnTo>
                <a:lnTo>
                  <a:pt x="2784035" y="3282786"/>
                </a:lnTo>
                <a:lnTo>
                  <a:pt x="2734426" y="3259165"/>
                </a:lnTo>
                <a:lnTo>
                  <a:pt x="2685182" y="3235358"/>
                </a:lnTo>
                <a:lnTo>
                  <a:pt x="2636305" y="3211364"/>
                </a:lnTo>
                <a:lnTo>
                  <a:pt x="2587798" y="3187186"/>
                </a:lnTo>
                <a:lnTo>
                  <a:pt x="2539663" y="3162825"/>
                </a:lnTo>
                <a:lnTo>
                  <a:pt x="2491902" y="3138281"/>
                </a:lnTo>
                <a:lnTo>
                  <a:pt x="2444518" y="3113555"/>
                </a:lnTo>
                <a:lnTo>
                  <a:pt x="2397513" y="3088650"/>
                </a:lnTo>
                <a:lnTo>
                  <a:pt x="2350888" y="3063565"/>
                </a:lnTo>
                <a:lnTo>
                  <a:pt x="2304648" y="3038303"/>
                </a:lnTo>
                <a:lnTo>
                  <a:pt x="2258793" y="3012864"/>
                </a:lnTo>
                <a:lnTo>
                  <a:pt x="2213326" y="2987250"/>
                </a:lnTo>
                <a:lnTo>
                  <a:pt x="2168250" y="2961461"/>
                </a:lnTo>
                <a:lnTo>
                  <a:pt x="2123566" y="2935499"/>
                </a:lnTo>
                <a:lnTo>
                  <a:pt x="2079278" y="2909364"/>
                </a:lnTo>
                <a:lnTo>
                  <a:pt x="2035387" y="2883059"/>
                </a:lnTo>
                <a:lnTo>
                  <a:pt x="1991895" y="2856584"/>
                </a:lnTo>
                <a:lnTo>
                  <a:pt x="1948806" y="2829940"/>
                </a:lnTo>
                <a:lnTo>
                  <a:pt x="1906120" y="2803128"/>
                </a:lnTo>
                <a:lnTo>
                  <a:pt x="1863842" y="2776150"/>
                </a:lnTo>
                <a:lnTo>
                  <a:pt x="1821972" y="2749007"/>
                </a:lnTo>
                <a:lnTo>
                  <a:pt x="1780513" y="2721700"/>
                </a:lnTo>
                <a:lnTo>
                  <a:pt x="1739468" y="2694230"/>
                </a:lnTo>
                <a:lnTo>
                  <a:pt x="1698839" y="2666597"/>
                </a:lnTo>
                <a:lnTo>
                  <a:pt x="1658628" y="2638804"/>
                </a:lnTo>
                <a:lnTo>
                  <a:pt x="1618837" y="2610852"/>
                </a:lnTo>
                <a:lnTo>
                  <a:pt x="1579469" y="2582741"/>
                </a:lnTo>
                <a:lnTo>
                  <a:pt x="1540526" y="2554473"/>
                </a:lnTo>
                <a:lnTo>
                  <a:pt x="1502011" y="2526048"/>
                </a:lnTo>
                <a:lnTo>
                  <a:pt x="1463925" y="2497469"/>
                </a:lnTo>
                <a:lnTo>
                  <a:pt x="1426271" y="2468736"/>
                </a:lnTo>
                <a:lnTo>
                  <a:pt x="1389051" y="2439850"/>
                </a:lnTo>
                <a:lnTo>
                  <a:pt x="1352268" y="2410812"/>
                </a:lnTo>
                <a:lnTo>
                  <a:pt x="1315924" y="2381624"/>
                </a:lnTo>
                <a:lnTo>
                  <a:pt x="1280021" y="2352287"/>
                </a:lnTo>
                <a:lnTo>
                  <a:pt x="1244561" y="2322802"/>
                </a:lnTo>
                <a:lnTo>
                  <a:pt x="1209548" y="2293169"/>
                </a:lnTo>
                <a:lnTo>
                  <a:pt x="1174982" y="2263391"/>
                </a:lnTo>
                <a:lnTo>
                  <a:pt x="1140867" y="2233468"/>
                </a:lnTo>
                <a:lnTo>
                  <a:pt x="1107205" y="2203401"/>
                </a:lnTo>
                <a:lnTo>
                  <a:pt x="1073998" y="2173192"/>
                </a:lnTo>
                <a:lnTo>
                  <a:pt x="1041248" y="2142842"/>
                </a:lnTo>
                <a:lnTo>
                  <a:pt x="1008957" y="2112351"/>
                </a:lnTo>
                <a:lnTo>
                  <a:pt x="977129" y="2081721"/>
                </a:lnTo>
                <a:lnTo>
                  <a:pt x="945765" y="2050954"/>
                </a:lnTo>
                <a:lnTo>
                  <a:pt x="914868" y="2020050"/>
                </a:lnTo>
                <a:lnTo>
                  <a:pt x="884439" y="1989010"/>
                </a:lnTo>
                <a:lnTo>
                  <a:pt x="854482" y="1957836"/>
                </a:lnTo>
                <a:lnTo>
                  <a:pt x="824998" y="1926528"/>
                </a:lnTo>
                <a:lnTo>
                  <a:pt x="795990" y="1895088"/>
                </a:lnTo>
                <a:lnTo>
                  <a:pt x="767460" y="1863517"/>
                </a:lnTo>
                <a:lnTo>
                  <a:pt x="739411" y="1831817"/>
                </a:lnTo>
                <a:lnTo>
                  <a:pt x="711844" y="1799987"/>
                </a:lnTo>
                <a:lnTo>
                  <a:pt x="684763" y="1768030"/>
                </a:lnTo>
                <a:lnTo>
                  <a:pt x="658169" y="1735947"/>
                </a:lnTo>
                <a:lnTo>
                  <a:pt x="632064" y="1703738"/>
                </a:lnTo>
                <a:lnTo>
                  <a:pt x="606452" y="1671405"/>
                </a:lnTo>
                <a:lnTo>
                  <a:pt x="581333" y="1638949"/>
                </a:lnTo>
                <a:lnTo>
                  <a:pt x="556712" y="1606371"/>
                </a:lnTo>
                <a:lnTo>
                  <a:pt x="532589" y="1573672"/>
                </a:lnTo>
                <a:lnTo>
                  <a:pt x="508967" y="1540854"/>
                </a:lnTo>
                <a:lnTo>
                  <a:pt x="485849" y="1507917"/>
                </a:lnTo>
                <a:lnTo>
                  <a:pt x="463237" y="1474863"/>
                </a:lnTo>
                <a:lnTo>
                  <a:pt x="441133" y="1441693"/>
                </a:lnTo>
                <a:lnTo>
                  <a:pt x="419539" y="1408407"/>
                </a:lnTo>
                <a:lnTo>
                  <a:pt x="398458" y="1375008"/>
                </a:lnTo>
                <a:lnTo>
                  <a:pt x="377893" y="1341496"/>
                </a:lnTo>
                <a:lnTo>
                  <a:pt x="357844" y="1307873"/>
                </a:lnTo>
                <a:lnTo>
                  <a:pt x="338315" y="1274138"/>
                </a:lnTo>
                <a:lnTo>
                  <a:pt x="319309" y="1240295"/>
                </a:lnTo>
                <a:lnTo>
                  <a:pt x="300826" y="1206343"/>
                </a:lnTo>
                <a:lnTo>
                  <a:pt x="282870" y="1172285"/>
                </a:lnTo>
                <a:lnTo>
                  <a:pt x="265443" y="1138120"/>
                </a:lnTo>
                <a:lnTo>
                  <a:pt x="248547" y="1103851"/>
                </a:lnTo>
                <a:lnTo>
                  <a:pt x="216359" y="1035002"/>
                </a:lnTo>
                <a:lnTo>
                  <a:pt x="186323" y="965748"/>
                </a:lnTo>
                <a:lnTo>
                  <a:pt x="158458" y="896098"/>
                </a:lnTo>
                <a:lnTo>
                  <a:pt x="132782" y="826061"/>
                </a:lnTo>
                <a:lnTo>
                  <a:pt x="109314" y="755646"/>
                </a:lnTo>
                <a:lnTo>
                  <a:pt x="88073" y="684861"/>
                </a:lnTo>
                <a:lnTo>
                  <a:pt x="69077" y="613718"/>
                </a:lnTo>
                <a:lnTo>
                  <a:pt x="52344" y="542223"/>
                </a:lnTo>
                <a:lnTo>
                  <a:pt x="37892" y="470388"/>
                </a:lnTo>
                <a:lnTo>
                  <a:pt x="25742" y="398219"/>
                </a:lnTo>
                <a:lnTo>
                  <a:pt x="15909" y="325728"/>
                </a:lnTo>
                <a:lnTo>
                  <a:pt x="8414" y="252923"/>
                </a:lnTo>
                <a:lnTo>
                  <a:pt x="3275" y="179813"/>
                </a:lnTo>
                <a:lnTo>
                  <a:pt x="510" y="106407"/>
                </a:lnTo>
                <a:lnTo>
                  <a:pt x="0" y="52167"/>
                </a:lnTo>
                <a:lnTo>
                  <a:pt x="119" y="34750"/>
                </a:lnTo>
                <a:lnTo>
                  <a:pt x="381" y="17357"/>
                </a:lnTo>
                <a:lnTo>
                  <a:pt x="785" y="0"/>
                </a:lnTo>
                <a:lnTo>
                  <a:pt x="8946665" y="58419"/>
                </a:lnTo>
                <a:lnTo>
                  <a:pt x="8969144" y="4506188"/>
                </a:lnTo>
                <a:close/>
              </a:path>
            </a:pathLst>
          </a:custGeom>
          <a:ln w="12191">
            <a:solidFill>
              <a:schemeClr val="accent1"/>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94">
            <a:extLst>
              <a:ext uri="{FF2B5EF4-FFF2-40B4-BE49-F238E27FC236}">
                <a16:creationId xmlns:a16="http://schemas.microsoft.com/office/drawing/2014/main" id="{D7A52400-5DBA-4275-EDF4-D9838EE5DABC}"/>
              </a:ext>
            </a:extLst>
          </p:cNvPr>
          <p:cNvSpPr/>
          <p:nvPr/>
        </p:nvSpPr>
        <p:spPr>
          <a:xfrm>
            <a:off x="2966703" y="6130939"/>
            <a:ext cx="2832702" cy="336404"/>
          </a:xfrm>
          <a:custGeom>
            <a:avLst/>
            <a:gdLst/>
            <a:ahLst/>
            <a:cxnLst/>
            <a:rect l="l" t="t" r="r" b="b"/>
            <a:pathLst>
              <a:path w="2867025" h="269875">
                <a:moveTo>
                  <a:pt x="0" y="269747"/>
                </a:moveTo>
                <a:lnTo>
                  <a:pt x="2866644" y="269747"/>
                </a:lnTo>
                <a:lnTo>
                  <a:pt x="2866644" y="0"/>
                </a:lnTo>
                <a:lnTo>
                  <a:pt x="0" y="0"/>
                </a:lnTo>
                <a:lnTo>
                  <a:pt x="0" y="269747"/>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A35265DB-055D-B1B2-E3A4-118C28BA18BC}"/>
              </a:ext>
            </a:extLst>
          </p:cNvPr>
          <p:cNvSpPr/>
          <p:nvPr/>
        </p:nvSpPr>
        <p:spPr>
          <a:xfrm>
            <a:off x="8045195" y="6120242"/>
            <a:ext cx="3712845" cy="337680"/>
          </a:xfrm>
          <a:custGeom>
            <a:avLst/>
            <a:gdLst/>
            <a:ahLst/>
            <a:cxnLst/>
            <a:rect l="l" t="t" r="r" b="b"/>
            <a:pathLst>
              <a:path w="3712845" h="294640">
                <a:moveTo>
                  <a:pt x="0" y="294132"/>
                </a:moveTo>
                <a:lnTo>
                  <a:pt x="3712463" y="294132"/>
                </a:lnTo>
                <a:lnTo>
                  <a:pt x="3712463" y="0"/>
                </a:lnTo>
                <a:lnTo>
                  <a:pt x="0" y="0"/>
                </a:lnTo>
                <a:lnTo>
                  <a:pt x="0" y="294132"/>
                </a:lnTo>
                <a:close/>
              </a:path>
            </a:pathLst>
          </a:custGeom>
          <a:solidFill>
            <a:schemeClr val="accent1">
              <a:lumMod val="75000"/>
            </a:scheme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96B51501-2D74-EA2A-FFFD-0D6F3C06D216}"/>
              </a:ext>
            </a:extLst>
          </p:cNvPr>
          <p:cNvSpPr txBox="1"/>
          <p:nvPr/>
        </p:nvSpPr>
        <p:spPr>
          <a:xfrm>
            <a:off x="6213290" y="1047544"/>
            <a:ext cx="1227988" cy="182742"/>
          </a:xfrm>
          <a:prstGeom prst="rect">
            <a:avLst/>
          </a:prstGeom>
        </p:spPr>
        <p:txBody>
          <a:bodyPr vert="horz" wrap="square" lIns="0" tIns="13335" rIns="0" bIns="0" rtlCol="0">
            <a:spAutoFit/>
          </a:bodyPr>
          <a:lstStyle/>
          <a:p>
            <a:pPr marL="12700" algn="ctr">
              <a:spcBef>
                <a:spcPts val="105"/>
              </a:spcBef>
              <a:defRPr/>
            </a:pPr>
            <a:r>
              <a:rPr lang="en-US" sz="1100" b="1" spc="-5">
                <a:solidFill>
                  <a:srgbClr val="FFFFFF"/>
                </a:solidFill>
                <a:latin typeface="Calibri Light"/>
                <a:cs typeface="Calibri Light"/>
              </a:rPr>
              <a:t>Long Term &lt;3-5 </a:t>
            </a:r>
            <a:r>
              <a:rPr lang="en-US" sz="1100" b="1" spc="-5" err="1">
                <a:solidFill>
                  <a:srgbClr val="FFFFFF"/>
                </a:solidFill>
                <a:latin typeface="Calibri Light"/>
                <a:cs typeface="Calibri Light"/>
              </a:rPr>
              <a:t>Yrs</a:t>
            </a:r>
            <a:r>
              <a:rPr lang="en-US" sz="1100" b="1" spc="-5">
                <a:solidFill>
                  <a:srgbClr val="FFFFFF"/>
                </a:solidFill>
                <a:latin typeface="Calibri Light"/>
                <a:cs typeface="Calibri Light"/>
              </a:rPr>
              <a:t>&gt;</a:t>
            </a:r>
            <a:endParaRPr sz="1100" b="1">
              <a:solidFill>
                <a:prstClr val="black"/>
              </a:solidFill>
              <a:latin typeface="Calibri Light"/>
              <a:cs typeface="Calibri Light"/>
            </a:endParaRPr>
          </a:p>
        </p:txBody>
      </p:sp>
      <p:sp>
        <p:nvSpPr>
          <p:cNvPr id="79" name="object 15">
            <a:extLst>
              <a:ext uri="{FF2B5EF4-FFF2-40B4-BE49-F238E27FC236}">
                <a16:creationId xmlns:a16="http://schemas.microsoft.com/office/drawing/2014/main" id="{D2E43E77-11F9-D336-6F9E-9DAB938DCAB0}"/>
              </a:ext>
            </a:extLst>
          </p:cNvPr>
          <p:cNvSpPr txBox="1"/>
          <p:nvPr/>
        </p:nvSpPr>
        <p:spPr>
          <a:xfrm>
            <a:off x="3284032" y="1011953"/>
            <a:ext cx="1569102" cy="182742"/>
          </a:xfrm>
          <a:prstGeom prst="rect">
            <a:avLst/>
          </a:prstGeom>
        </p:spPr>
        <p:txBody>
          <a:bodyPr vert="horz" wrap="square" lIns="0" tIns="13335" rIns="0" bIns="0" rtlCol="0">
            <a:spAutoFit/>
          </a:bodyPr>
          <a:lstStyle/>
          <a:p>
            <a:pPr marL="12700" algn="ctr">
              <a:spcBef>
                <a:spcPts val="105"/>
              </a:spcBef>
              <a:defRPr/>
            </a:pPr>
            <a:r>
              <a:rPr lang="en-US" sz="1100" b="1" spc="-5">
                <a:solidFill>
                  <a:srgbClr val="FFFFFF"/>
                </a:solidFill>
                <a:latin typeface="Calibri Light"/>
                <a:cs typeface="Calibri Light"/>
              </a:rPr>
              <a:t>Medium Term &lt;1-3 </a:t>
            </a:r>
            <a:r>
              <a:rPr lang="en-US" sz="1100" b="1" spc="-5" err="1">
                <a:solidFill>
                  <a:srgbClr val="FFFFFF"/>
                </a:solidFill>
                <a:latin typeface="Calibri Light"/>
                <a:cs typeface="Calibri Light"/>
              </a:rPr>
              <a:t>Yrs</a:t>
            </a:r>
            <a:r>
              <a:rPr lang="en-US" sz="1100" b="1" spc="-5">
                <a:solidFill>
                  <a:srgbClr val="FFFFFF"/>
                </a:solidFill>
                <a:latin typeface="Calibri Light"/>
                <a:cs typeface="Calibri Light"/>
              </a:rPr>
              <a:t>&gt;</a:t>
            </a:r>
            <a:endParaRPr sz="1100" b="1">
              <a:solidFill>
                <a:prstClr val="black"/>
              </a:solidFill>
              <a:latin typeface="Calibri Light"/>
              <a:cs typeface="Calibri Light"/>
            </a:endParaRPr>
          </a:p>
        </p:txBody>
      </p:sp>
      <p:sp>
        <p:nvSpPr>
          <p:cNvPr id="80" name="object 105">
            <a:extLst>
              <a:ext uri="{FF2B5EF4-FFF2-40B4-BE49-F238E27FC236}">
                <a16:creationId xmlns:a16="http://schemas.microsoft.com/office/drawing/2014/main" id="{09648237-73FB-1143-107B-CE810B286CF9}"/>
              </a:ext>
            </a:extLst>
          </p:cNvPr>
          <p:cNvSpPr txBox="1"/>
          <p:nvPr/>
        </p:nvSpPr>
        <p:spPr>
          <a:xfrm>
            <a:off x="1411297" y="2799974"/>
            <a:ext cx="1555405" cy="166712"/>
          </a:xfrm>
          <a:prstGeom prst="rect">
            <a:avLst/>
          </a:prstGeom>
        </p:spPr>
        <p:txBody>
          <a:bodyPr vert="horz" wrap="square" lIns="0" tIns="12700" rIns="0" bIns="0" rtlCol="0">
            <a:spAutoFit/>
          </a:bodyPr>
          <a:lstStyle/>
          <a:p>
            <a:pPr marL="12700">
              <a:spcBef>
                <a:spcPts val="100"/>
              </a:spcBef>
              <a:defRPr/>
            </a:pPr>
            <a:r>
              <a:rPr lang="en-US" sz="1000" spc="-5">
                <a:solidFill>
                  <a:prstClr val="black"/>
                </a:solidFill>
                <a:latin typeface="Calibri Light"/>
                <a:cs typeface="Calibri Light"/>
              </a:rPr>
              <a:t>Omnichannel Communication</a:t>
            </a:r>
            <a:endParaRPr sz="1000">
              <a:solidFill>
                <a:prstClr val="black"/>
              </a:solidFill>
              <a:latin typeface="Calibri Light"/>
              <a:cs typeface="Calibri Light"/>
            </a:endParaRPr>
          </a:p>
        </p:txBody>
      </p:sp>
      <p:sp>
        <p:nvSpPr>
          <p:cNvPr id="81" name="object 41">
            <a:extLst>
              <a:ext uri="{FF2B5EF4-FFF2-40B4-BE49-F238E27FC236}">
                <a16:creationId xmlns:a16="http://schemas.microsoft.com/office/drawing/2014/main" id="{8A4AAA4D-F80C-8C49-F644-CA127709A3DA}"/>
              </a:ext>
            </a:extLst>
          </p:cNvPr>
          <p:cNvSpPr txBox="1"/>
          <p:nvPr/>
        </p:nvSpPr>
        <p:spPr>
          <a:xfrm>
            <a:off x="4171556" y="4777345"/>
            <a:ext cx="1280160" cy="166071"/>
          </a:xfrm>
          <a:prstGeom prst="rect">
            <a:avLst/>
          </a:prstGeom>
        </p:spPr>
        <p:txBody>
          <a:bodyPr vert="horz" wrap="square" lIns="0" tIns="12065" rIns="0" bIns="0" rtlCol="0">
            <a:spAutoFit/>
          </a:bodyPr>
          <a:lstStyle/>
          <a:p>
            <a:pPr marL="12700">
              <a:spcBef>
                <a:spcPts val="95"/>
              </a:spcBef>
              <a:defRPr/>
            </a:pPr>
            <a:r>
              <a:rPr lang="en-US" sz="1000" spc="-10">
                <a:solidFill>
                  <a:srgbClr val="303030"/>
                </a:solidFill>
                <a:latin typeface="Calibri Light"/>
                <a:cs typeface="Calibri Light"/>
              </a:rPr>
              <a:t>Central Data Repository</a:t>
            </a:r>
            <a:endParaRPr sz="1000">
              <a:solidFill>
                <a:prstClr val="black"/>
              </a:solidFill>
              <a:latin typeface="Calibri Light"/>
              <a:cs typeface="Calibri Light"/>
            </a:endParaRPr>
          </a:p>
        </p:txBody>
      </p:sp>
      <p:sp>
        <p:nvSpPr>
          <p:cNvPr id="82" name="object 99">
            <a:extLst>
              <a:ext uri="{FF2B5EF4-FFF2-40B4-BE49-F238E27FC236}">
                <a16:creationId xmlns:a16="http://schemas.microsoft.com/office/drawing/2014/main" id="{9A1F50E1-5264-07F5-4982-A1D564FBAA71}"/>
              </a:ext>
            </a:extLst>
          </p:cNvPr>
          <p:cNvSpPr txBox="1"/>
          <p:nvPr/>
        </p:nvSpPr>
        <p:spPr>
          <a:xfrm>
            <a:off x="1095552" y="1740356"/>
            <a:ext cx="1526488"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Integrated data</a:t>
            </a:r>
            <a:r>
              <a:rPr sz="1000" spc="-50">
                <a:solidFill>
                  <a:srgbClr val="3B7A1F"/>
                </a:solidFill>
                <a:latin typeface="Calibri Light"/>
                <a:cs typeface="Calibri Light"/>
              </a:rPr>
              <a:t> </a:t>
            </a:r>
            <a:r>
              <a:rPr sz="1000" spc="-5">
                <a:solidFill>
                  <a:srgbClr val="3B7A1F"/>
                </a:solidFill>
                <a:latin typeface="Calibri Light"/>
                <a:cs typeface="Calibri Light"/>
              </a:rPr>
              <a:t>management</a:t>
            </a:r>
            <a:endParaRPr sz="1000">
              <a:solidFill>
                <a:srgbClr val="3B7A1F"/>
              </a:solidFill>
              <a:latin typeface="Calibri Light"/>
              <a:cs typeface="Calibri Light"/>
            </a:endParaRPr>
          </a:p>
        </p:txBody>
      </p:sp>
      <p:sp>
        <p:nvSpPr>
          <p:cNvPr id="83" name="object 99">
            <a:extLst>
              <a:ext uri="{FF2B5EF4-FFF2-40B4-BE49-F238E27FC236}">
                <a16:creationId xmlns:a16="http://schemas.microsoft.com/office/drawing/2014/main" id="{8CCD8E00-1EC6-2662-0C83-58C1DB51B5BB}"/>
              </a:ext>
            </a:extLst>
          </p:cNvPr>
          <p:cNvSpPr txBox="1"/>
          <p:nvPr/>
        </p:nvSpPr>
        <p:spPr>
          <a:xfrm>
            <a:off x="8148308" y="5411726"/>
            <a:ext cx="1610118" cy="166712"/>
          </a:xfrm>
          <a:prstGeom prst="rect">
            <a:avLst/>
          </a:prstGeom>
        </p:spPr>
        <p:txBody>
          <a:bodyPr vert="horz" wrap="square" lIns="0" tIns="12700" rIns="0" bIns="0" rtlCol="0">
            <a:spAutoFit/>
          </a:bodyPr>
          <a:lstStyle/>
          <a:p>
            <a:pPr marL="12700">
              <a:spcBef>
                <a:spcPts val="100"/>
              </a:spcBef>
              <a:defRPr/>
            </a:pPr>
            <a:r>
              <a:rPr sz="1000" spc="-5">
                <a:solidFill>
                  <a:srgbClr val="3B7A1F"/>
                </a:solidFill>
                <a:latin typeface="Calibri Light"/>
                <a:cs typeface="Calibri Light"/>
              </a:rPr>
              <a:t>Battery</a:t>
            </a:r>
            <a:r>
              <a:rPr lang="en-US" sz="1000" spc="-5">
                <a:solidFill>
                  <a:srgbClr val="3B7A1F"/>
                </a:solidFill>
                <a:latin typeface="Calibri Light"/>
                <a:cs typeface="Calibri Light"/>
              </a:rPr>
              <a:t> Storage Energy System </a:t>
            </a:r>
            <a:endParaRPr sz="1000">
              <a:solidFill>
                <a:srgbClr val="3B7A1F"/>
              </a:solidFill>
              <a:latin typeface="Calibri Light"/>
              <a:cs typeface="Calibri Light"/>
            </a:endParaRPr>
          </a:p>
        </p:txBody>
      </p:sp>
      <p:sp>
        <p:nvSpPr>
          <p:cNvPr id="84" name="object 100">
            <a:extLst>
              <a:ext uri="{FF2B5EF4-FFF2-40B4-BE49-F238E27FC236}">
                <a16:creationId xmlns:a16="http://schemas.microsoft.com/office/drawing/2014/main" id="{7447752A-58BE-C45C-17D6-54473665A5C1}"/>
              </a:ext>
            </a:extLst>
          </p:cNvPr>
          <p:cNvSpPr txBox="1"/>
          <p:nvPr/>
        </p:nvSpPr>
        <p:spPr>
          <a:xfrm>
            <a:off x="2379002" y="3254157"/>
            <a:ext cx="1619455" cy="166712"/>
          </a:xfrm>
          <a:prstGeom prst="rect">
            <a:avLst/>
          </a:prstGeom>
        </p:spPr>
        <p:txBody>
          <a:bodyPr vert="horz" wrap="square" lIns="0" tIns="12700" rIns="0" bIns="0" rtlCol="0">
            <a:spAutoFit/>
          </a:bodyPr>
          <a:lstStyle/>
          <a:p>
            <a:pPr marL="12700">
              <a:spcBef>
                <a:spcPts val="100"/>
              </a:spcBef>
              <a:defRPr/>
            </a:pPr>
            <a:r>
              <a:rPr lang="en-US" sz="1000" spc="-5">
                <a:solidFill>
                  <a:srgbClr val="3B7A1F"/>
                </a:solidFill>
                <a:latin typeface="Calibri Light"/>
                <a:cs typeface="Calibri Light"/>
              </a:rPr>
              <a:t>DER Integration &amp; Grid Stability</a:t>
            </a:r>
            <a:endParaRPr sz="1000">
              <a:solidFill>
                <a:srgbClr val="3B7A1F"/>
              </a:solidFill>
              <a:latin typeface="Calibri Light"/>
              <a:cs typeface="Calibri Light"/>
            </a:endParaRPr>
          </a:p>
        </p:txBody>
      </p:sp>
    </p:spTree>
    <p:extLst>
      <p:ext uri="{BB962C8B-B14F-4D97-AF65-F5344CB8AC3E}">
        <p14:creationId xmlns:p14="http://schemas.microsoft.com/office/powerpoint/2010/main" val="9000104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lgn="just">
              <a:spcAft>
                <a:spcPts val="600"/>
              </a:spcAft>
            </a:pPr>
            <a:r>
              <a:rPr lang="en-US" sz="1000" b="1">
                <a:solidFill>
                  <a:schemeClr val="bg1"/>
                </a:solidFill>
              </a:rPr>
              <a:t>Deloitte</a:t>
            </a:r>
            <a:r>
              <a:rPr lang="en-US" sz="1000">
                <a:solidFill>
                  <a:schemeClr val="bg1"/>
                </a:solidFill>
              </a:rPr>
              <a:t>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spcAft>
                <a:spcPts val="600"/>
              </a:spcAft>
            </a:pPr>
            <a:r>
              <a:rPr lang="en-US" sz="1000">
                <a:solidFill>
                  <a:schemeClr val="bg1"/>
                </a:solidFill>
              </a:rPr>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spcAft>
                <a:spcPts val="600"/>
              </a:spcAft>
            </a:pPr>
            <a:r>
              <a:rPr lang="en-US" sz="1000">
                <a:solidFill>
                  <a:schemeClr val="bg1"/>
                </a:solidFill>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lgn="just">
              <a:spcAft>
                <a:spcPts val="600"/>
              </a:spcAft>
            </a:pPr>
            <a:r>
              <a:rPr lang="en-US" sz="1000">
                <a:solidFill>
                  <a:schemeClr val="bg1"/>
                </a:solidFill>
              </a:rPr>
              <a:t>©2025 Deloitte Touche Tohmatsu India LLP. Member of Deloitte Touche Tohmatsu Limited</a:t>
            </a:r>
          </a:p>
          <a:p>
            <a:pPr algn="just">
              <a:spcAft>
                <a:spcPts val="600"/>
              </a:spcAft>
            </a:pPr>
            <a:r>
              <a:rPr lang="en-US" sz="1000">
                <a:solidFill>
                  <a:schemeClr val="bg1"/>
                </a:solidFill>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2293846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4664" y="651599"/>
            <a:ext cx="11456571" cy="283824"/>
          </a:xfrm>
        </p:spPr>
        <p:txBody>
          <a:bodyPr/>
          <a:lstStyle/>
          <a:p>
            <a:pPr algn="just"/>
            <a:r>
              <a:rPr lang="en-US" sz="1400">
                <a:solidFill>
                  <a:schemeClr val="tx1">
                    <a:lumMod val="65000"/>
                    <a:lumOff val="35000"/>
                  </a:schemeClr>
                </a:solidFill>
                <a:latin typeface="Arial" panose="020B0604020202020204" pitchFamily="34" charset="0"/>
                <a:cs typeface="Arial" panose="020B0604020202020204" pitchFamily="34" charset="0"/>
              </a:rPr>
              <a:t>Deloitte will inherit a multi faceted project management and coordination approach to regularly apprise stakeholders with project progress </a:t>
            </a:r>
          </a:p>
        </p:txBody>
      </p:sp>
      <p:sp>
        <p:nvSpPr>
          <p:cNvPr id="6" name="Title 5"/>
          <p:cNvSpPr>
            <a:spLocks noGrp="1"/>
          </p:cNvSpPr>
          <p:nvPr>
            <p:ph type="title"/>
          </p:nvPr>
        </p:nvSpPr>
        <p:spPr/>
        <p:txBody>
          <a:bodyPr vert="horz"/>
          <a:lstStyle/>
          <a:p>
            <a:r>
              <a:rPr lang="en-US" sz="2000" b="1">
                <a:latin typeface="Arial" panose="020B0604020202020204" pitchFamily="34" charset="0"/>
                <a:cs typeface="Arial" panose="020B0604020202020204" pitchFamily="34" charset="0"/>
              </a:rPr>
              <a:t>Project Management &amp; Implementation Methodology</a:t>
            </a:r>
            <a:endParaRPr lang="en-GB" sz="2000" b="1">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7BBA126C-CFC4-4CE6-7775-7DA80092C2B9}"/>
              </a:ext>
            </a:extLst>
          </p:cNvPr>
          <p:cNvGrpSpPr>
            <a:grpSpLocks/>
          </p:cNvGrpSpPr>
          <p:nvPr/>
        </p:nvGrpSpPr>
        <p:grpSpPr bwMode="auto">
          <a:xfrm>
            <a:off x="-22347" y="940003"/>
            <a:ext cx="5476875" cy="5922577"/>
            <a:chOff x="2606222" y="2935741"/>
            <a:chExt cx="8845551" cy="3951287"/>
          </a:xfrm>
        </p:grpSpPr>
        <p:sp>
          <p:nvSpPr>
            <p:cNvPr id="28" name="Freeform 8">
              <a:extLst>
                <a:ext uri="{FF2B5EF4-FFF2-40B4-BE49-F238E27FC236}">
                  <a16:creationId xmlns:a16="http://schemas.microsoft.com/office/drawing/2014/main" id="{17D15D8B-1CC5-278A-FD8C-442EB4C57890}"/>
                </a:ext>
              </a:extLst>
            </p:cNvPr>
            <p:cNvSpPr>
              <a:spLocks/>
            </p:cNvSpPr>
            <p:nvPr/>
          </p:nvSpPr>
          <p:spPr bwMode="auto">
            <a:xfrm>
              <a:off x="2606222" y="2935741"/>
              <a:ext cx="8845551" cy="3951287"/>
            </a:xfrm>
            <a:custGeom>
              <a:avLst/>
              <a:gdLst>
                <a:gd name="T0" fmla="*/ 2339 w 3076"/>
                <a:gd name="T1" fmla="*/ 212 h 1372"/>
                <a:gd name="T2" fmla="*/ 1696 w 3076"/>
                <a:gd name="T3" fmla="*/ 69 h 1372"/>
                <a:gd name="T4" fmla="*/ 1942 w 3076"/>
                <a:gd name="T5" fmla="*/ 0 h 1372"/>
                <a:gd name="T6" fmla="*/ 1920 w 3076"/>
                <a:gd name="T7" fmla="*/ 0 h 1372"/>
                <a:gd name="T8" fmla="*/ 1567 w 3076"/>
                <a:gd name="T9" fmla="*/ 43 h 1372"/>
                <a:gd name="T10" fmla="*/ 1835 w 3076"/>
                <a:gd name="T11" fmla="*/ 196 h 1372"/>
                <a:gd name="T12" fmla="*/ 1888 w 3076"/>
                <a:gd name="T13" fmla="*/ 574 h 1372"/>
                <a:gd name="T14" fmla="*/ 0 w 3076"/>
                <a:gd name="T15" fmla="*/ 1364 h 1372"/>
                <a:gd name="T16" fmla="*/ 0 w 3076"/>
                <a:gd name="T17" fmla="*/ 1372 h 1372"/>
                <a:gd name="T18" fmla="*/ 2499 w 3076"/>
                <a:gd name="T19" fmla="*/ 1372 h 1372"/>
                <a:gd name="T20" fmla="*/ 2832 w 3076"/>
                <a:gd name="T21" fmla="*/ 944 h 1372"/>
                <a:gd name="T22" fmla="*/ 2339 w 3076"/>
                <a:gd name="T23" fmla="*/ 212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6" h="1372">
                  <a:moveTo>
                    <a:pt x="2339" y="212"/>
                  </a:moveTo>
                  <a:cubicBezTo>
                    <a:pt x="1881" y="99"/>
                    <a:pt x="1736" y="99"/>
                    <a:pt x="1696" y="69"/>
                  </a:cubicBezTo>
                  <a:cubicBezTo>
                    <a:pt x="1661" y="43"/>
                    <a:pt x="1885" y="8"/>
                    <a:pt x="1942" y="0"/>
                  </a:cubicBezTo>
                  <a:cubicBezTo>
                    <a:pt x="1920" y="0"/>
                    <a:pt x="1920" y="0"/>
                    <a:pt x="1920" y="0"/>
                  </a:cubicBezTo>
                  <a:cubicBezTo>
                    <a:pt x="1861" y="4"/>
                    <a:pt x="1734" y="14"/>
                    <a:pt x="1567" y="43"/>
                  </a:cubicBezTo>
                  <a:cubicBezTo>
                    <a:pt x="1354" y="79"/>
                    <a:pt x="1620" y="150"/>
                    <a:pt x="1835" y="196"/>
                  </a:cubicBezTo>
                  <a:cubicBezTo>
                    <a:pt x="2050" y="243"/>
                    <a:pt x="2255" y="353"/>
                    <a:pt x="1888" y="574"/>
                  </a:cubicBezTo>
                  <a:cubicBezTo>
                    <a:pt x="996" y="1111"/>
                    <a:pt x="256" y="1307"/>
                    <a:pt x="0" y="1364"/>
                  </a:cubicBezTo>
                  <a:cubicBezTo>
                    <a:pt x="0" y="1372"/>
                    <a:pt x="0" y="1372"/>
                    <a:pt x="0" y="1372"/>
                  </a:cubicBezTo>
                  <a:cubicBezTo>
                    <a:pt x="2499" y="1372"/>
                    <a:pt x="2499" y="1372"/>
                    <a:pt x="2499" y="1372"/>
                  </a:cubicBezTo>
                  <a:cubicBezTo>
                    <a:pt x="2628" y="1226"/>
                    <a:pt x="2767" y="1050"/>
                    <a:pt x="2832" y="944"/>
                  </a:cubicBezTo>
                  <a:cubicBezTo>
                    <a:pt x="3076" y="549"/>
                    <a:pt x="2796" y="324"/>
                    <a:pt x="2339" y="212"/>
                  </a:cubicBezTo>
                  <a:close/>
                </a:path>
              </a:pathLst>
            </a:custGeom>
            <a:solidFill>
              <a:srgbClr val="292929"/>
            </a:solidFill>
            <a:ln>
              <a:noFill/>
            </a:ln>
          </p:spPr>
          <p:txBody>
            <a:bodyPr lIns="68580" tIns="34290" rIns="68580" bIns="34290"/>
            <a:lstStyle/>
            <a:p>
              <a:pPr>
                <a:defRPr/>
              </a:pPr>
              <a:endParaRPr lang="id-ID" sz="1350"/>
            </a:p>
          </p:txBody>
        </p:sp>
        <p:sp>
          <p:nvSpPr>
            <p:cNvPr id="29" name="Freeform 9">
              <a:extLst>
                <a:ext uri="{FF2B5EF4-FFF2-40B4-BE49-F238E27FC236}">
                  <a16:creationId xmlns:a16="http://schemas.microsoft.com/office/drawing/2014/main" id="{C321E6AC-BE12-8156-635A-837594906096}"/>
                </a:ext>
              </a:extLst>
            </p:cNvPr>
            <p:cNvSpPr>
              <a:spLocks/>
            </p:cNvSpPr>
            <p:nvPr/>
          </p:nvSpPr>
          <p:spPr bwMode="auto">
            <a:xfrm>
              <a:off x="6531596" y="2935741"/>
              <a:ext cx="3271572" cy="3951287"/>
            </a:xfrm>
            <a:custGeom>
              <a:avLst/>
              <a:gdLst>
                <a:gd name="T0" fmla="*/ 1070 w 1138"/>
                <a:gd name="T1" fmla="*/ 369 h 1372"/>
                <a:gd name="T2" fmla="*/ 878 w 1138"/>
                <a:gd name="T3" fmla="*/ 253 h 1372"/>
                <a:gd name="T4" fmla="*/ 680 w 1138"/>
                <a:gd name="T5" fmla="*/ 193 h 1372"/>
                <a:gd name="T6" fmla="*/ 332 w 1138"/>
                <a:gd name="T7" fmla="*/ 117 h 1372"/>
                <a:gd name="T8" fmla="*/ 259 w 1138"/>
                <a:gd name="T9" fmla="*/ 98 h 1372"/>
                <a:gd name="T10" fmla="*/ 229 w 1138"/>
                <a:gd name="T11" fmla="*/ 82 h 1372"/>
                <a:gd name="T12" fmla="*/ 245 w 1138"/>
                <a:gd name="T13" fmla="*/ 61 h 1372"/>
                <a:gd name="T14" fmla="*/ 363 w 1138"/>
                <a:gd name="T15" fmla="*/ 30 h 1372"/>
                <a:gd name="T16" fmla="*/ 572 w 1138"/>
                <a:gd name="T17" fmla="*/ 0 h 1372"/>
                <a:gd name="T18" fmla="*/ 563 w 1138"/>
                <a:gd name="T19" fmla="*/ 0 h 1372"/>
                <a:gd name="T20" fmla="*/ 363 w 1138"/>
                <a:gd name="T21" fmla="*/ 27 h 1372"/>
                <a:gd name="T22" fmla="*/ 244 w 1138"/>
                <a:gd name="T23" fmla="*/ 58 h 1372"/>
                <a:gd name="T24" fmla="*/ 226 w 1138"/>
                <a:gd name="T25" fmla="*/ 84 h 1372"/>
                <a:gd name="T26" fmla="*/ 258 w 1138"/>
                <a:gd name="T27" fmla="*/ 101 h 1372"/>
                <a:gd name="T28" fmla="*/ 332 w 1138"/>
                <a:gd name="T29" fmla="*/ 120 h 1372"/>
                <a:gd name="T30" fmla="*/ 679 w 1138"/>
                <a:gd name="T31" fmla="*/ 198 h 1372"/>
                <a:gd name="T32" fmla="*/ 876 w 1138"/>
                <a:gd name="T33" fmla="*/ 258 h 1372"/>
                <a:gd name="T34" fmla="*/ 1065 w 1138"/>
                <a:gd name="T35" fmla="*/ 373 h 1372"/>
                <a:gd name="T36" fmla="*/ 1085 w 1138"/>
                <a:gd name="T37" fmla="*/ 592 h 1372"/>
                <a:gd name="T38" fmla="*/ 917 w 1138"/>
                <a:gd name="T39" fmla="*/ 780 h 1372"/>
                <a:gd name="T40" fmla="*/ 0 w 1138"/>
                <a:gd name="T41" fmla="*/ 1372 h 1372"/>
                <a:gd name="T42" fmla="*/ 66 w 1138"/>
                <a:gd name="T43" fmla="*/ 1372 h 1372"/>
                <a:gd name="T44" fmla="*/ 926 w 1138"/>
                <a:gd name="T45" fmla="*/ 786 h 1372"/>
                <a:gd name="T46" fmla="*/ 1090 w 1138"/>
                <a:gd name="T47" fmla="*/ 594 h 1372"/>
                <a:gd name="T48" fmla="*/ 1070 w 1138"/>
                <a:gd name="T49" fmla="*/ 369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38" h="1372">
                  <a:moveTo>
                    <a:pt x="1070" y="369"/>
                  </a:moveTo>
                  <a:cubicBezTo>
                    <a:pt x="1016" y="311"/>
                    <a:pt x="945" y="280"/>
                    <a:pt x="878" y="253"/>
                  </a:cubicBezTo>
                  <a:cubicBezTo>
                    <a:pt x="811" y="228"/>
                    <a:pt x="744" y="209"/>
                    <a:pt x="680" y="193"/>
                  </a:cubicBezTo>
                  <a:cubicBezTo>
                    <a:pt x="551" y="163"/>
                    <a:pt x="435" y="139"/>
                    <a:pt x="332" y="117"/>
                  </a:cubicBezTo>
                  <a:cubicBezTo>
                    <a:pt x="307" y="111"/>
                    <a:pt x="282" y="105"/>
                    <a:pt x="259" y="98"/>
                  </a:cubicBezTo>
                  <a:cubicBezTo>
                    <a:pt x="248" y="94"/>
                    <a:pt x="236" y="90"/>
                    <a:pt x="229" y="82"/>
                  </a:cubicBezTo>
                  <a:cubicBezTo>
                    <a:pt x="221" y="73"/>
                    <a:pt x="237" y="65"/>
                    <a:pt x="245" y="61"/>
                  </a:cubicBezTo>
                  <a:cubicBezTo>
                    <a:pt x="286" y="44"/>
                    <a:pt x="327" y="37"/>
                    <a:pt x="363" y="30"/>
                  </a:cubicBezTo>
                  <a:cubicBezTo>
                    <a:pt x="468" y="11"/>
                    <a:pt x="540" y="3"/>
                    <a:pt x="572" y="0"/>
                  </a:cubicBezTo>
                  <a:cubicBezTo>
                    <a:pt x="563" y="0"/>
                    <a:pt x="563" y="0"/>
                    <a:pt x="563" y="0"/>
                  </a:cubicBezTo>
                  <a:cubicBezTo>
                    <a:pt x="528" y="3"/>
                    <a:pt x="459" y="11"/>
                    <a:pt x="363" y="27"/>
                  </a:cubicBezTo>
                  <a:cubicBezTo>
                    <a:pt x="327" y="35"/>
                    <a:pt x="286" y="41"/>
                    <a:pt x="244" y="58"/>
                  </a:cubicBezTo>
                  <a:cubicBezTo>
                    <a:pt x="236" y="62"/>
                    <a:pt x="216" y="70"/>
                    <a:pt x="226" y="84"/>
                  </a:cubicBezTo>
                  <a:cubicBezTo>
                    <a:pt x="235" y="93"/>
                    <a:pt x="247" y="97"/>
                    <a:pt x="258" y="101"/>
                  </a:cubicBezTo>
                  <a:cubicBezTo>
                    <a:pt x="281" y="109"/>
                    <a:pt x="306" y="115"/>
                    <a:pt x="332" y="120"/>
                  </a:cubicBezTo>
                  <a:cubicBezTo>
                    <a:pt x="434" y="143"/>
                    <a:pt x="551" y="168"/>
                    <a:pt x="679" y="198"/>
                  </a:cubicBezTo>
                  <a:cubicBezTo>
                    <a:pt x="743" y="214"/>
                    <a:pt x="809" y="233"/>
                    <a:pt x="876" y="258"/>
                  </a:cubicBezTo>
                  <a:cubicBezTo>
                    <a:pt x="943" y="284"/>
                    <a:pt x="1013" y="316"/>
                    <a:pt x="1065" y="373"/>
                  </a:cubicBezTo>
                  <a:cubicBezTo>
                    <a:pt x="1119" y="428"/>
                    <a:pt x="1132" y="522"/>
                    <a:pt x="1085" y="592"/>
                  </a:cubicBezTo>
                  <a:cubicBezTo>
                    <a:pt x="1043" y="662"/>
                    <a:pt x="982" y="722"/>
                    <a:pt x="917" y="780"/>
                  </a:cubicBezTo>
                  <a:cubicBezTo>
                    <a:pt x="660" y="998"/>
                    <a:pt x="341" y="1188"/>
                    <a:pt x="0" y="1372"/>
                  </a:cubicBezTo>
                  <a:cubicBezTo>
                    <a:pt x="66" y="1372"/>
                    <a:pt x="66" y="1372"/>
                    <a:pt x="66" y="1372"/>
                  </a:cubicBezTo>
                  <a:cubicBezTo>
                    <a:pt x="399" y="1190"/>
                    <a:pt x="672" y="1003"/>
                    <a:pt x="926" y="786"/>
                  </a:cubicBezTo>
                  <a:cubicBezTo>
                    <a:pt x="991" y="728"/>
                    <a:pt x="1048" y="666"/>
                    <a:pt x="1090" y="594"/>
                  </a:cubicBezTo>
                  <a:cubicBezTo>
                    <a:pt x="1138" y="524"/>
                    <a:pt x="1125" y="426"/>
                    <a:pt x="1070" y="369"/>
                  </a:cubicBezTo>
                  <a:close/>
                </a:path>
              </a:pathLst>
            </a:custGeom>
            <a:solidFill>
              <a:schemeClr val="accent4"/>
            </a:solidFill>
            <a:ln>
              <a:noFill/>
            </a:ln>
          </p:spPr>
          <p:txBody>
            <a:bodyPr lIns="68580" tIns="34290" rIns="68580" bIns="34290"/>
            <a:lstStyle/>
            <a:p>
              <a:pPr>
                <a:defRPr/>
              </a:pPr>
              <a:endParaRPr lang="id-ID" sz="1350"/>
            </a:p>
          </p:txBody>
        </p:sp>
      </p:grpSp>
      <p:grpSp>
        <p:nvGrpSpPr>
          <p:cNvPr id="30" name="Group 29">
            <a:extLst>
              <a:ext uri="{FF2B5EF4-FFF2-40B4-BE49-F238E27FC236}">
                <a16:creationId xmlns:a16="http://schemas.microsoft.com/office/drawing/2014/main" id="{FE010355-F1C8-B3D9-80D1-37C2E60F2B7A}"/>
              </a:ext>
            </a:extLst>
          </p:cNvPr>
          <p:cNvGrpSpPr/>
          <p:nvPr/>
        </p:nvGrpSpPr>
        <p:grpSpPr>
          <a:xfrm>
            <a:off x="2471503" y="5505243"/>
            <a:ext cx="649271" cy="941843"/>
            <a:chOff x="2682876" y="1790701"/>
            <a:chExt cx="514350" cy="746125"/>
          </a:xfrm>
          <a:effectLst>
            <a:outerShdw blurRad="76200" dir="18900000" sy="23000" kx="-1200000" algn="bl" rotWithShape="0">
              <a:prstClr val="black">
                <a:alpha val="20000"/>
              </a:prstClr>
            </a:outerShdw>
          </a:effectLst>
        </p:grpSpPr>
        <p:sp>
          <p:nvSpPr>
            <p:cNvPr id="31" name="Freeform 6">
              <a:extLst>
                <a:ext uri="{FF2B5EF4-FFF2-40B4-BE49-F238E27FC236}">
                  <a16:creationId xmlns:a16="http://schemas.microsoft.com/office/drawing/2014/main" id="{6734B54B-385E-B127-5D13-2A7E9E5E5805}"/>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1"/>
            </a:solidFill>
            <a:ln>
              <a:noFill/>
            </a:ln>
          </p:spPr>
          <p:txBody>
            <a:bodyPr lIns="68580" tIns="34290" rIns="68580" bIns="34290"/>
            <a:lstStyle/>
            <a:p>
              <a:pPr>
                <a:defRPr/>
              </a:pPr>
              <a:endParaRPr lang="en-US" sz="1350"/>
            </a:p>
          </p:txBody>
        </p:sp>
        <p:sp>
          <p:nvSpPr>
            <p:cNvPr id="32" name="Freeform 7">
              <a:extLst>
                <a:ext uri="{FF2B5EF4-FFF2-40B4-BE49-F238E27FC236}">
                  <a16:creationId xmlns:a16="http://schemas.microsoft.com/office/drawing/2014/main" id="{1EB7083A-919E-A176-7721-6DE440454F04}"/>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1">
                <a:lumMod val="75000"/>
              </a:schemeClr>
            </a:solidFill>
            <a:ln>
              <a:noFill/>
            </a:ln>
          </p:spPr>
          <p:txBody>
            <a:bodyPr lIns="68580" tIns="34290" rIns="68580" bIns="34290"/>
            <a:lstStyle/>
            <a:p>
              <a:pPr>
                <a:defRPr/>
              </a:pPr>
              <a:endParaRPr lang="en-US" sz="1350"/>
            </a:p>
          </p:txBody>
        </p:sp>
        <p:sp>
          <p:nvSpPr>
            <p:cNvPr id="34" name="Oval 33">
              <a:extLst>
                <a:ext uri="{FF2B5EF4-FFF2-40B4-BE49-F238E27FC236}">
                  <a16:creationId xmlns:a16="http://schemas.microsoft.com/office/drawing/2014/main" id="{36C882BF-8071-0363-2B96-1C58A0EBE0C3}"/>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35" name="Group 34">
            <a:extLst>
              <a:ext uri="{FF2B5EF4-FFF2-40B4-BE49-F238E27FC236}">
                <a16:creationId xmlns:a16="http://schemas.microsoft.com/office/drawing/2014/main" id="{5F44FFB2-5F92-F564-692A-EC6EFF5D9C60}"/>
              </a:ext>
            </a:extLst>
          </p:cNvPr>
          <p:cNvGrpSpPr/>
          <p:nvPr/>
        </p:nvGrpSpPr>
        <p:grpSpPr>
          <a:xfrm>
            <a:off x="3477637" y="4043145"/>
            <a:ext cx="570668" cy="827820"/>
            <a:chOff x="2682876" y="1790701"/>
            <a:chExt cx="514350" cy="746125"/>
          </a:xfrm>
          <a:effectLst>
            <a:outerShdw blurRad="76200" dir="18900000" sy="23000" kx="-1200000" algn="bl" rotWithShape="0">
              <a:prstClr val="black">
                <a:alpha val="20000"/>
              </a:prstClr>
            </a:outerShdw>
          </a:effectLst>
        </p:grpSpPr>
        <p:sp>
          <p:nvSpPr>
            <p:cNvPr id="36" name="Freeform 12">
              <a:extLst>
                <a:ext uri="{FF2B5EF4-FFF2-40B4-BE49-F238E27FC236}">
                  <a16:creationId xmlns:a16="http://schemas.microsoft.com/office/drawing/2014/main" id="{662D4FB3-D0C0-CACB-2A7A-32199DABE73C}"/>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2"/>
            </a:solidFill>
            <a:ln>
              <a:noFill/>
            </a:ln>
          </p:spPr>
          <p:txBody>
            <a:bodyPr lIns="68580" tIns="34290" rIns="68580" bIns="34290"/>
            <a:lstStyle/>
            <a:p>
              <a:pPr>
                <a:defRPr/>
              </a:pPr>
              <a:endParaRPr lang="en-US" sz="1350"/>
            </a:p>
          </p:txBody>
        </p:sp>
        <p:sp>
          <p:nvSpPr>
            <p:cNvPr id="37" name="Freeform 13">
              <a:extLst>
                <a:ext uri="{FF2B5EF4-FFF2-40B4-BE49-F238E27FC236}">
                  <a16:creationId xmlns:a16="http://schemas.microsoft.com/office/drawing/2014/main" id="{AFA9B851-B38D-C98E-797E-591DEC3D7BE1}"/>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2">
                <a:lumMod val="75000"/>
              </a:schemeClr>
            </a:solidFill>
            <a:ln>
              <a:noFill/>
            </a:ln>
          </p:spPr>
          <p:txBody>
            <a:bodyPr lIns="68580" tIns="34290" rIns="68580" bIns="34290"/>
            <a:lstStyle/>
            <a:p>
              <a:pPr>
                <a:defRPr/>
              </a:pPr>
              <a:endParaRPr lang="en-US" sz="1350"/>
            </a:p>
          </p:txBody>
        </p:sp>
        <p:sp>
          <p:nvSpPr>
            <p:cNvPr id="38" name="Oval 37">
              <a:extLst>
                <a:ext uri="{FF2B5EF4-FFF2-40B4-BE49-F238E27FC236}">
                  <a16:creationId xmlns:a16="http://schemas.microsoft.com/office/drawing/2014/main" id="{507DB840-F88A-CD80-7B76-2DC19362AEDA}"/>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39" name="Group 38">
            <a:extLst>
              <a:ext uri="{FF2B5EF4-FFF2-40B4-BE49-F238E27FC236}">
                <a16:creationId xmlns:a16="http://schemas.microsoft.com/office/drawing/2014/main" id="{11F53ED1-0BFF-72C3-1F00-5574568D046E}"/>
              </a:ext>
            </a:extLst>
          </p:cNvPr>
          <p:cNvGrpSpPr/>
          <p:nvPr/>
        </p:nvGrpSpPr>
        <p:grpSpPr>
          <a:xfrm>
            <a:off x="4162053" y="2580821"/>
            <a:ext cx="461116" cy="668903"/>
            <a:chOff x="2682876" y="1790701"/>
            <a:chExt cx="514350" cy="746125"/>
          </a:xfrm>
          <a:effectLst>
            <a:outerShdw blurRad="76200" dir="18900000" sy="23000" kx="-1200000" algn="bl" rotWithShape="0">
              <a:prstClr val="black">
                <a:alpha val="20000"/>
              </a:prstClr>
            </a:outerShdw>
          </a:effectLst>
        </p:grpSpPr>
        <p:sp>
          <p:nvSpPr>
            <p:cNvPr id="40" name="Freeform 16">
              <a:extLst>
                <a:ext uri="{FF2B5EF4-FFF2-40B4-BE49-F238E27FC236}">
                  <a16:creationId xmlns:a16="http://schemas.microsoft.com/office/drawing/2014/main" id="{E4E1FFB7-9FAB-09F9-7887-68353A9093EB}"/>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3"/>
            </a:solidFill>
            <a:ln>
              <a:noFill/>
            </a:ln>
          </p:spPr>
          <p:txBody>
            <a:bodyPr lIns="68580" tIns="34290" rIns="68580" bIns="34290"/>
            <a:lstStyle/>
            <a:p>
              <a:pPr>
                <a:defRPr/>
              </a:pPr>
              <a:endParaRPr lang="en-US" sz="1350"/>
            </a:p>
          </p:txBody>
        </p:sp>
        <p:sp>
          <p:nvSpPr>
            <p:cNvPr id="41" name="Freeform 17">
              <a:extLst>
                <a:ext uri="{FF2B5EF4-FFF2-40B4-BE49-F238E27FC236}">
                  <a16:creationId xmlns:a16="http://schemas.microsoft.com/office/drawing/2014/main" id="{96DBC6B8-46A2-FDC4-1A64-E8112892D379}"/>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3">
                <a:lumMod val="75000"/>
              </a:schemeClr>
            </a:solidFill>
            <a:ln>
              <a:noFill/>
            </a:ln>
          </p:spPr>
          <p:txBody>
            <a:bodyPr lIns="68580" tIns="34290" rIns="68580" bIns="34290"/>
            <a:lstStyle/>
            <a:p>
              <a:pPr>
                <a:defRPr/>
              </a:pPr>
              <a:endParaRPr lang="en-US" sz="1350"/>
            </a:p>
          </p:txBody>
        </p:sp>
        <p:sp>
          <p:nvSpPr>
            <p:cNvPr id="43" name="Oval 42">
              <a:extLst>
                <a:ext uri="{FF2B5EF4-FFF2-40B4-BE49-F238E27FC236}">
                  <a16:creationId xmlns:a16="http://schemas.microsoft.com/office/drawing/2014/main" id="{BA8495D5-022E-F369-E5C4-711A68B5399D}"/>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grpSp>
        <p:nvGrpSpPr>
          <p:cNvPr id="44" name="Group 43">
            <a:extLst>
              <a:ext uri="{FF2B5EF4-FFF2-40B4-BE49-F238E27FC236}">
                <a16:creationId xmlns:a16="http://schemas.microsoft.com/office/drawing/2014/main" id="{98CAB5E3-DA77-64FD-53FE-EC7EC121DB6D}"/>
              </a:ext>
            </a:extLst>
          </p:cNvPr>
          <p:cNvGrpSpPr/>
          <p:nvPr/>
        </p:nvGrpSpPr>
        <p:grpSpPr>
          <a:xfrm>
            <a:off x="3539701" y="1291969"/>
            <a:ext cx="383152" cy="555806"/>
            <a:chOff x="2682876" y="1790701"/>
            <a:chExt cx="514350" cy="746125"/>
          </a:xfrm>
          <a:effectLst>
            <a:outerShdw blurRad="76200" dir="18900000" sy="23000" kx="-1200000" algn="bl" rotWithShape="0">
              <a:prstClr val="black">
                <a:alpha val="20000"/>
              </a:prstClr>
            </a:outerShdw>
          </a:effectLst>
        </p:grpSpPr>
        <p:sp>
          <p:nvSpPr>
            <p:cNvPr id="45" name="Freeform 20">
              <a:extLst>
                <a:ext uri="{FF2B5EF4-FFF2-40B4-BE49-F238E27FC236}">
                  <a16:creationId xmlns:a16="http://schemas.microsoft.com/office/drawing/2014/main" id="{E2D3DBD3-9CF5-16F0-1AE3-2FF18889AD89}"/>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350"/>
            </a:p>
          </p:txBody>
        </p:sp>
        <p:sp>
          <p:nvSpPr>
            <p:cNvPr id="46" name="Freeform 21">
              <a:extLst>
                <a:ext uri="{FF2B5EF4-FFF2-40B4-BE49-F238E27FC236}">
                  <a16:creationId xmlns:a16="http://schemas.microsoft.com/office/drawing/2014/main" id="{DA46A5AD-9652-B3F0-049D-7EEA883C90E6}"/>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350"/>
            </a:p>
          </p:txBody>
        </p:sp>
        <p:sp>
          <p:nvSpPr>
            <p:cNvPr id="47" name="Oval 46">
              <a:extLst>
                <a:ext uri="{FF2B5EF4-FFF2-40B4-BE49-F238E27FC236}">
                  <a16:creationId xmlns:a16="http://schemas.microsoft.com/office/drawing/2014/main" id="{EE330C64-1370-91CB-4A4D-57CC465D1C6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cxnSp>
        <p:nvCxnSpPr>
          <p:cNvPr id="53" name="Straight Arrow Connector 52">
            <a:extLst>
              <a:ext uri="{FF2B5EF4-FFF2-40B4-BE49-F238E27FC236}">
                <a16:creationId xmlns:a16="http://schemas.microsoft.com/office/drawing/2014/main" id="{202218B1-E990-0928-DA16-AB0FFD5466D6}"/>
              </a:ext>
            </a:extLst>
          </p:cNvPr>
          <p:cNvCxnSpPr>
            <a:cxnSpLocks/>
          </p:cNvCxnSpPr>
          <p:nvPr/>
        </p:nvCxnSpPr>
        <p:spPr>
          <a:xfrm>
            <a:off x="3452400" y="6084885"/>
            <a:ext cx="1643411" cy="0"/>
          </a:xfrm>
          <a:prstGeom prst="straightConnector1">
            <a:avLst/>
          </a:prstGeom>
          <a:ln w="19050">
            <a:tailEnd type="oval"/>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8AAA7DC-4AD1-7D87-F51D-B35211C0097A}"/>
              </a:ext>
            </a:extLst>
          </p:cNvPr>
          <p:cNvCxnSpPr>
            <a:cxnSpLocks/>
          </p:cNvCxnSpPr>
          <p:nvPr/>
        </p:nvCxnSpPr>
        <p:spPr>
          <a:xfrm>
            <a:off x="4277384" y="4511428"/>
            <a:ext cx="1168400" cy="0"/>
          </a:xfrm>
          <a:prstGeom prst="straightConnector1">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82278CB-590A-D597-6D72-55B355C402B8}"/>
              </a:ext>
            </a:extLst>
          </p:cNvPr>
          <p:cNvCxnSpPr>
            <a:cxnSpLocks/>
          </p:cNvCxnSpPr>
          <p:nvPr/>
        </p:nvCxnSpPr>
        <p:spPr>
          <a:xfrm>
            <a:off x="4786423" y="2915100"/>
            <a:ext cx="914400" cy="0"/>
          </a:xfrm>
          <a:prstGeom prst="straightConnector1">
            <a:avLst/>
          </a:prstGeom>
          <a:ln w="1905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30F50C6-3487-54AC-202A-BC3C9B7E20FE}"/>
              </a:ext>
            </a:extLst>
          </p:cNvPr>
          <p:cNvCxnSpPr>
            <a:cxnSpLocks/>
          </p:cNvCxnSpPr>
          <p:nvPr/>
        </p:nvCxnSpPr>
        <p:spPr>
          <a:xfrm>
            <a:off x="4070131" y="1520446"/>
            <a:ext cx="738187" cy="0"/>
          </a:xfrm>
          <a:prstGeom prst="straightConnector1">
            <a:avLst/>
          </a:prstGeom>
          <a:ln w="19050">
            <a:solidFill>
              <a:schemeClr val="accent4"/>
            </a:solidFill>
            <a:tailEnd type="ova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5A80303-4315-474C-A124-0856A909F141}"/>
              </a:ext>
            </a:extLst>
          </p:cNvPr>
          <p:cNvSpPr txBox="1"/>
          <p:nvPr/>
        </p:nvSpPr>
        <p:spPr>
          <a:xfrm>
            <a:off x="2584893" y="5665637"/>
            <a:ext cx="418704" cy="369332"/>
          </a:xfrm>
          <a:prstGeom prst="rect">
            <a:avLst/>
          </a:prstGeom>
          <a:noFill/>
        </p:spPr>
        <p:txBody>
          <a:bodyPr wrap="none">
            <a:spAutoFit/>
          </a:bodyPr>
          <a:lstStyle/>
          <a:p>
            <a:pPr algn="ctr">
              <a:defRPr/>
            </a:pPr>
            <a:r>
              <a:rPr lang="en-US" b="1">
                <a:solidFill>
                  <a:schemeClr val="accent1"/>
                </a:solidFill>
                <a:latin typeface="+mj-lt"/>
              </a:rPr>
              <a:t>01</a:t>
            </a:r>
            <a:endParaRPr lang="id-ID" b="1">
              <a:solidFill>
                <a:schemeClr val="accent1"/>
              </a:solidFill>
              <a:latin typeface="+mj-lt"/>
            </a:endParaRPr>
          </a:p>
        </p:txBody>
      </p:sp>
      <p:sp>
        <p:nvSpPr>
          <p:cNvPr id="58" name="TextBox 57">
            <a:extLst>
              <a:ext uri="{FF2B5EF4-FFF2-40B4-BE49-F238E27FC236}">
                <a16:creationId xmlns:a16="http://schemas.microsoft.com/office/drawing/2014/main" id="{6D92837A-4C98-3B66-1819-F765735B3A67}"/>
              </a:ext>
            </a:extLst>
          </p:cNvPr>
          <p:cNvSpPr txBox="1"/>
          <p:nvPr/>
        </p:nvSpPr>
        <p:spPr>
          <a:xfrm>
            <a:off x="3585761" y="4192647"/>
            <a:ext cx="360996" cy="300082"/>
          </a:xfrm>
          <a:prstGeom prst="rect">
            <a:avLst/>
          </a:prstGeom>
          <a:noFill/>
        </p:spPr>
        <p:txBody>
          <a:bodyPr wrap="none">
            <a:spAutoFit/>
          </a:bodyPr>
          <a:lstStyle/>
          <a:p>
            <a:pPr algn="ctr">
              <a:defRPr/>
            </a:pPr>
            <a:r>
              <a:rPr lang="en-US" sz="1350" b="1">
                <a:solidFill>
                  <a:schemeClr val="accent2"/>
                </a:solidFill>
                <a:latin typeface="+mj-lt"/>
              </a:rPr>
              <a:t>02</a:t>
            </a:r>
            <a:endParaRPr lang="id-ID" sz="1350" b="1">
              <a:solidFill>
                <a:schemeClr val="accent2"/>
              </a:solidFill>
              <a:latin typeface="+mj-lt"/>
            </a:endParaRPr>
          </a:p>
        </p:txBody>
      </p:sp>
      <p:sp>
        <p:nvSpPr>
          <p:cNvPr id="59" name="TextBox 58">
            <a:extLst>
              <a:ext uri="{FF2B5EF4-FFF2-40B4-BE49-F238E27FC236}">
                <a16:creationId xmlns:a16="http://schemas.microsoft.com/office/drawing/2014/main" id="{D2A7BF47-34A4-2EE1-3D7E-6902DEDBDAF7}"/>
              </a:ext>
            </a:extLst>
          </p:cNvPr>
          <p:cNvSpPr txBox="1"/>
          <p:nvPr/>
        </p:nvSpPr>
        <p:spPr>
          <a:xfrm>
            <a:off x="4245934" y="2686302"/>
            <a:ext cx="320675" cy="253916"/>
          </a:xfrm>
          <a:prstGeom prst="rect">
            <a:avLst/>
          </a:prstGeom>
          <a:noFill/>
        </p:spPr>
        <p:txBody>
          <a:bodyPr>
            <a:spAutoFit/>
          </a:bodyPr>
          <a:lstStyle/>
          <a:p>
            <a:pPr algn="ctr">
              <a:defRPr/>
            </a:pPr>
            <a:r>
              <a:rPr lang="en-US" sz="1050" b="1">
                <a:solidFill>
                  <a:schemeClr val="accent3"/>
                </a:solidFill>
                <a:latin typeface="+mj-lt"/>
              </a:rPr>
              <a:t>03</a:t>
            </a:r>
            <a:endParaRPr lang="id-ID" sz="1050" b="1">
              <a:solidFill>
                <a:schemeClr val="accent3"/>
              </a:solidFill>
              <a:latin typeface="+mj-lt"/>
            </a:endParaRPr>
          </a:p>
        </p:txBody>
      </p:sp>
      <p:sp>
        <p:nvSpPr>
          <p:cNvPr id="60" name="TextBox 59">
            <a:extLst>
              <a:ext uri="{FF2B5EF4-FFF2-40B4-BE49-F238E27FC236}">
                <a16:creationId xmlns:a16="http://schemas.microsoft.com/office/drawing/2014/main" id="{B6D224C0-353D-EC05-B423-98E5F8EC15DA}"/>
              </a:ext>
            </a:extLst>
          </p:cNvPr>
          <p:cNvSpPr txBox="1"/>
          <p:nvPr/>
        </p:nvSpPr>
        <p:spPr>
          <a:xfrm>
            <a:off x="3554658" y="1357427"/>
            <a:ext cx="322524" cy="253916"/>
          </a:xfrm>
          <a:prstGeom prst="rect">
            <a:avLst/>
          </a:prstGeom>
          <a:noFill/>
        </p:spPr>
        <p:txBody>
          <a:bodyPr wrap="none">
            <a:spAutoFit/>
          </a:bodyPr>
          <a:lstStyle/>
          <a:p>
            <a:pPr algn="ctr">
              <a:defRPr/>
            </a:pPr>
            <a:r>
              <a:rPr lang="en-US" sz="1050" b="1">
                <a:solidFill>
                  <a:schemeClr val="accent4"/>
                </a:solidFill>
                <a:latin typeface="+mj-lt"/>
              </a:rPr>
              <a:t>04</a:t>
            </a:r>
            <a:endParaRPr lang="id-ID" sz="1050" b="1">
              <a:solidFill>
                <a:schemeClr val="accent4"/>
              </a:solidFill>
              <a:latin typeface="+mj-lt"/>
            </a:endParaRPr>
          </a:p>
        </p:txBody>
      </p:sp>
      <p:grpSp>
        <p:nvGrpSpPr>
          <p:cNvPr id="68" name="Group 67">
            <a:extLst>
              <a:ext uri="{FF2B5EF4-FFF2-40B4-BE49-F238E27FC236}">
                <a16:creationId xmlns:a16="http://schemas.microsoft.com/office/drawing/2014/main" id="{D2DB481A-6164-6E45-703E-C63A69FEED99}"/>
              </a:ext>
            </a:extLst>
          </p:cNvPr>
          <p:cNvGrpSpPr/>
          <p:nvPr/>
        </p:nvGrpSpPr>
        <p:grpSpPr>
          <a:xfrm>
            <a:off x="5194124" y="5893971"/>
            <a:ext cx="356127" cy="356127"/>
            <a:chOff x="1046782" y="2461047"/>
            <a:chExt cx="254902" cy="254902"/>
          </a:xfrm>
        </p:grpSpPr>
        <p:sp>
          <p:nvSpPr>
            <p:cNvPr id="69" name="Oval 68">
              <a:extLst>
                <a:ext uri="{FF2B5EF4-FFF2-40B4-BE49-F238E27FC236}">
                  <a16:creationId xmlns:a16="http://schemas.microsoft.com/office/drawing/2014/main" id="{3FCD66B3-C7D8-FF1A-FBD7-4CF20728FDF1}"/>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0" name="Oval 69">
              <a:extLst>
                <a:ext uri="{FF2B5EF4-FFF2-40B4-BE49-F238E27FC236}">
                  <a16:creationId xmlns:a16="http://schemas.microsoft.com/office/drawing/2014/main" id="{5D5DBD4E-DA1E-00C9-EB19-74E440B06E16}"/>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74" name="Group 73">
            <a:extLst>
              <a:ext uri="{FF2B5EF4-FFF2-40B4-BE49-F238E27FC236}">
                <a16:creationId xmlns:a16="http://schemas.microsoft.com/office/drawing/2014/main" id="{BAFDCEC1-E164-B542-4AB5-F666E97B3BBB}"/>
              </a:ext>
            </a:extLst>
          </p:cNvPr>
          <p:cNvGrpSpPr/>
          <p:nvPr/>
        </p:nvGrpSpPr>
        <p:grpSpPr>
          <a:xfrm>
            <a:off x="5582584" y="4336069"/>
            <a:ext cx="356127" cy="356127"/>
            <a:chOff x="1046782" y="2461047"/>
            <a:chExt cx="254902" cy="254902"/>
          </a:xfrm>
        </p:grpSpPr>
        <p:sp>
          <p:nvSpPr>
            <p:cNvPr id="75" name="Oval 74">
              <a:extLst>
                <a:ext uri="{FF2B5EF4-FFF2-40B4-BE49-F238E27FC236}">
                  <a16:creationId xmlns:a16="http://schemas.microsoft.com/office/drawing/2014/main" id="{B5182040-0F73-2CC5-D7A9-7CEE57D5CF36}"/>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6" name="Oval 75">
              <a:extLst>
                <a:ext uri="{FF2B5EF4-FFF2-40B4-BE49-F238E27FC236}">
                  <a16:creationId xmlns:a16="http://schemas.microsoft.com/office/drawing/2014/main" id="{13498137-10B6-E36B-CD3D-52D9D42A8C4C}"/>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77" name="Group 76">
            <a:extLst>
              <a:ext uri="{FF2B5EF4-FFF2-40B4-BE49-F238E27FC236}">
                <a16:creationId xmlns:a16="http://schemas.microsoft.com/office/drawing/2014/main" id="{D55F45C7-B0E1-173B-33B8-50957F839984}"/>
              </a:ext>
            </a:extLst>
          </p:cNvPr>
          <p:cNvGrpSpPr/>
          <p:nvPr/>
        </p:nvGrpSpPr>
        <p:grpSpPr>
          <a:xfrm>
            <a:off x="5825572" y="2723528"/>
            <a:ext cx="356127" cy="356127"/>
            <a:chOff x="1046782" y="2461047"/>
            <a:chExt cx="254902" cy="254902"/>
          </a:xfrm>
        </p:grpSpPr>
        <p:sp>
          <p:nvSpPr>
            <p:cNvPr id="78" name="Oval 77">
              <a:extLst>
                <a:ext uri="{FF2B5EF4-FFF2-40B4-BE49-F238E27FC236}">
                  <a16:creationId xmlns:a16="http://schemas.microsoft.com/office/drawing/2014/main" id="{645C887F-0627-72FE-2933-5DD2E50171C7}"/>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9" name="Oval 78">
              <a:extLst>
                <a:ext uri="{FF2B5EF4-FFF2-40B4-BE49-F238E27FC236}">
                  <a16:creationId xmlns:a16="http://schemas.microsoft.com/office/drawing/2014/main" id="{D18FC57F-181B-C6D6-DB3A-B6C0B3CE14B4}"/>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grpSp>
        <p:nvGrpSpPr>
          <p:cNvPr id="80" name="Group 79">
            <a:extLst>
              <a:ext uri="{FF2B5EF4-FFF2-40B4-BE49-F238E27FC236}">
                <a16:creationId xmlns:a16="http://schemas.microsoft.com/office/drawing/2014/main" id="{404EF510-C3C0-A8F8-BFAB-72A8202D66FF}"/>
              </a:ext>
            </a:extLst>
          </p:cNvPr>
          <p:cNvGrpSpPr/>
          <p:nvPr/>
        </p:nvGrpSpPr>
        <p:grpSpPr>
          <a:xfrm>
            <a:off x="4939193" y="1330502"/>
            <a:ext cx="356127" cy="356127"/>
            <a:chOff x="1046782" y="2461047"/>
            <a:chExt cx="254902" cy="254902"/>
          </a:xfrm>
        </p:grpSpPr>
        <p:sp>
          <p:nvSpPr>
            <p:cNvPr id="81" name="Oval 80">
              <a:extLst>
                <a:ext uri="{FF2B5EF4-FFF2-40B4-BE49-F238E27FC236}">
                  <a16:creationId xmlns:a16="http://schemas.microsoft.com/office/drawing/2014/main" id="{432B44FF-F2E5-E07C-3970-EC0EB547EBE8}"/>
                </a:ext>
              </a:extLst>
            </p:cNvPr>
            <p:cNvSpPr/>
            <p:nvPr/>
          </p:nvSpPr>
          <p:spPr bwMode="gray">
            <a:xfrm>
              <a:off x="1046782" y="2461047"/>
              <a:ext cx="254902" cy="254902"/>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2" name="Oval 81">
              <a:extLst>
                <a:ext uri="{FF2B5EF4-FFF2-40B4-BE49-F238E27FC236}">
                  <a16:creationId xmlns:a16="http://schemas.microsoft.com/office/drawing/2014/main" id="{D09A354F-C45C-B9D4-1919-3CD71D338AAF}"/>
                </a:ext>
              </a:extLst>
            </p:cNvPr>
            <p:cNvSpPr/>
            <p:nvPr/>
          </p:nvSpPr>
          <p:spPr bwMode="gray">
            <a:xfrm>
              <a:off x="1095096" y="2509361"/>
              <a:ext cx="158274" cy="158274"/>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sp>
        <p:nvSpPr>
          <p:cNvPr id="84" name="TextBox 83">
            <a:extLst>
              <a:ext uri="{FF2B5EF4-FFF2-40B4-BE49-F238E27FC236}">
                <a16:creationId xmlns:a16="http://schemas.microsoft.com/office/drawing/2014/main" id="{3B8950DA-F913-9938-E4CB-12230F7B9325}"/>
              </a:ext>
            </a:extLst>
          </p:cNvPr>
          <p:cNvSpPr txBox="1"/>
          <p:nvPr/>
        </p:nvSpPr>
        <p:spPr>
          <a:xfrm>
            <a:off x="5566500" y="5743523"/>
            <a:ext cx="2931496" cy="338554"/>
          </a:xfrm>
          <a:prstGeom prst="rect">
            <a:avLst/>
          </a:prstGeom>
          <a:noFill/>
        </p:spPr>
        <p:txBody>
          <a:bodyPr wrap="square">
            <a:spAutoFit/>
          </a:bodyPr>
          <a:lstStyle/>
          <a:p>
            <a:r>
              <a:rPr lang="en-US" sz="1600">
                <a:solidFill>
                  <a:schemeClr val="accent2"/>
                </a:solidFill>
                <a:latin typeface="Arial" panose="020B0604020202020204" pitchFamily="34" charset="0"/>
                <a:cs typeface="Arial" panose="020B0604020202020204" pitchFamily="34" charset="0"/>
              </a:rPr>
              <a:t>Weekly check-ins</a:t>
            </a:r>
            <a:endParaRPr lang="en-US" sz="1600">
              <a:solidFill>
                <a:schemeClr val="accent2"/>
              </a:solidFill>
            </a:endParaRPr>
          </a:p>
        </p:txBody>
      </p:sp>
      <p:cxnSp>
        <p:nvCxnSpPr>
          <p:cNvPr id="85" name="Straight Connector 84">
            <a:extLst>
              <a:ext uri="{FF2B5EF4-FFF2-40B4-BE49-F238E27FC236}">
                <a16:creationId xmlns:a16="http://schemas.microsoft.com/office/drawing/2014/main" id="{468FBBF2-64C7-FA34-5B9C-46D6F8649DCD}"/>
              </a:ext>
            </a:extLst>
          </p:cNvPr>
          <p:cNvCxnSpPr>
            <a:cxnSpLocks/>
          </p:cNvCxnSpPr>
          <p:nvPr/>
        </p:nvCxnSpPr>
        <p:spPr>
          <a:xfrm flipV="1">
            <a:off x="5659979" y="6082077"/>
            <a:ext cx="210312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12691236-0423-AFC9-21AE-7FF1ED5DC2F5}"/>
              </a:ext>
            </a:extLst>
          </p:cNvPr>
          <p:cNvSpPr txBox="1"/>
          <p:nvPr/>
        </p:nvSpPr>
        <p:spPr>
          <a:xfrm>
            <a:off x="6041849" y="4139722"/>
            <a:ext cx="3338758" cy="338554"/>
          </a:xfrm>
          <a:prstGeom prst="rect">
            <a:avLst/>
          </a:prstGeom>
          <a:noFill/>
        </p:spPr>
        <p:txBody>
          <a:bodyPr wrap="square">
            <a:spAutoFit/>
          </a:bodyPr>
          <a:lstStyle/>
          <a:p>
            <a:r>
              <a:rPr lang="en-US" sz="1600">
                <a:solidFill>
                  <a:schemeClr val="accent3"/>
                </a:solidFill>
                <a:latin typeface="Arial" panose="020B0604020202020204" pitchFamily="34" charset="0"/>
                <a:cs typeface="Arial" panose="020B0604020202020204" pitchFamily="34" charset="0"/>
              </a:rPr>
              <a:t>Diagnostic Report and Roadmap</a:t>
            </a:r>
            <a:endParaRPr lang="en-US" sz="1600">
              <a:solidFill>
                <a:schemeClr val="accent3"/>
              </a:solidFill>
            </a:endParaRPr>
          </a:p>
        </p:txBody>
      </p:sp>
      <p:cxnSp>
        <p:nvCxnSpPr>
          <p:cNvPr id="88" name="Straight Connector 87">
            <a:extLst>
              <a:ext uri="{FF2B5EF4-FFF2-40B4-BE49-F238E27FC236}">
                <a16:creationId xmlns:a16="http://schemas.microsoft.com/office/drawing/2014/main" id="{5F3C793F-89EF-E275-4CF4-E0C3D8D2E21C}"/>
              </a:ext>
            </a:extLst>
          </p:cNvPr>
          <p:cNvCxnSpPr>
            <a:cxnSpLocks/>
          </p:cNvCxnSpPr>
          <p:nvPr/>
        </p:nvCxnSpPr>
        <p:spPr>
          <a:xfrm>
            <a:off x="6096000" y="4494742"/>
            <a:ext cx="3869795" cy="1300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5E61D678-343A-615D-7F08-CE09283B1CA5}"/>
              </a:ext>
            </a:extLst>
          </p:cNvPr>
          <p:cNvSpPr txBox="1"/>
          <p:nvPr/>
        </p:nvSpPr>
        <p:spPr>
          <a:xfrm>
            <a:off x="6249198" y="2511639"/>
            <a:ext cx="4622933" cy="338554"/>
          </a:xfrm>
          <a:prstGeom prst="rect">
            <a:avLst/>
          </a:prstGeom>
          <a:noFill/>
        </p:spPr>
        <p:txBody>
          <a:bodyPr wrap="square">
            <a:spAutoFit/>
          </a:bodyPr>
          <a:lstStyle/>
          <a:p>
            <a:r>
              <a:rPr lang="en-US" sz="1600">
                <a:solidFill>
                  <a:schemeClr val="accent2"/>
                </a:solidFill>
                <a:latin typeface="Arial" panose="020B0604020202020204" pitchFamily="34" charset="0"/>
                <a:cs typeface="Arial" panose="020B0604020202020204" pitchFamily="34" charset="0"/>
              </a:rPr>
              <a:t>Workshops and Requirement Gathering Session</a:t>
            </a:r>
            <a:endParaRPr lang="en-US" sz="1600">
              <a:solidFill>
                <a:schemeClr val="accent2"/>
              </a:solidFill>
            </a:endParaRPr>
          </a:p>
        </p:txBody>
      </p:sp>
      <p:cxnSp>
        <p:nvCxnSpPr>
          <p:cNvPr id="90" name="Straight Connector 89">
            <a:extLst>
              <a:ext uri="{FF2B5EF4-FFF2-40B4-BE49-F238E27FC236}">
                <a16:creationId xmlns:a16="http://schemas.microsoft.com/office/drawing/2014/main" id="{C5C35034-3AAF-E224-D159-B966AFEFED15}"/>
              </a:ext>
            </a:extLst>
          </p:cNvPr>
          <p:cNvCxnSpPr>
            <a:cxnSpLocks/>
          </p:cNvCxnSpPr>
          <p:nvPr/>
        </p:nvCxnSpPr>
        <p:spPr>
          <a:xfrm flipV="1">
            <a:off x="6342677" y="2850193"/>
            <a:ext cx="502920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20CCB8E-0963-83A8-FB83-FFC0160B230A}"/>
              </a:ext>
            </a:extLst>
          </p:cNvPr>
          <p:cNvSpPr txBox="1"/>
          <p:nvPr/>
        </p:nvSpPr>
        <p:spPr>
          <a:xfrm>
            <a:off x="5328099" y="1085694"/>
            <a:ext cx="3614581" cy="338554"/>
          </a:xfrm>
          <a:prstGeom prst="rect">
            <a:avLst/>
          </a:prstGeom>
          <a:noFill/>
        </p:spPr>
        <p:txBody>
          <a:bodyPr wrap="square">
            <a:spAutoFit/>
          </a:bodyPr>
          <a:lstStyle/>
          <a:p>
            <a:r>
              <a:rPr lang="en-US" sz="1600">
                <a:solidFill>
                  <a:schemeClr val="accent3"/>
                </a:solidFill>
                <a:latin typeface="Arial" panose="020B0604020202020204" pitchFamily="34" charset="0"/>
                <a:cs typeface="Arial" panose="020B0604020202020204" pitchFamily="34" charset="0"/>
              </a:rPr>
              <a:t>Review Meetings </a:t>
            </a:r>
          </a:p>
        </p:txBody>
      </p:sp>
      <p:cxnSp>
        <p:nvCxnSpPr>
          <p:cNvPr id="92" name="Straight Connector 91">
            <a:extLst>
              <a:ext uri="{FF2B5EF4-FFF2-40B4-BE49-F238E27FC236}">
                <a16:creationId xmlns:a16="http://schemas.microsoft.com/office/drawing/2014/main" id="{A0C0DF5B-3FE2-BC4E-42B3-0AB801F8309E}"/>
              </a:ext>
            </a:extLst>
          </p:cNvPr>
          <p:cNvCxnSpPr>
            <a:cxnSpLocks/>
          </p:cNvCxnSpPr>
          <p:nvPr/>
        </p:nvCxnSpPr>
        <p:spPr>
          <a:xfrm flipV="1">
            <a:off x="5421578" y="1424248"/>
            <a:ext cx="4023360" cy="2110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92440B0-1F21-E164-35BE-89EE597761C3}"/>
              </a:ext>
            </a:extLst>
          </p:cNvPr>
          <p:cNvSpPr txBox="1"/>
          <p:nvPr/>
        </p:nvSpPr>
        <p:spPr>
          <a:xfrm>
            <a:off x="5362819" y="1455796"/>
            <a:ext cx="6295319" cy="646331"/>
          </a:xfrm>
          <a:prstGeom prst="rect">
            <a:avLst/>
          </a:prstGeom>
          <a:noFill/>
        </p:spPr>
        <p:txBody>
          <a:bodyPr wrap="square">
            <a:spAutoFit/>
          </a:bodyPr>
          <a:lstStyle/>
          <a:p>
            <a:pPr algn="just"/>
            <a:r>
              <a:rPr lang="en-US" sz="1200">
                <a:latin typeface="Arial" panose="020B0604020202020204" pitchFamily="34" charset="0"/>
                <a:cs typeface="Arial" panose="020B0604020202020204" pitchFamily="34" charset="0"/>
              </a:rPr>
              <a:t>On monthly basis, project stakeholders, ADB counterparts and Deloitte Project team will hold in-person/virtual sessions to review of project activities, key successes and challenges, progress against overall objectives, and lessons learned.</a:t>
            </a:r>
            <a:endParaRPr lang="en-US" sz="1200"/>
          </a:p>
        </p:txBody>
      </p:sp>
      <p:grpSp>
        <p:nvGrpSpPr>
          <p:cNvPr id="95" name="Graphic 4">
            <a:extLst>
              <a:ext uri="{FF2B5EF4-FFF2-40B4-BE49-F238E27FC236}">
                <a16:creationId xmlns:a16="http://schemas.microsoft.com/office/drawing/2014/main" id="{18ED44B8-1CCF-C4B1-D518-5860D1AD1B69}"/>
              </a:ext>
            </a:extLst>
          </p:cNvPr>
          <p:cNvGrpSpPr/>
          <p:nvPr/>
        </p:nvGrpSpPr>
        <p:grpSpPr>
          <a:xfrm>
            <a:off x="8701122" y="1104049"/>
            <a:ext cx="274313" cy="274327"/>
            <a:chOff x="905454" y="1402723"/>
            <a:chExt cx="362309" cy="361971"/>
          </a:xfrm>
          <a:solidFill>
            <a:schemeClr val="accent2"/>
          </a:solidFill>
        </p:grpSpPr>
        <p:sp>
          <p:nvSpPr>
            <p:cNvPr id="96" name="Graphic 4">
              <a:extLst>
                <a:ext uri="{FF2B5EF4-FFF2-40B4-BE49-F238E27FC236}">
                  <a16:creationId xmlns:a16="http://schemas.microsoft.com/office/drawing/2014/main" id="{AB46B6E3-DAC7-26E6-42D2-059B9EB5851E}"/>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97" name="Graphic 4">
              <a:extLst>
                <a:ext uri="{FF2B5EF4-FFF2-40B4-BE49-F238E27FC236}">
                  <a16:creationId xmlns:a16="http://schemas.microsoft.com/office/drawing/2014/main" id="{601F77C1-F744-F9A9-C0F9-F80E4DA62F87}"/>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98" name="Graphic 4">
              <a:extLst>
                <a:ext uri="{FF2B5EF4-FFF2-40B4-BE49-F238E27FC236}">
                  <a16:creationId xmlns:a16="http://schemas.microsoft.com/office/drawing/2014/main" id="{84C81371-581C-3EE9-9396-4FA6A3E9EECE}"/>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99" name="Graphic 4">
              <a:extLst>
                <a:ext uri="{FF2B5EF4-FFF2-40B4-BE49-F238E27FC236}">
                  <a16:creationId xmlns:a16="http://schemas.microsoft.com/office/drawing/2014/main" id="{CF74DDAD-FD24-8289-044C-6A958420821F}"/>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100" name="Graphic 4">
              <a:extLst>
                <a:ext uri="{FF2B5EF4-FFF2-40B4-BE49-F238E27FC236}">
                  <a16:creationId xmlns:a16="http://schemas.microsoft.com/office/drawing/2014/main" id="{1E2AEB2A-B3AE-9594-A3D3-12DBCDCE6AB8}"/>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grpSp>
        <p:nvGrpSpPr>
          <p:cNvPr id="101" name="Graphic 4">
            <a:extLst>
              <a:ext uri="{FF2B5EF4-FFF2-40B4-BE49-F238E27FC236}">
                <a16:creationId xmlns:a16="http://schemas.microsoft.com/office/drawing/2014/main" id="{D90EB091-21D0-0F39-A9BA-73A3A310DCF5}"/>
              </a:ext>
            </a:extLst>
          </p:cNvPr>
          <p:cNvGrpSpPr/>
          <p:nvPr/>
        </p:nvGrpSpPr>
        <p:grpSpPr>
          <a:xfrm>
            <a:off x="10734954" y="2511666"/>
            <a:ext cx="274313" cy="274327"/>
            <a:chOff x="905454" y="1402723"/>
            <a:chExt cx="362309" cy="361971"/>
          </a:xfrm>
          <a:solidFill>
            <a:schemeClr val="accent2"/>
          </a:solidFill>
        </p:grpSpPr>
        <p:sp>
          <p:nvSpPr>
            <p:cNvPr id="102" name="Graphic 4">
              <a:extLst>
                <a:ext uri="{FF2B5EF4-FFF2-40B4-BE49-F238E27FC236}">
                  <a16:creationId xmlns:a16="http://schemas.microsoft.com/office/drawing/2014/main" id="{54DBAFC3-879B-3EAD-44BC-C518F2898585}"/>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103" name="Graphic 4">
              <a:extLst>
                <a:ext uri="{FF2B5EF4-FFF2-40B4-BE49-F238E27FC236}">
                  <a16:creationId xmlns:a16="http://schemas.microsoft.com/office/drawing/2014/main" id="{19D30EBC-7525-12C6-4268-9C629EBFA1DC}"/>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104" name="Graphic 4">
              <a:extLst>
                <a:ext uri="{FF2B5EF4-FFF2-40B4-BE49-F238E27FC236}">
                  <a16:creationId xmlns:a16="http://schemas.microsoft.com/office/drawing/2014/main" id="{AEA1E06A-6E09-19B2-1431-856B0BB0DBE4}"/>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105" name="Graphic 4">
              <a:extLst>
                <a:ext uri="{FF2B5EF4-FFF2-40B4-BE49-F238E27FC236}">
                  <a16:creationId xmlns:a16="http://schemas.microsoft.com/office/drawing/2014/main" id="{4314E802-4283-A9A4-7E3B-9452DE737118}"/>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106" name="Graphic 4">
              <a:extLst>
                <a:ext uri="{FF2B5EF4-FFF2-40B4-BE49-F238E27FC236}">
                  <a16:creationId xmlns:a16="http://schemas.microsoft.com/office/drawing/2014/main" id="{C68FC1AE-A67A-D340-FA32-5BA6D8ADF24F}"/>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grpSp>
        <p:nvGrpSpPr>
          <p:cNvPr id="107" name="Graphic 4">
            <a:extLst>
              <a:ext uri="{FF2B5EF4-FFF2-40B4-BE49-F238E27FC236}">
                <a16:creationId xmlns:a16="http://schemas.microsoft.com/office/drawing/2014/main" id="{4001C68E-1592-6D9B-9EB4-AF02D8490648}"/>
              </a:ext>
            </a:extLst>
          </p:cNvPr>
          <p:cNvGrpSpPr/>
          <p:nvPr/>
        </p:nvGrpSpPr>
        <p:grpSpPr>
          <a:xfrm>
            <a:off x="9352941" y="4189210"/>
            <a:ext cx="274313" cy="274327"/>
            <a:chOff x="905454" y="1402723"/>
            <a:chExt cx="362309" cy="361971"/>
          </a:xfrm>
          <a:solidFill>
            <a:schemeClr val="accent2"/>
          </a:solidFill>
        </p:grpSpPr>
        <p:sp>
          <p:nvSpPr>
            <p:cNvPr id="108" name="Graphic 4">
              <a:extLst>
                <a:ext uri="{FF2B5EF4-FFF2-40B4-BE49-F238E27FC236}">
                  <a16:creationId xmlns:a16="http://schemas.microsoft.com/office/drawing/2014/main" id="{BF426024-9C43-59DD-1AD4-ED8B6A5FA14E}"/>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109" name="Graphic 4">
              <a:extLst>
                <a:ext uri="{FF2B5EF4-FFF2-40B4-BE49-F238E27FC236}">
                  <a16:creationId xmlns:a16="http://schemas.microsoft.com/office/drawing/2014/main" id="{1F373156-5851-B837-B056-797ACA6F4E6F}"/>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110" name="Graphic 4">
              <a:extLst>
                <a:ext uri="{FF2B5EF4-FFF2-40B4-BE49-F238E27FC236}">
                  <a16:creationId xmlns:a16="http://schemas.microsoft.com/office/drawing/2014/main" id="{78B45A37-ACFF-7A25-B9CB-AC8E7151EEA1}"/>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111" name="Graphic 4">
              <a:extLst>
                <a:ext uri="{FF2B5EF4-FFF2-40B4-BE49-F238E27FC236}">
                  <a16:creationId xmlns:a16="http://schemas.microsoft.com/office/drawing/2014/main" id="{961D0A82-BF2E-A974-B7A2-BBE59F3C2A76}"/>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112" name="Graphic 4">
              <a:extLst>
                <a:ext uri="{FF2B5EF4-FFF2-40B4-BE49-F238E27FC236}">
                  <a16:creationId xmlns:a16="http://schemas.microsoft.com/office/drawing/2014/main" id="{9088FF48-75EA-C917-B453-36B0F1FF317B}"/>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113" name="Graphic 4">
            <a:extLst>
              <a:ext uri="{FF2B5EF4-FFF2-40B4-BE49-F238E27FC236}">
                <a16:creationId xmlns:a16="http://schemas.microsoft.com/office/drawing/2014/main" id="{5952BC33-8D7C-3B35-7512-229624196509}"/>
              </a:ext>
            </a:extLst>
          </p:cNvPr>
          <p:cNvSpPr/>
          <p:nvPr/>
        </p:nvSpPr>
        <p:spPr>
          <a:xfrm>
            <a:off x="11084282" y="2511639"/>
            <a:ext cx="274320" cy="27432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sp>
        <p:nvSpPr>
          <p:cNvPr id="114" name="Graphic 4">
            <a:extLst>
              <a:ext uri="{FF2B5EF4-FFF2-40B4-BE49-F238E27FC236}">
                <a16:creationId xmlns:a16="http://schemas.microsoft.com/office/drawing/2014/main" id="{1337DAD4-1109-EFB8-E0F5-8E19B4F2FDB8}"/>
              </a:ext>
            </a:extLst>
          </p:cNvPr>
          <p:cNvSpPr/>
          <p:nvPr/>
        </p:nvSpPr>
        <p:spPr>
          <a:xfrm>
            <a:off x="9026060" y="1104022"/>
            <a:ext cx="274320" cy="27432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grpSp>
        <p:nvGrpSpPr>
          <p:cNvPr id="115" name="Graphic 4">
            <a:extLst>
              <a:ext uri="{FF2B5EF4-FFF2-40B4-BE49-F238E27FC236}">
                <a16:creationId xmlns:a16="http://schemas.microsoft.com/office/drawing/2014/main" id="{B9E16428-4B6A-D162-D906-6F22B3ED395A}"/>
              </a:ext>
            </a:extLst>
          </p:cNvPr>
          <p:cNvGrpSpPr/>
          <p:nvPr/>
        </p:nvGrpSpPr>
        <p:grpSpPr>
          <a:xfrm>
            <a:off x="7303088" y="5751842"/>
            <a:ext cx="274317" cy="274320"/>
            <a:chOff x="4046108" y="3824168"/>
            <a:chExt cx="361670" cy="361333"/>
          </a:xfrm>
          <a:solidFill>
            <a:schemeClr val="accent4"/>
          </a:solidFill>
        </p:grpSpPr>
        <p:sp>
          <p:nvSpPr>
            <p:cNvPr id="116" name="Graphic 4">
              <a:extLst>
                <a:ext uri="{FF2B5EF4-FFF2-40B4-BE49-F238E27FC236}">
                  <a16:creationId xmlns:a16="http://schemas.microsoft.com/office/drawing/2014/main" id="{2B579BA4-60B9-D947-6EA0-75C1219E01D7}"/>
                </a:ext>
              </a:extLst>
            </p:cNvPr>
            <p:cNvSpPr/>
            <p:nvPr/>
          </p:nvSpPr>
          <p:spPr>
            <a:xfrm>
              <a:off x="4101602" y="3998450"/>
              <a:ext cx="13614" cy="13504"/>
            </a:xfrm>
            <a:custGeom>
              <a:avLst/>
              <a:gdLst>
                <a:gd name="connsiteX0" fmla="*/ 7766 w 13614"/>
                <a:gd name="connsiteY0" fmla="*/ 0 h 13504"/>
                <a:gd name="connsiteX1" fmla="*/ 6488 w 13614"/>
                <a:gd name="connsiteY1" fmla="*/ 0 h 13504"/>
                <a:gd name="connsiteX2" fmla="*/ 2654 w 13614"/>
                <a:gd name="connsiteY2" fmla="*/ 1277 h 13504"/>
                <a:gd name="connsiteX3" fmla="*/ 98 w 13614"/>
                <a:gd name="connsiteY3" fmla="*/ 5745 h 13504"/>
                <a:gd name="connsiteX4" fmla="*/ 5849 w 13614"/>
                <a:gd name="connsiteY4" fmla="*/ 13406 h 13504"/>
                <a:gd name="connsiteX5" fmla="*/ 13517 w 13614"/>
                <a:gd name="connsiteY5" fmla="*/ 7661 h 13504"/>
                <a:gd name="connsiteX6" fmla="*/ 7766 w 13614"/>
                <a:gd name="connsiteY6" fmla="*/ 0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504">
                  <a:moveTo>
                    <a:pt x="7766" y="0"/>
                  </a:moveTo>
                  <a:cubicBezTo>
                    <a:pt x="7127" y="0"/>
                    <a:pt x="7127" y="0"/>
                    <a:pt x="6488" y="0"/>
                  </a:cubicBezTo>
                  <a:cubicBezTo>
                    <a:pt x="5210" y="0"/>
                    <a:pt x="3932" y="638"/>
                    <a:pt x="2654" y="1277"/>
                  </a:cubicBezTo>
                  <a:cubicBezTo>
                    <a:pt x="1376" y="2553"/>
                    <a:pt x="98" y="3830"/>
                    <a:pt x="98" y="5745"/>
                  </a:cubicBezTo>
                  <a:cubicBezTo>
                    <a:pt x="-541" y="9576"/>
                    <a:pt x="2015" y="12768"/>
                    <a:pt x="5849" y="13406"/>
                  </a:cubicBezTo>
                  <a:cubicBezTo>
                    <a:pt x="9683" y="14045"/>
                    <a:pt x="12878" y="11491"/>
                    <a:pt x="13517" y="7661"/>
                  </a:cubicBezTo>
                  <a:cubicBezTo>
                    <a:pt x="14155" y="3830"/>
                    <a:pt x="11600" y="638"/>
                    <a:pt x="7766" y="0"/>
                  </a:cubicBezTo>
                  <a:close/>
                </a:path>
              </a:pathLst>
            </a:custGeom>
            <a:grpFill/>
            <a:ln w="6390" cap="flat">
              <a:noFill/>
              <a:prstDash val="solid"/>
              <a:miter/>
            </a:ln>
          </p:spPr>
          <p:txBody>
            <a:bodyPr rtlCol="0" anchor="ctr"/>
            <a:lstStyle/>
            <a:p>
              <a:endParaRPr lang="en-US"/>
            </a:p>
          </p:txBody>
        </p:sp>
        <p:sp>
          <p:nvSpPr>
            <p:cNvPr id="117" name="Graphic 4">
              <a:extLst>
                <a:ext uri="{FF2B5EF4-FFF2-40B4-BE49-F238E27FC236}">
                  <a16:creationId xmlns:a16="http://schemas.microsoft.com/office/drawing/2014/main" id="{239C3A1F-1672-13C5-DBEF-D75AB417F350}"/>
                </a:ext>
              </a:extLst>
            </p:cNvPr>
            <p:cNvSpPr/>
            <p:nvPr/>
          </p:nvSpPr>
          <p:spPr>
            <a:xfrm>
              <a:off x="4136845" y="4082719"/>
              <a:ext cx="13717" cy="13406"/>
            </a:xfrm>
            <a:custGeom>
              <a:avLst/>
              <a:gdLst>
                <a:gd name="connsiteX0" fmla="*/ 6390 w 13717"/>
                <a:gd name="connsiteY0" fmla="*/ 0 h 13406"/>
                <a:gd name="connsiteX1" fmla="*/ 2556 w 13717"/>
                <a:gd name="connsiteY1" fmla="*/ 1276 h 13406"/>
                <a:gd name="connsiteX2" fmla="*/ 0 w 13717"/>
                <a:gd name="connsiteY2" fmla="*/ 5745 h 13406"/>
                <a:gd name="connsiteX3" fmla="*/ 1278 w 13717"/>
                <a:gd name="connsiteY3" fmla="*/ 10852 h 13406"/>
                <a:gd name="connsiteX4" fmla="*/ 5751 w 13717"/>
                <a:gd name="connsiteY4" fmla="*/ 13406 h 13406"/>
                <a:gd name="connsiteX5" fmla="*/ 10863 w 13717"/>
                <a:gd name="connsiteY5" fmla="*/ 12129 h 13406"/>
                <a:gd name="connsiteX6" fmla="*/ 12141 w 13717"/>
                <a:gd name="connsiteY6" fmla="*/ 2553 h 13406"/>
                <a:gd name="connsiteX7" fmla="*/ 6390 w 13717"/>
                <a:gd name="connsiteY7"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17" h="13406">
                  <a:moveTo>
                    <a:pt x="6390" y="0"/>
                  </a:moveTo>
                  <a:cubicBezTo>
                    <a:pt x="5112" y="0"/>
                    <a:pt x="3834" y="638"/>
                    <a:pt x="2556" y="1276"/>
                  </a:cubicBezTo>
                  <a:cubicBezTo>
                    <a:pt x="1278" y="2553"/>
                    <a:pt x="0" y="3830"/>
                    <a:pt x="0" y="5745"/>
                  </a:cubicBezTo>
                  <a:cubicBezTo>
                    <a:pt x="0" y="7660"/>
                    <a:pt x="0" y="8937"/>
                    <a:pt x="1278" y="10852"/>
                  </a:cubicBezTo>
                  <a:cubicBezTo>
                    <a:pt x="2556" y="12129"/>
                    <a:pt x="3834" y="13406"/>
                    <a:pt x="5751" y="13406"/>
                  </a:cubicBezTo>
                  <a:cubicBezTo>
                    <a:pt x="7668" y="13406"/>
                    <a:pt x="8946" y="13406"/>
                    <a:pt x="10863" y="12129"/>
                  </a:cubicBezTo>
                  <a:cubicBezTo>
                    <a:pt x="14058" y="10214"/>
                    <a:pt x="14697" y="5745"/>
                    <a:pt x="12141" y="2553"/>
                  </a:cubicBezTo>
                  <a:cubicBezTo>
                    <a:pt x="10224" y="638"/>
                    <a:pt x="8307" y="0"/>
                    <a:pt x="6390" y="0"/>
                  </a:cubicBezTo>
                  <a:close/>
                </a:path>
              </a:pathLst>
            </a:custGeom>
            <a:grpFill/>
            <a:ln w="6390" cap="flat">
              <a:noFill/>
              <a:prstDash val="solid"/>
              <a:miter/>
            </a:ln>
          </p:spPr>
          <p:txBody>
            <a:bodyPr rtlCol="0" anchor="ctr"/>
            <a:lstStyle/>
            <a:p>
              <a:endParaRPr lang="en-US"/>
            </a:p>
          </p:txBody>
        </p:sp>
        <p:sp>
          <p:nvSpPr>
            <p:cNvPr id="118" name="Graphic 4">
              <a:extLst>
                <a:ext uri="{FF2B5EF4-FFF2-40B4-BE49-F238E27FC236}">
                  <a16:creationId xmlns:a16="http://schemas.microsoft.com/office/drawing/2014/main" id="{F4BF5F19-F60A-7A1B-3D92-E14048234DE0}"/>
                </a:ext>
              </a:extLst>
            </p:cNvPr>
            <p:cNvSpPr/>
            <p:nvPr/>
          </p:nvSpPr>
          <p:spPr>
            <a:xfrm>
              <a:off x="4220455" y="4117094"/>
              <a:ext cx="13614" cy="13602"/>
            </a:xfrm>
            <a:custGeom>
              <a:avLst/>
              <a:gdLst>
                <a:gd name="connsiteX0" fmla="*/ 5849 w 13614"/>
                <a:gd name="connsiteY0" fmla="*/ 98 h 13602"/>
                <a:gd name="connsiteX1" fmla="*/ 98 w 13614"/>
                <a:gd name="connsiteY1" fmla="*/ 7759 h 13602"/>
                <a:gd name="connsiteX2" fmla="*/ 7766 w 13614"/>
                <a:gd name="connsiteY2" fmla="*/ 13504 h 13602"/>
                <a:gd name="connsiteX3" fmla="*/ 13517 w 13614"/>
                <a:gd name="connsiteY3" fmla="*/ 5843 h 13602"/>
                <a:gd name="connsiteX4" fmla="*/ 5849 w 13614"/>
                <a:gd name="connsiteY4" fmla="*/ 98 h 1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4" h="13602">
                  <a:moveTo>
                    <a:pt x="5849" y="98"/>
                  </a:moveTo>
                  <a:cubicBezTo>
                    <a:pt x="2015" y="736"/>
                    <a:pt x="-541" y="3928"/>
                    <a:pt x="98" y="7759"/>
                  </a:cubicBezTo>
                  <a:cubicBezTo>
                    <a:pt x="737" y="11589"/>
                    <a:pt x="3932" y="14143"/>
                    <a:pt x="7766" y="13504"/>
                  </a:cubicBezTo>
                  <a:cubicBezTo>
                    <a:pt x="11600" y="12866"/>
                    <a:pt x="14156" y="9674"/>
                    <a:pt x="13517" y="5843"/>
                  </a:cubicBezTo>
                  <a:cubicBezTo>
                    <a:pt x="12878" y="2013"/>
                    <a:pt x="9683" y="-541"/>
                    <a:pt x="5849" y="98"/>
                  </a:cubicBezTo>
                  <a:close/>
                </a:path>
              </a:pathLst>
            </a:custGeom>
            <a:grpFill/>
            <a:ln w="6390" cap="flat">
              <a:noFill/>
              <a:prstDash val="solid"/>
              <a:miter/>
            </a:ln>
          </p:spPr>
          <p:txBody>
            <a:bodyPr rtlCol="0" anchor="ctr"/>
            <a:lstStyle/>
            <a:p>
              <a:endParaRPr lang="en-US"/>
            </a:p>
          </p:txBody>
        </p:sp>
        <p:sp>
          <p:nvSpPr>
            <p:cNvPr id="119" name="Graphic 4">
              <a:extLst>
                <a:ext uri="{FF2B5EF4-FFF2-40B4-BE49-F238E27FC236}">
                  <a16:creationId xmlns:a16="http://schemas.microsoft.com/office/drawing/2014/main" id="{24B082FC-8106-2866-2BE8-6EF8A9BFDA4E}"/>
                </a:ext>
              </a:extLst>
            </p:cNvPr>
            <p:cNvSpPr/>
            <p:nvPr/>
          </p:nvSpPr>
          <p:spPr>
            <a:xfrm>
              <a:off x="4305758" y="3914820"/>
              <a:ext cx="13199" cy="13406"/>
            </a:xfrm>
            <a:custGeom>
              <a:avLst/>
              <a:gdLst>
                <a:gd name="connsiteX0" fmla="*/ 1059 w 13199"/>
                <a:gd name="connsiteY0" fmla="*/ 10853 h 13406"/>
                <a:gd name="connsiteX1" fmla="*/ 5532 w 13199"/>
                <a:gd name="connsiteY1" fmla="*/ 13407 h 13406"/>
                <a:gd name="connsiteX2" fmla="*/ 10644 w 13199"/>
                <a:gd name="connsiteY2" fmla="*/ 12130 h 13406"/>
                <a:gd name="connsiteX3" fmla="*/ 13200 w 13199"/>
                <a:gd name="connsiteY3" fmla="*/ 7661 h 13406"/>
                <a:gd name="connsiteX4" fmla="*/ 11922 w 13199"/>
                <a:gd name="connsiteY4" fmla="*/ 2554 h 13406"/>
                <a:gd name="connsiteX5" fmla="*/ 6810 w 13199"/>
                <a:gd name="connsiteY5" fmla="*/ 0 h 13406"/>
                <a:gd name="connsiteX6" fmla="*/ 2976 w 13199"/>
                <a:gd name="connsiteY6" fmla="*/ 1277 h 13406"/>
                <a:gd name="connsiteX7" fmla="*/ 420 w 13199"/>
                <a:gd name="connsiteY7" fmla="*/ 5746 h 13406"/>
                <a:gd name="connsiteX8" fmla="*/ 1059 w 13199"/>
                <a:gd name="connsiteY8" fmla="*/ 10853 h 13406"/>
                <a:gd name="connsiteX9" fmla="*/ 1059 w 13199"/>
                <a:gd name="connsiteY9" fmla="*/ 10853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9" h="13406">
                  <a:moveTo>
                    <a:pt x="1059" y="10853"/>
                  </a:moveTo>
                  <a:cubicBezTo>
                    <a:pt x="2337" y="12130"/>
                    <a:pt x="3615" y="13407"/>
                    <a:pt x="5532" y="13407"/>
                  </a:cubicBezTo>
                  <a:cubicBezTo>
                    <a:pt x="7449" y="13407"/>
                    <a:pt x="8727" y="13407"/>
                    <a:pt x="10644" y="12130"/>
                  </a:cubicBezTo>
                  <a:cubicBezTo>
                    <a:pt x="11922" y="10853"/>
                    <a:pt x="13200" y="9576"/>
                    <a:pt x="13200" y="7661"/>
                  </a:cubicBezTo>
                  <a:cubicBezTo>
                    <a:pt x="13200" y="5746"/>
                    <a:pt x="13200" y="4469"/>
                    <a:pt x="11922" y="2554"/>
                  </a:cubicBezTo>
                  <a:cubicBezTo>
                    <a:pt x="10644" y="639"/>
                    <a:pt x="8727" y="0"/>
                    <a:pt x="6810" y="0"/>
                  </a:cubicBezTo>
                  <a:cubicBezTo>
                    <a:pt x="5532" y="0"/>
                    <a:pt x="4254" y="639"/>
                    <a:pt x="2976" y="1277"/>
                  </a:cubicBezTo>
                  <a:cubicBezTo>
                    <a:pt x="1698" y="2554"/>
                    <a:pt x="420" y="3831"/>
                    <a:pt x="420" y="5746"/>
                  </a:cubicBezTo>
                  <a:cubicBezTo>
                    <a:pt x="-219" y="7661"/>
                    <a:pt x="-219" y="9576"/>
                    <a:pt x="1059" y="10853"/>
                  </a:cubicBezTo>
                  <a:lnTo>
                    <a:pt x="1059" y="10853"/>
                  </a:lnTo>
                  <a:close/>
                </a:path>
              </a:pathLst>
            </a:custGeom>
            <a:grpFill/>
            <a:ln w="6390" cap="flat">
              <a:noFill/>
              <a:prstDash val="solid"/>
              <a:miter/>
            </a:ln>
          </p:spPr>
          <p:txBody>
            <a:bodyPr rtlCol="0" anchor="ctr"/>
            <a:lstStyle/>
            <a:p>
              <a:endParaRPr lang="en-US"/>
            </a:p>
          </p:txBody>
        </p:sp>
        <p:sp>
          <p:nvSpPr>
            <p:cNvPr id="120" name="Graphic 4">
              <a:extLst>
                <a:ext uri="{FF2B5EF4-FFF2-40B4-BE49-F238E27FC236}">
                  <a16:creationId xmlns:a16="http://schemas.microsoft.com/office/drawing/2014/main" id="{9897C229-C081-6B32-C62A-425E1C986F6C}"/>
                </a:ext>
              </a:extLst>
            </p:cNvPr>
            <p:cNvSpPr/>
            <p:nvPr/>
          </p:nvSpPr>
          <p:spPr>
            <a:xfrm>
              <a:off x="4136845" y="3914820"/>
              <a:ext cx="12779" cy="13705"/>
            </a:xfrm>
            <a:custGeom>
              <a:avLst/>
              <a:gdLst>
                <a:gd name="connsiteX0" fmla="*/ 11502 w 12779"/>
                <a:gd name="connsiteY0" fmla="*/ 10853 h 13705"/>
                <a:gd name="connsiteX1" fmla="*/ 11502 w 12779"/>
                <a:gd name="connsiteY1" fmla="*/ 10853 h 13705"/>
                <a:gd name="connsiteX2" fmla="*/ 12780 w 12779"/>
                <a:gd name="connsiteY2" fmla="*/ 5746 h 13705"/>
                <a:gd name="connsiteX3" fmla="*/ 10224 w 12779"/>
                <a:gd name="connsiteY3" fmla="*/ 1277 h 13705"/>
                <a:gd name="connsiteX4" fmla="*/ 6390 w 12779"/>
                <a:gd name="connsiteY4" fmla="*/ 0 h 13705"/>
                <a:gd name="connsiteX5" fmla="*/ 1278 w 12779"/>
                <a:gd name="connsiteY5" fmla="*/ 2554 h 13705"/>
                <a:gd name="connsiteX6" fmla="*/ 0 w 12779"/>
                <a:gd name="connsiteY6" fmla="*/ 7661 h 13705"/>
                <a:gd name="connsiteX7" fmla="*/ 2556 w 12779"/>
                <a:gd name="connsiteY7" fmla="*/ 12130 h 13705"/>
                <a:gd name="connsiteX8" fmla="*/ 11502 w 12779"/>
                <a:gd name="connsiteY8" fmla="*/ 10853 h 1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9" h="13705">
                  <a:moveTo>
                    <a:pt x="11502" y="10853"/>
                  </a:moveTo>
                  <a:lnTo>
                    <a:pt x="11502" y="10853"/>
                  </a:lnTo>
                  <a:cubicBezTo>
                    <a:pt x="12780" y="9576"/>
                    <a:pt x="12780" y="7661"/>
                    <a:pt x="12780" y="5746"/>
                  </a:cubicBezTo>
                  <a:cubicBezTo>
                    <a:pt x="12780" y="3831"/>
                    <a:pt x="11502" y="2554"/>
                    <a:pt x="10224" y="1277"/>
                  </a:cubicBezTo>
                  <a:cubicBezTo>
                    <a:pt x="8946" y="639"/>
                    <a:pt x="7668" y="0"/>
                    <a:pt x="6390" y="0"/>
                  </a:cubicBezTo>
                  <a:cubicBezTo>
                    <a:pt x="4473" y="0"/>
                    <a:pt x="2556" y="639"/>
                    <a:pt x="1278" y="2554"/>
                  </a:cubicBezTo>
                  <a:cubicBezTo>
                    <a:pt x="0" y="3831"/>
                    <a:pt x="0" y="5746"/>
                    <a:pt x="0" y="7661"/>
                  </a:cubicBezTo>
                  <a:cubicBezTo>
                    <a:pt x="0" y="9576"/>
                    <a:pt x="1278" y="10853"/>
                    <a:pt x="2556" y="12130"/>
                  </a:cubicBezTo>
                  <a:cubicBezTo>
                    <a:pt x="5112" y="14683"/>
                    <a:pt x="9585" y="14045"/>
                    <a:pt x="11502" y="10853"/>
                  </a:cubicBezTo>
                  <a:close/>
                </a:path>
              </a:pathLst>
            </a:custGeom>
            <a:grpFill/>
            <a:ln w="6390" cap="flat">
              <a:noFill/>
              <a:prstDash val="solid"/>
              <a:miter/>
            </a:ln>
          </p:spPr>
          <p:txBody>
            <a:bodyPr rtlCol="0" anchor="ctr"/>
            <a:lstStyle/>
            <a:p>
              <a:endParaRPr lang="en-US"/>
            </a:p>
          </p:txBody>
        </p:sp>
        <p:sp>
          <p:nvSpPr>
            <p:cNvPr id="121" name="Graphic 4">
              <a:extLst>
                <a:ext uri="{FF2B5EF4-FFF2-40B4-BE49-F238E27FC236}">
                  <a16:creationId xmlns:a16="http://schemas.microsoft.com/office/drawing/2014/main" id="{CCE41DC2-66B7-E3F5-41B7-915B0FEED91B}"/>
                </a:ext>
              </a:extLst>
            </p:cNvPr>
            <p:cNvSpPr/>
            <p:nvPr/>
          </p:nvSpPr>
          <p:spPr>
            <a:xfrm>
              <a:off x="4220455" y="3879708"/>
              <a:ext cx="13614" cy="13504"/>
            </a:xfrm>
            <a:custGeom>
              <a:avLst/>
              <a:gdLst>
                <a:gd name="connsiteX0" fmla="*/ 13517 w 13614"/>
                <a:gd name="connsiteY0" fmla="*/ 7661 h 13504"/>
                <a:gd name="connsiteX1" fmla="*/ 7766 w 13614"/>
                <a:gd name="connsiteY1" fmla="*/ 0 h 13504"/>
                <a:gd name="connsiteX2" fmla="*/ 6488 w 13614"/>
                <a:gd name="connsiteY2" fmla="*/ 0 h 13504"/>
                <a:gd name="connsiteX3" fmla="*/ 98 w 13614"/>
                <a:gd name="connsiteY3" fmla="*/ 5746 h 13504"/>
                <a:gd name="connsiteX4" fmla="*/ 5849 w 13614"/>
                <a:gd name="connsiteY4" fmla="*/ 13407 h 13504"/>
                <a:gd name="connsiteX5" fmla="*/ 13517 w 13614"/>
                <a:gd name="connsiteY5" fmla="*/ 7661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14" h="13504">
                  <a:moveTo>
                    <a:pt x="13517" y="7661"/>
                  </a:moveTo>
                  <a:cubicBezTo>
                    <a:pt x="14156" y="3831"/>
                    <a:pt x="11600" y="639"/>
                    <a:pt x="7766" y="0"/>
                  </a:cubicBezTo>
                  <a:cubicBezTo>
                    <a:pt x="7127" y="0"/>
                    <a:pt x="7127" y="0"/>
                    <a:pt x="6488" y="0"/>
                  </a:cubicBezTo>
                  <a:cubicBezTo>
                    <a:pt x="3293" y="0"/>
                    <a:pt x="737" y="2554"/>
                    <a:pt x="98" y="5746"/>
                  </a:cubicBezTo>
                  <a:cubicBezTo>
                    <a:pt x="-541" y="9576"/>
                    <a:pt x="2015" y="12768"/>
                    <a:pt x="5849" y="13407"/>
                  </a:cubicBezTo>
                  <a:cubicBezTo>
                    <a:pt x="9683" y="14045"/>
                    <a:pt x="12878" y="11491"/>
                    <a:pt x="13517" y="7661"/>
                  </a:cubicBezTo>
                  <a:close/>
                </a:path>
              </a:pathLst>
            </a:custGeom>
            <a:grpFill/>
            <a:ln w="6390" cap="flat">
              <a:noFill/>
              <a:prstDash val="solid"/>
              <a:miter/>
            </a:ln>
          </p:spPr>
          <p:txBody>
            <a:bodyPr rtlCol="0" anchor="ctr"/>
            <a:lstStyle/>
            <a:p>
              <a:endParaRPr lang="en-US"/>
            </a:p>
          </p:txBody>
        </p:sp>
        <p:sp>
          <p:nvSpPr>
            <p:cNvPr id="122" name="Graphic 4">
              <a:extLst>
                <a:ext uri="{FF2B5EF4-FFF2-40B4-BE49-F238E27FC236}">
                  <a16:creationId xmlns:a16="http://schemas.microsoft.com/office/drawing/2014/main" id="{F054B8FB-92F0-139E-B74E-62ED96737A2A}"/>
                </a:ext>
              </a:extLst>
            </p:cNvPr>
            <p:cNvSpPr/>
            <p:nvPr/>
          </p:nvSpPr>
          <p:spPr>
            <a:xfrm>
              <a:off x="4186047" y="3960785"/>
              <a:ext cx="76679" cy="94482"/>
            </a:xfrm>
            <a:custGeom>
              <a:avLst/>
              <a:gdLst>
                <a:gd name="connsiteX0" fmla="*/ 38979 w 76679"/>
                <a:gd name="connsiteY0" fmla="*/ 0 h 94482"/>
                <a:gd name="connsiteX1" fmla="*/ 20448 w 76679"/>
                <a:gd name="connsiteY1" fmla="*/ 11491 h 94482"/>
                <a:gd name="connsiteX2" fmla="*/ 0 w 76679"/>
                <a:gd name="connsiteY2" fmla="*/ 15322 h 94482"/>
                <a:gd name="connsiteX3" fmla="*/ 639 w 76679"/>
                <a:gd name="connsiteY3" fmla="*/ 41496 h 94482"/>
                <a:gd name="connsiteX4" fmla="*/ 15975 w 76679"/>
                <a:gd name="connsiteY4" fmla="*/ 77885 h 94482"/>
                <a:gd name="connsiteX5" fmla="*/ 16614 w 76679"/>
                <a:gd name="connsiteY5" fmla="*/ 78523 h 94482"/>
                <a:gd name="connsiteX6" fmla="*/ 39618 w 76679"/>
                <a:gd name="connsiteY6" fmla="*/ 94483 h 94482"/>
                <a:gd name="connsiteX7" fmla="*/ 60704 w 76679"/>
                <a:gd name="connsiteY7" fmla="*/ 79162 h 94482"/>
                <a:gd name="connsiteX8" fmla="*/ 63899 w 76679"/>
                <a:gd name="connsiteY8" fmla="*/ 75331 h 94482"/>
                <a:gd name="connsiteX9" fmla="*/ 76679 w 76679"/>
                <a:gd name="connsiteY9" fmla="*/ 41496 h 94482"/>
                <a:gd name="connsiteX10" fmla="*/ 76679 w 76679"/>
                <a:gd name="connsiteY10" fmla="*/ 14045 h 94482"/>
                <a:gd name="connsiteX11" fmla="*/ 55593 w 76679"/>
                <a:gd name="connsiteY11" fmla="*/ 9576 h 94482"/>
                <a:gd name="connsiteX12" fmla="*/ 38979 w 76679"/>
                <a:gd name="connsiteY12" fmla="*/ 0 h 94482"/>
                <a:gd name="connsiteX13" fmla="*/ 58788 w 76679"/>
                <a:gd name="connsiteY13" fmla="*/ 48519 h 94482"/>
                <a:gd name="connsiteX14" fmla="*/ 54314 w 76679"/>
                <a:gd name="connsiteY14" fmla="*/ 52987 h 94482"/>
                <a:gd name="connsiteX15" fmla="*/ 39618 w 76679"/>
                <a:gd name="connsiteY15" fmla="*/ 68309 h 94482"/>
                <a:gd name="connsiteX16" fmla="*/ 38340 w 76679"/>
                <a:gd name="connsiteY16" fmla="*/ 68947 h 94482"/>
                <a:gd name="connsiteX17" fmla="*/ 38340 w 76679"/>
                <a:gd name="connsiteY17" fmla="*/ 68947 h 94482"/>
                <a:gd name="connsiteX18" fmla="*/ 38340 w 76679"/>
                <a:gd name="connsiteY18" fmla="*/ 68947 h 94482"/>
                <a:gd name="connsiteX19" fmla="*/ 37062 w 76679"/>
                <a:gd name="connsiteY19" fmla="*/ 68309 h 94482"/>
                <a:gd name="connsiteX20" fmla="*/ 18531 w 76679"/>
                <a:gd name="connsiteY20" fmla="*/ 48519 h 94482"/>
                <a:gd name="connsiteX21" fmla="*/ 18531 w 76679"/>
                <a:gd name="connsiteY21" fmla="*/ 31282 h 94482"/>
                <a:gd name="connsiteX22" fmla="*/ 26838 w 76679"/>
                <a:gd name="connsiteY22" fmla="*/ 27451 h 94482"/>
                <a:gd name="connsiteX23" fmla="*/ 35145 w 76679"/>
                <a:gd name="connsiteY23" fmla="*/ 31282 h 94482"/>
                <a:gd name="connsiteX24" fmla="*/ 38340 w 76679"/>
                <a:gd name="connsiteY24" fmla="*/ 34474 h 94482"/>
                <a:gd name="connsiteX25" fmla="*/ 41535 w 76679"/>
                <a:gd name="connsiteY25" fmla="*/ 31282 h 94482"/>
                <a:gd name="connsiteX26" fmla="*/ 49842 w 76679"/>
                <a:gd name="connsiteY26" fmla="*/ 27451 h 94482"/>
                <a:gd name="connsiteX27" fmla="*/ 58149 w 76679"/>
                <a:gd name="connsiteY27" fmla="*/ 31282 h 94482"/>
                <a:gd name="connsiteX28" fmla="*/ 58788 w 76679"/>
                <a:gd name="connsiteY28" fmla="*/ 48519 h 9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6679" h="94482">
                  <a:moveTo>
                    <a:pt x="38979" y="0"/>
                  </a:moveTo>
                  <a:cubicBezTo>
                    <a:pt x="33228" y="5107"/>
                    <a:pt x="26838" y="8938"/>
                    <a:pt x="20448" y="11491"/>
                  </a:cubicBezTo>
                  <a:cubicBezTo>
                    <a:pt x="14058" y="14045"/>
                    <a:pt x="7029" y="15322"/>
                    <a:pt x="0" y="15322"/>
                  </a:cubicBezTo>
                  <a:lnTo>
                    <a:pt x="639" y="41496"/>
                  </a:lnTo>
                  <a:cubicBezTo>
                    <a:pt x="639" y="55541"/>
                    <a:pt x="6390" y="68309"/>
                    <a:pt x="15975" y="77885"/>
                  </a:cubicBezTo>
                  <a:lnTo>
                    <a:pt x="16614" y="78523"/>
                  </a:lnTo>
                  <a:cubicBezTo>
                    <a:pt x="23643" y="84907"/>
                    <a:pt x="30672" y="90014"/>
                    <a:pt x="39618" y="94483"/>
                  </a:cubicBezTo>
                  <a:cubicBezTo>
                    <a:pt x="47286" y="90653"/>
                    <a:pt x="54314" y="84907"/>
                    <a:pt x="60704" y="79162"/>
                  </a:cubicBezTo>
                  <a:cubicBezTo>
                    <a:pt x="61982" y="77885"/>
                    <a:pt x="63261" y="76608"/>
                    <a:pt x="63899" y="75331"/>
                  </a:cubicBezTo>
                  <a:cubicBezTo>
                    <a:pt x="72207" y="66394"/>
                    <a:pt x="76679" y="54264"/>
                    <a:pt x="76679" y="41496"/>
                  </a:cubicBezTo>
                  <a:lnTo>
                    <a:pt x="76679" y="14045"/>
                  </a:lnTo>
                  <a:cubicBezTo>
                    <a:pt x="69650" y="13407"/>
                    <a:pt x="62622" y="12130"/>
                    <a:pt x="55593" y="9576"/>
                  </a:cubicBezTo>
                  <a:cubicBezTo>
                    <a:pt x="49842" y="7023"/>
                    <a:pt x="44091" y="3831"/>
                    <a:pt x="38979" y="0"/>
                  </a:cubicBezTo>
                  <a:close/>
                  <a:moveTo>
                    <a:pt x="58788" y="48519"/>
                  </a:moveTo>
                  <a:lnTo>
                    <a:pt x="54314" y="52987"/>
                  </a:lnTo>
                  <a:lnTo>
                    <a:pt x="39618" y="68309"/>
                  </a:lnTo>
                  <a:cubicBezTo>
                    <a:pt x="39618" y="68947"/>
                    <a:pt x="38979" y="68947"/>
                    <a:pt x="38340" y="68947"/>
                  </a:cubicBezTo>
                  <a:cubicBezTo>
                    <a:pt x="38340" y="68947"/>
                    <a:pt x="38340" y="68947"/>
                    <a:pt x="38340" y="68947"/>
                  </a:cubicBezTo>
                  <a:cubicBezTo>
                    <a:pt x="38340" y="68947"/>
                    <a:pt x="38340" y="68947"/>
                    <a:pt x="38340" y="68947"/>
                  </a:cubicBezTo>
                  <a:cubicBezTo>
                    <a:pt x="37701" y="68947"/>
                    <a:pt x="37701" y="68947"/>
                    <a:pt x="37062" y="68309"/>
                  </a:cubicBezTo>
                  <a:lnTo>
                    <a:pt x="18531" y="48519"/>
                  </a:lnTo>
                  <a:cubicBezTo>
                    <a:pt x="14058" y="43411"/>
                    <a:pt x="14058" y="35751"/>
                    <a:pt x="18531" y="31282"/>
                  </a:cubicBezTo>
                  <a:cubicBezTo>
                    <a:pt x="21087" y="28728"/>
                    <a:pt x="23643" y="27451"/>
                    <a:pt x="26838" y="27451"/>
                  </a:cubicBezTo>
                  <a:cubicBezTo>
                    <a:pt x="30033" y="27451"/>
                    <a:pt x="33228" y="28728"/>
                    <a:pt x="35145" y="31282"/>
                  </a:cubicBezTo>
                  <a:lnTo>
                    <a:pt x="38340" y="34474"/>
                  </a:lnTo>
                  <a:lnTo>
                    <a:pt x="41535" y="31282"/>
                  </a:lnTo>
                  <a:cubicBezTo>
                    <a:pt x="44091" y="28728"/>
                    <a:pt x="46647" y="27451"/>
                    <a:pt x="49842" y="27451"/>
                  </a:cubicBezTo>
                  <a:cubicBezTo>
                    <a:pt x="53037" y="27451"/>
                    <a:pt x="56232" y="28728"/>
                    <a:pt x="58149" y="31282"/>
                  </a:cubicBezTo>
                  <a:cubicBezTo>
                    <a:pt x="63261" y="35751"/>
                    <a:pt x="63261" y="43411"/>
                    <a:pt x="58788" y="48519"/>
                  </a:cubicBezTo>
                  <a:close/>
                </a:path>
              </a:pathLst>
            </a:custGeom>
            <a:grpFill/>
            <a:ln w="6390" cap="flat">
              <a:noFill/>
              <a:prstDash val="solid"/>
              <a:miter/>
            </a:ln>
          </p:spPr>
          <p:txBody>
            <a:bodyPr rtlCol="0" anchor="ctr"/>
            <a:lstStyle/>
            <a:p>
              <a:endParaRPr lang="en-US"/>
            </a:p>
          </p:txBody>
        </p:sp>
        <p:sp>
          <p:nvSpPr>
            <p:cNvPr id="123" name="Graphic 4">
              <a:extLst>
                <a:ext uri="{FF2B5EF4-FFF2-40B4-BE49-F238E27FC236}">
                  <a16:creationId xmlns:a16="http://schemas.microsoft.com/office/drawing/2014/main" id="{84081D28-9F56-F527-8B2B-53A8CC06150A}"/>
                </a:ext>
              </a:extLst>
            </p:cNvPr>
            <p:cNvSpPr/>
            <p:nvPr/>
          </p:nvSpPr>
          <p:spPr>
            <a:xfrm>
              <a:off x="4338669" y="3998450"/>
              <a:ext cx="13614" cy="13406"/>
            </a:xfrm>
            <a:custGeom>
              <a:avLst/>
              <a:gdLst>
                <a:gd name="connsiteX0" fmla="*/ 7127 w 13614"/>
                <a:gd name="connsiteY0" fmla="*/ 0 h 13406"/>
                <a:gd name="connsiteX1" fmla="*/ 5849 w 13614"/>
                <a:gd name="connsiteY1" fmla="*/ 0 h 13406"/>
                <a:gd name="connsiteX2" fmla="*/ 98 w 13614"/>
                <a:gd name="connsiteY2" fmla="*/ 7661 h 13406"/>
                <a:gd name="connsiteX3" fmla="*/ 7766 w 13614"/>
                <a:gd name="connsiteY3" fmla="*/ 13406 h 13406"/>
                <a:gd name="connsiteX4" fmla="*/ 13517 w 13614"/>
                <a:gd name="connsiteY4" fmla="*/ 5745 h 13406"/>
                <a:gd name="connsiteX5" fmla="*/ 10961 w 13614"/>
                <a:gd name="connsiteY5" fmla="*/ 1277 h 13406"/>
                <a:gd name="connsiteX6" fmla="*/ 7127 w 13614"/>
                <a:gd name="connsiteY6"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406">
                  <a:moveTo>
                    <a:pt x="7127" y="0"/>
                  </a:moveTo>
                  <a:cubicBezTo>
                    <a:pt x="6488" y="0"/>
                    <a:pt x="6488" y="0"/>
                    <a:pt x="5849" y="0"/>
                  </a:cubicBezTo>
                  <a:cubicBezTo>
                    <a:pt x="2015" y="638"/>
                    <a:pt x="-541" y="3830"/>
                    <a:pt x="98" y="7661"/>
                  </a:cubicBezTo>
                  <a:cubicBezTo>
                    <a:pt x="737" y="11491"/>
                    <a:pt x="3932" y="13406"/>
                    <a:pt x="7766" y="13406"/>
                  </a:cubicBezTo>
                  <a:cubicBezTo>
                    <a:pt x="11600" y="12768"/>
                    <a:pt x="14156" y="9576"/>
                    <a:pt x="13517" y="5745"/>
                  </a:cubicBezTo>
                  <a:cubicBezTo>
                    <a:pt x="13517" y="3830"/>
                    <a:pt x="12239" y="2553"/>
                    <a:pt x="10961" y="1277"/>
                  </a:cubicBezTo>
                  <a:cubicBezTo>
                    <a:pt x="9683" y="0"/>
                    <a:pt x="8405" y="0"/>
                    <a:pt x="7127" y="0"/>
                  </a:cubicBezTo>
                  <a:close/>
                </a:path>
              </a:pathLst>
            </a:custGeom>
            <a:grpFill/>
            <a:ln w="6390" cap="flat">
              <a:noFill/>
              <a:prstDash val="solid"/>
              <a:miter/>
            </a:ln>
          </p:spPr>
          <p:txBody>
            <a:bodyPr rtlCol="0" anchor="ctr"/>
            <a:lstStyle/>
            <a:p>
              <a:endParaRPr lang="en-US"/>
            </a:p>
          </p:txBody>
        </p:sp>
        <p:sp>
          <p:nvSpPr>
            <p:cNvPr id="124" name="Graphic 4">
              <a:extLst>
                <a:ext uri="{FF2B5EF4-FFF2-40B4-BE49-F238E27FC236}">
                  <a16:creationId xmlns:a16="http://schemas.microsoft.com/office/drawing/2014/main" id="{63601B73-7B31-EF60-A19B-E59FE24F85C4}"/>
                </a:ext>
              </a:extLst>
            </p:cNvPr>
            <p:cNvSpPr/>
            <p:nvPr/>
          </p:nvSpPr>
          <p:spPr>
            <a:xfrm>
              <a:off x="4046108" y="3824168"/>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20453 w 361670"/>
                <a:gd name="connsiteY5" fmla="*/ 102144 h 361333"/>
                <a:gd name="connsiteX6" fmla="*/ 249846 w 361670"/>
                <a:gd name="connsiteY6" fmla="*/ 107889 h 361333"/>
                <a:gd name="connsiteX7" fmla="*/ 247291 w 361670"/>
                <a:gd name="connsiteY7" fmla="*/ 95121 h 361333"/>
                <a:gd name="connsiteX8" fmla="*/ 254958 w 361670"/>
                <a:gd name="connsiteY8" fmla="*/ 82353 h 361333"/>
                <a:gd name="connsiteX9" fmla="*/ 281796 w 361670"/>
                <a:gd name="connsiteY9" fmla="*/ 86822 h 361333"/>
                <a:gd name="connsiteX10" fmla="*/ 277323 w 361670"/>
                <a:gd name="connsiteY10" fmla="*/ 113635 h 361333"/>
                <a:gd name="connsiteX11" fmla="*/ 265821 w 361670"/>
                <a:gd name="connsiteY11" fmla="*/ 117465 h 361333"/>
                <a:gd name="connsiteX12" fmla="*/ 262626 w 361670"/>
                <a:gd name="connsiteY12" fmla="*/ 117465 h 361333"/>
                <a:gd name="connsiteX13" fmla="*/ 255597 w 361670"/>
                <a:gd name="connsiteY13" fmla="*/ 114912 h 361333"/>
                <a:gd name="connsiteX14" fmla="*/ 260071 w 361670"/>
                <a:gd name="connsiteY14" fmla="*/ 142363 h 361333"/>
                <a:gd name="connsiteX15" fmla="*/ 254958 w 361670"/>
                <a:gd name="connsiteY15" fmla="*/ 145555 h 361333"/>
                <a:gd name="connsiteX16" fmla="*/ 251763 w 361670"/>
                <a:gd name="connsiteY16" fmla="*/ 144278 h 361333"/>
                <a:gd name="connsiteX17" fmla="*/ 249846 w 361670"/>
                <a:gd name="connsiteY17" fmla="*/ 135340 h 361333"/>
                <a:gd name="connsiteX18" fmla="*/ 242178 w 361670"/>
                <a:gd name="connsiteY18" fmla="*/ 118742 h 361333"/>
                <a:gd name="connsiteX19" fmla="*/ 228121 w 361670"/>
                <a:gd name="connsiteY19" fmla="*/ 112996 h 361333"/>
                <a:gd name="connsiteX20" fmla="*/ 219175 w 361670"/>
                <a:gd name="connsiteY20" fmla="*/ 111720 h 361333"/>
                <a:gd name="connsiteX21" fmla="*/ 220453 w 361670"/>
                <a:gd name="connsiteY21" fmla="*/ 102144 h 361333"/>
                <a:gd name="connsiteX22" fmla="*/ 176362 w 361670"/>
                <a:gd name="connsiteY22" fmla="*/ 81076 h 361333"/>
                <a:gd name="connsiteX23" fmla="*/ 162304 w 361670"/>
                <a:gd name="connsiteY23" fmla="*/ 59371 h 361333"/>
                <a:gd name="connsiteX24" fmla="*/ 184669 w 361670"/>
                <a:gd name="connsiteY24" fmla="*/ 43411 h 361333"/>
                <a:gd name="connsiteX25" fmla="*/ 200644 w 361670"/>
                <a:gd name="connsiteY25" fmla="*/ 65755 h 361333"/>
                <a:gd name="connsiteX26" fmla="*/ 185947 w 361670"/>
                <a:gd name="connsiteY26" fmla="*/ 81715 h 361333"/>
                <a:gd name="connsiteX27" fmla="*/ 208951 w 361670"/>
                <a:gd name="connsiteY27" fmla="*/ 97675 h 361333"/>
                <a:gd name="connsiteX28" fmla="*/ 203839 w 361670"/>
                <a:gd name="connsiteY28" fmla="*/ 105336 h 361333"/>
                <a:gd name="connsiteX29" fmla="*/ 202561 w 361670"/>
                <a:gd name="connsiteY29" fmla="*/ 105336 h 361333"/>
                <a:gd name="connsiteX30" fmla="*/ 196171 w 361670"/>
                <a:gd name="connsiteY30" fmla="*/ 100228 h 361333"/>
                <a:gd name="connsiteX31" fmla="*/ 178918 w 361670"/>
                <a:gd name="connsiteY31" fmla="*/ 93844 h 361333"/>
                <a:gd name="connsiteX32" fmla="*/ 164860 w 361670"/>
                <a:gd name="connsiteY32" fmla="*/ 99590 h 361333"/>
                <a:gd name="connsiteX33" fmla="*/ 157832 w 361670"/>
                <a:gd name="connsiteY33" fmla="*/ 104697 h 361333"/>
                <a:gd name="connsiteX34" fmla="*/ 152719 w 361670"/>
                <a:gd name="connsiteY34" fmla="*/ 97675 h 361333"/>
                <a:gd name="connsiteX35" fmla="*/ 176362 w 361670"/>
                <a:gd name="connsiteY35" fmla="*/ 81076 h 361333"/>
                <a:gd name="connsiteX36" fmla="*/ 81152 w 361670"/>
                <a:gd name="connsiteY36" fmla="*/ 86184 h 361333"/>
                <a:gd name="connsiteX37" fmla="*/ 107990 w 361670"/>
                <a:gd name="connsiteY37" fmla="*/ 81715 h 361333"/>
                <a:gd name="connsiteX38" fmla="*/ 115658 w 361670"/>
                <a:gd name="connsiteY38" fmla="*/ 94483 h 361333"/>
                <a:gd name="connsiteX39" fmla="*/ 113102 w 361670"/>
                <a:gd name="connsiteY39" fmla="*/ 107251 h 361333"/>
                <a:gd name="connsiteX40" fmla="*/ 142496 w 361670"/>
                <a:gd name="connsiteY40" fmla="*/ 101505 h 361333"/>
                <a:gd name="connsiteX41" fmla="*/ 143774 w 361670"/>
                <a:gd name="connsiteY41" fmla="*/ 110443 h 361333"/>
                <a:gd name="connsiteX42" fmla="*/ 134828 w 361670"/>
                <a:gd name="connsiteY42" fmla="*/ 111720 h 361333"/>
                <a:gd name="connsiteX43" fmla="*/ 120770 w 361670"/>
                <a:gd name="connsiteY43" fmla="*/ 117465 h 361333"/>
                <a:gd name="connsiteX44" fmla="*/ 113102 w 361670"/>
                <a:gd name="connsiteY44" fmla="*/ 134064 h 361333"/>
                <a:gd name="connsiteX45" fmla="*/ 111185 w 361670"/>
                <a:gd name="connsiteY45" fmla="*/ 143001 h 361333"/>
                <a:gd name="connsiteX46" fmla="*/ 107990 w 361670"/>
                <a:gd name="connsiteY46" fmla="*/ 144278 h 361333"/>
                <a:gd name="connsiteX47" fmla="*/ 102878 w 361670"/>
                <a:gd name="connsiteY47" fmla="*/ 141086 h 361333"/>
                <a:gd name="connsiteX48" fmla="*/ 107990 w 361670"/>
                <a:gd name="connsiteY48" fmla="*/ 113635 h 361333"/>
                <a:gd name="connsiteX49" fmla="*/ 97766 w 361670"/>
                <a:gd name="connsiteY49" fmla="*/ 116827 h 361333"/>
                <a:gd name="connsiteX50" fmla="*/ 86264 w 361670"/>
                <a:gd name="connsiteY50" fmla="*/ 112996 h 361333"/>
                <a:gd name="connsiteX51" fmla="*/ 78596 w 361670"/>
                <a:gd name="connsiteY51" fmla="*/ 100228 h 361333"/>
                <a:gd name="connsiteX52" fmla="*/ 81152 w 361670"/>
                <a:gd name="connsiteY52" fmla="*/ 86184 h 361333"/>
                <a:gd name="connsiteX53" fmla="*/ 61982 w 361670"/>
                <a:gd name="connsiteY53" fmla="*/ 200457 h 361333"/>
                <a:gd name="connsiteX54" fmla="*/ 58788 w 361670"/>
                <a:gd name="connsiteY54" fmla="*/ 200457 h 361333"/>
                <a:gd name="connsiteX55" fmla="*/ 42813 w 361670"/>
                <a:gd name="connsiteY55" fmla="*/ 178113 h 361333"/>
                <a:gd name="connsiteX56" fmla="*/ 50480 w 361670"/>
                <a:gd name="connsiteY56" fmla="*/ 165345 h 361333"/>
                <a:gd name="connsiteX57" fmla="*/ 65177 w 361670"/>
                <a:gd name="connsiteY57" fmla="*/ 162153 h 361333"/>
                <a:gd name="connsiteX58" fmla="*/ 81152 w 361670"/>
                <a:gd name="connsiteY58" fmla="*/ 176836 h 361333"/>
                <a:gd name="connsiteX59" fmla="*/ 97127 w 361670"/>
                <a:gd name="connsiteY59" fmla="*/ 153854 h 361333"/>
                <a:gd name="connsiteX60" fmla="*/ 104795 w 361670"/>
                <a:gd name="connsiteY60" fmla="*/ 158961 h 361333"/>
                <a:gd name="connsiteX61" fmla="*/ 99683 w 361670"/>
                <a:gd name="connsiteY61" fmla="*/ 166622 h 361333"/>
                <a:gd name="connsiteX62" fmla="*/ 93293 w 361670"/>
                <a:gd name="connsiteY62" fmla="*/ 183859 h 361333"/>
                <a:gd name="connsiteX63" fmla="*/ 99044 w 361670"/>
                <a:gd name="connsiteY63" fmla="*/ 197903 h 361333"/>
                <a:gd name="connsiteX64" fmla="*/ 104156 w 361670"/>
                <a:gd name="connsiteY64" fmla="*/ 204926 h 361333"/>
                <a:gd name="connsiteX65" fmla="*/ 97766 w 361670"/>
                <a:gd name="connsiteY65" fmla="*/ 210671 h 361333"/>
                <a:gd name="connsiteX66" fmla="*/ 97127 w 361670"/>
                <a:gd name="connsiteY66" fmla="*/ 210671 h 361333"/>
                <a:gd name="connsiteX67" fmla="*/ 80513 w 361670"/>
                <a:gd name="connsiteY67" fmla="*/ 186412 h 361333"/>
                <a:gd name="connsiteX68" fmla="*/ 61982 w 361670"/>
                <a:gd name="connsiteY68" fmla="*/ 200457 h 361333"/>
                <a:gd name="connsiteX69" fmla="*/ 143134 w 361670"/>
                <a:gd name="connsiteY69" fmla="*/ 261105 h 361333"/>
                <a:gd name="connsiteX70" fmla="*/ 133549 w 361670"/>
                <a:gd name="connsiteY70" fmla="*/ 264297 h 361333"/>
                <a:gd name="connsiteX71" fmla="*/ 113741 w 361670"/>
                <a:gd name="connsiteY71" fmla="*/ 255359 h 361333"/>
                <a:gd name="connsiteX72" fmla="*/ 108629 w 361670"/>
                <a:gd name="connsiteY72" fmla="*/ 280895 h 361333"/>
                <a:gd name="connsiteX73" fmla="*/ 97127 w 361670"/>
                <a:gd name="connsiteY73" fmla="*/ 284725 h 361333"/>
                <a:gd name="connsiteX74" fmla="*/ 93932 w 361670"/>
                <a:gd name="connsiteY74" fmla="*/ 284725 h 361333"/>
                <a:gd name="connsiteX75" fmla="*/ 81152 w 361670"/>
                <a:gd name="connsiteY75" fmla="*/ 277065 h 361333"/>
                <a:gd name="connsiteX76" fmla="*/ 77957 w 361670"/>
                <a:gd name="connsiteY76" fmla="*/ 262382 h 361333"/>
                <a:gd name="connsiteX77" fmla="*/ 85625 w 361670"/>
                <a:gd name="connsiteY77" fmla="*/ 249614 h 361333"/>
                <a:gd name="connsiteX78" fmla="*/ 107351 w 361670"/>
                <a:gd name="connsiteY78" fmla="*/ 248975 h 361333"/>
                <a:gd name="connsiteX79" fmla="*/ 102878 w 361670"/>
                <a:gd name="connsiteY79" fmla="*/ 221524 h 361333"/>
                <a:gd name="connsiteX80" fmla="*/ 111824 w 361670"/>
                <a:gd name="connsiteY80" fmla="*/ 219609 h 361333"/>
                <a:gd name="connsiteX81" fmla="*/ 113741 w 361670"/>
                <a:gd name="connsiteY81" fmla="*/ 228546 h 361333"/>
                <a:gd name="connsiteX82" fmla="*/ 121409 w 361670"/>
                <a:gd name="connsiteY82" fmla="*/ 245145 h 361333"/>
                <a:gd name="connsiteX83" fmla="*/ 135467 w 361670"/>
                <a:gd name="connsiteY83" fmla="*/ 250890 h 361333"/>
                <a:gd name="connsiteX84" fmla="*/ 144412 w 361670"/>
                <a:gd name="connsiteY84" fmla="*/ 252167 h 361333"/>
                <a:gd name="connsiteX85" fmla="*/ 143134 w 361670"/>
                <a:gd name="connsiteY85" fmla="*/ 261105 h 361333"/>
                <a:gd name="connsiteX86" fmla="*/ 208312 w 361670"/>
                <a:gd name="connsiteY86" fmla="*/ 264935 h 361333"/>
                <a:gd name="connsiteX87" fmla="*/ 185947 w 361670"/>
                <a:gd name="connsiteY87" fmla="*/ 280895 h 361333"/>
                <a:gd name="connsiteX88" fmla="*/ 200644 w 361670"/>
                <a:gd name="connsiteY88" fmla="*/ 296855 h 361333"/>
                <a:gd name="connsiteX89" fmla="*/ 184669 w 361670"/>
                <a:gd name="connsiteY89" fmla="*/ 319199 h 361333"/>
                <a:gd name="connsiteX90" fmla="*/ 181474 w 361670"/>
                <a:gd name="connsiteY90" fmla="*/ 319199 h 361333"/>
                <a:gd name="connsiteX91" fmla="*/ 162304 w 361670"/>
                <a:gd name="connsiteY91" fmla="*/ 302601 h 361333"/>
                <a:gd name="connsiteX92" fmla="*/ 176362 w 361670"/>
                <a:gd name="connsiteY92" fmla="*/ 280895 h 361333"/>
                <a:gd name="connsiteX93" fmla="*/ 152080 w 361670"/>
                <a:gd name="connsiteY93" fmla="*/ 264297 h 361333"/>
                <a:gd name="connsiteX94" fmla="*/ 157192 w 361670"/>
                <a:gd name="connsiteY94" fmla="*/ 257274 h 361333"/>
                <a:gd name="connsiteX95" fmla="*/ 164221 w 361670"/>
                <a:gd name="connsiteY95" fmla="*/ 262382 h 361333"/>
                <a:gd name="connsiteX96" fmla="*/ 178279 w 361670"/>
                <a:gd name="connsiteY96" fmla="*/ 268127 h 361333"/>
                <a:gd name="connsiteX97" fmla="*/ 195532 w 361670"/>
                <a:gd name="connsiteY97" fmla="*/ 261743 h 361333"/>
                <a:gd name="connsiteX98" fmla="*/ 203200 w 361670"/>
                <a:gd name="connsiteY98" fmla="*/ 256636 h 361333"/>
                <a:gd name="connsiteX99" fmla="*/ 208312 w 361670"/>
                <a:gd name="connsiteY99" fmla="*/ 264935 h 361333"/>
                <a:gd name="connsiteX100" fmla="*/ 209590 w 361670"/>
                <a:gd name="connsiteY100" fmla="*/ 223439 h 361333"/>
                <a:gd name="connsiteX101" fmla="*/ 182752 w 361670"/>
                <a:gd name="connsiteY101" fmla="*/ 242591 h 361333"/>
                <a:gd name="connsiteX102" fmla="*/ 180196 w 361670"/>
                <a:gd name="connsiteY102" fmla="*/ 243230 h 361333"/>
                <a:gd name="connsiteX103" fmla="*/ 177640 w 361670"/>
                <a:gd name="connsiteY103" fmla="*/ 242591 h 361333"/>
                <a:gd name="connsiteX104" fmla="*/ 148885 w 361670"/>
                <a:gd name="connsiteY104" fmla="*/ 223439 h 361333"/>
                <a:gd name="connsiteX105" fmla="*/ 148247 w 361670"/>
                <a:gd name="connsiteY105" fmla="*/ 222801 h 361333"/>
                <a:gd name="connsiteX106" fmla="*/ 128438 w 361670"/>
                <a:gd name="connsiteY106" fmla="*/ 177475 h 361333"/>
                <a:gd name="connsiteX107" fmla="*/ 127799 w 361670"/>
                <a:gd name="connsiteY107" fmla="*/ 144916 h 361333"/>
                <a:gd name="connsiteX108" fmla="*/ 129716 w 361670"/>
                <a:gd name="connsiteY108" fmla="*/ 139809 h 361333"/>
                <a:gd name="connsiteX109" fmla="*/ 134828 w 361670"/>
                <a:gd name="connsiteY109" fmla="*/ 137894 h 361333"/>
                <a:gd name="connsiteX110" fmla="*/ 156553 w 361670"/>
                <a:gd name="connsiteY110" fmla="*/ 135340 h 361333"/>
                <a:gd name="connsiteX111" fmla="*/ 175084 w 361670"/>
                <a:gd name="connsiteY111" fmla="*/ 123211 h 361333"/>
                <a:gd name="connsiteX112" fmla="*/ 179557 w 361670"/>
                <a:gd name="connsiteY112" fmla="*/ 121296 h 361333"/>
                <a:gd name="connsiteX113" fmla="*/ 184030 w 361670"/>
                <a:gd name="connsiteY113" fmla="*/ 123211 h 361333"/>
                <a:gd name="connsiteX114" fmla="*/ 201283 w 361670"/>
                <a:gd name="connsiteY114" fmla="*/ 134702 h 361333"/>
                <a:gd name="connsiteX115" fmla="*/ 223648 w 361670"/>
                <a:gd name="connsiteY115" fmla="*/ 138532 h 361333"/>
                <a:gd name="connsiteX116" fmla="*/ 228121 w 361670"/>
                <a:gd name="connsiteY116" fmla="*/ 140448 h 361333"/>
                <a:gd name="connsiteX117" fmla="*/ 230038 w 361670"/>
                <a:gd name="connsiteY117" fmla="*/ 144916 h 361333"/>
                <a:gd name="connsiteX118" fmla="*/ 230038 w 361670"/>
                <a:gd name="connsiteY118" fmla="*/ 177475 h 361333"/>
                <a:gd name="connsiteX119" fmla="*/ 214063 w 361670"/>
                <a:gd name="connsiteY119" fmla="*/ 220247 h 361333"/>
                <a:gd name="connsiteX120" fmla="*/ 209590 w 361670"/>
                <a:gd name="connsiteY120" fmla="*/ 223439 h 361333"/>
                <a:gd name="connsiteX121" fmla="*/ 281796 w 361670"/>
                <a:gd name="connsiteY121" fmla="*/ 276426 h 361333"/>
                <a:gd name="connsiteX122" fmla="*/ 269016 w 361670"/>
                <a:gd name="connsiteY122" fmla="*/ 284087 h 361333"/>
                <a:gd name="connsiteX123" fmla="*/ 265821 w 361670"/>
                <a:gd name="connsiteY123" fmla="*/ 284087 h 361333"/>
                <a:gd name="connsiteX124" fmla="*/ 254319 w 361670"/>
                <a:gd name="connsiteY124" fmla="*/ 280257 h 361333"/>
                <a:gd name="connsiteX125" fmla="*/ 249208 w 361670"/>
                <a:gd name="connsiteY125" fmla="*/ 254721 h 361333"/>
                <a:gd name="connsiteX126" fmla="*/ 229399 w 361670"/>
                <a:gd name="connsiteY126" fmla="*/ 263658 h 361333"/>
                <a:gd name="connsiteX127" fmla="*/ 219814 w 361670"/>
                <a:gd name="connsiteY127" fmla="*/ 260466 h 361333"/>
                <a:gd name="connsiteX128" fmla="*/ 218536 w 361670"/>
                <a:gd name="connsiteY128" fmla="*/ 251529 h 361333"/>
                <a:gd name="connsiteX129" fmla="*/ 227482 w 361670"/>
                <a:gd name="connsiteY129" fmla="*/ 250252 h 361333"/>
                <a:gd name="connsiteX130" fmla="*/ 241540 w 361670"/>
                <a:gd name="connsiteY130" fmla="*/ 244506 h 361333"/>
                <a:gd name="connsiteX131" fmla="*/ 249208 w 361670"/>
                <a:gd name="connsiteY131" fmla="*/ 227908 h 361333"/>
                <a:gd name="connsiteX132" fmla="*/ 251124 w 361670"/>
                <a:gd name="connsiteY132" fmla="*/ 218971 h 361333"/>
                <a:gd name="connsiteX133" fmla="*/ 260071 w 361670"/>
                <a:gd name="connsiteY133" fmla="*/ 220886 h 361333"/>
                <a:gd name="connsiteX134" fmla="*/ 255597 w 361670"/>
                <a:gd name="connsiteY134" fmla="*/ 248337 h 361333"/>
                <a:gd name="connsiteX135" fmla="*/ 262626 w 361670"/>
                <a:gd name="connsiteY135" fmla="*/ 245783 h 361333"/>
                <a:gd name="connsiteX136" fmla="*/ 277323 w 361670"/>
                <a:gd name="connsiteY136" fmla="*/ 248975 h 361333"/>
                <a:gd name="connsiteX137" fmla="*/ 281796 w 361670"/>
                <a:gd name="connsiteY137" fmla="*/ 276426 h 361333"/>
                <a:gd name="connsiteX138" fmla="*/ 302883 w 361670"/>
                <a:gd name="connsiteY138" fmla="*/ 199819 h 361333"/>
                <a:gd name="connsiteX139" fmla="*/ 299688 w 361670"/>
                <a:gd name="connsiteY139" fmla="*/ 199819 h 361333"/>
                <a:gd name="connsiteX140" fmla="*/ 281157 w 361670"/>
                <a:gd name="connsiteY140" fmla="*/ 185774 h 361333"/>
                <a:gd name="connsiteX141" fmla="*/ 264543 w 361670"/>
                <a:gd name="connsiteY141" fmla="*/ 210033 h 361333"/>
                <a:gd name="connsiteX142" fmla="*/ 263904 w 361670"/>
                <a:gd name="connsiteY142" fmla="*/ 210033 h 361333"/>
                <a:gd name="connsiteX143" fmla="*/ 257514 w 361670"/>
                <a:gd name="connsiteY143" fmla="*/ 204287 h 361333"/>
                <a:gd name="connsiteX144" fmla="*/ 262626 w 361670"/>
                <a:gd name="connsiteY144" fmla="*/ 197265 h 361333"/>
                <a:gd name="connsiteX145" fmla="*/ 268377 w 361670"/>
                <a:gd name="connsiteY145" fmla="*/ 183220 h 361333"/>
                <a:gd name="connsiteX146" fmla="*/ 261987 w 361670"/>
                <a:gd name="connsiteY146" fmla="*/ 165984 h 361333"/>
                <a:gd name="connsiteX147" fmla="*/ 256876 w 361670"/>
                <a:gd name="connsiteY147" fmla="*/ 158323 h 361333"/>
                <a:gd name="connsiteX148" fmla="*/ 264543 w 361670"/>
                <a:gd name="connsiteY148" fmla="*/ 153216 h 361333"/>
                <a:gd name="connsiteX149" fmla="*/ 280518 w 361670"/>
                <a:gd name="connsiteY149" fmla="*/ 176198 h 361333"/>
                <a:gd name="connsiteX150" fmla="*/ 296493 w 361670"/>
                <a:gd name="connsiteY150" fmla="*/ 161515 h 361333"/>
                <a:gd name="connsiteX151" fmla="*/ 311190 w 361670"/>
                <a:gd name="connsiteY151" fmla="*/ 164707 h 361333"/>
                <a:gd name="connsiteX152" fmla="*/ 318858 w 361670"/>
                <a:gd name="connsiteY152" fmla="*/ 177475 h 361333"/>
                <a:gd name="connsiteX153" fmla="*/ 302883 w 361670"/>
                <a:gd name="connsiteY153" fmla="*/ 19981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361670"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1670" y="81076"/>
                    <a:pt x="280518" y="0"/>
                    <a:pt x="180835" y="0"/>
                  </a:cubicBezTo>
                  <a:close/>
                  <a:moveTo>
                    <a:pt x="220453" y="102144"/>
                  </a:moveTo>
                  <a:cubicBezTo>
                    <a:pt x="228121" y="96398"/>
                    <a:pt x="238983" y="98952"/>
                    <a:pt x="249846" y="107889"/>
                  </a:cubicBezTo>
                  <a:cubicBezTo>
                    <a:pt x="247929" y="104059"/>
                    <a:pt x="246651" y="99590"/>
                    <a:pt x="247291" y="95121"/>
                  </a:cubicBezTo>
                  <a:cubicBezTo>
                    <a:pt x="247929" y="90014"/>
                    <a:pt x="251124" y="85545"/>
                    <a:pt x="254958" y="82353"/>
                  </a:cubicBezTo>
                  <a:cubicBezTo>
                    <a:pt x="263904" y="75969"/>
                    <a:pt x="276045" y="77884"/>
                    <a:pt x="281796" y="86822"/>
                  </a:cubicBezTo>
                  <a:cubicBezTo>
                    <a:pt x="288186" y="95760"/>
                    <a:pt x="286269" y="107889"/>
                    <a:pt x="277323" y="113635"/>
                  </a:cubicBezTo>
                  <a:cubicBezTo>
                    <a:pt x="274128" y="116188"/>
                    <a:pt x="270294" y="117465"/>
                    <a:pt x="265821" y="117465"/>
                  </a:cubicBezTo>
                  <a:cubicBezTo>
                    <a:pt x="264543" y="117465"/>
                    <a:pt x="263904" y="117465"/>
                    <a:pt x="262626" y="117465"/>
                  </a:cubicBezTo>
                  <a:cubicBezTo>
                    <a:pt x="260071" y="116827"/>
                    <a:pt x="257514" y="116188"/>
                    <a:pt x="255597" y="114912"/>
                  </a:cubicBezTo>
                  <a:cubicBezTo>
                    <a:pt x="261987" y="123211"/>
                    <a:pt x="265821" y="134064"/>
                    <a:pt x="260071" y="142363"/>
                  </a:cubicBezTo>
                  <a:cubicBezTo>
                    <a:pt x="258792" y="144278"/>
                    <a:pt x="256876" y="145555"/>
                    <a:pt x="254958" y="145555"/>
                  </a:cubicBezTo>
                  <a:cubicBezTo>
                    <a:pt x="253681" y="145555"/>
                    <a:pt x="252403" y="145555"/>
                    <a:pt x="251763" y="144278"/>
                  </a:cubicBezTo>
                  <a:cubicBezTo>
                    <a:pt x="248568" y="142363"/>
                    <a:pt x="247929" y="138532"/>
                    <a:pt x="249846" y="135340"/>
                  </a:cubicBezTo>
                  <a:cubicBezTo>
                    <a:pt x="251763" y="132148"/>
                    <a:pt x="248568" y="124488"/>
                    <a:pt x="242178" y="118742"/>
                  </a:cubicBezTo>
                  <a:cubicBezTo>
                    <a:pt x="236428" y="112996"/>
                    <a:pt x="230038" y="111081"/>
                    <a:pt x="228121" y="112996"/>
                  </a:cubicBezTo>
                  <a:cubicBezTo>
                    <a:pt x="225565" y="114912"/>
                    <a:pt x="221092" y="114273"/>
                    <a:pt x="219175" y="111720"/>
                  </a:cubicBezTo>
                  <a:cubicBezTo>
                    <a:pt x="216619" y="107889"/>
                    <a:pt x="217258" y="104059"/>
                    <a:pt x="220453" y="102144"/>
                  </a:cubicBezTo>
                  <a:close/>
                  <a:moveTo>
                    <a:pt x="176362" y="81076"/>
                  </a:moveTo>
                  <a:cubicBezTo>
                    <a:pt x="166777" y="78523"/>
                    <a:pt x="160387" y="68947"/>
                    <a:pt x="162304" y="59371"/>
                  </a:cubicBezTo>
                  <a:cubicBezTo>
                    <a:pt x="164221" y="48518"/>
                    <a:pt x="173806" y="41496"/>
                    <a:pt x="184669" y="43411"/>
                  </a:cubicBezTo>
                  <a:cubicBezTo>
                    <a:pt x="195532" y="45326"/>
                    <a:pt x="202561" y="54902"/>
                    <a:pt x="200644" y="65755"/>
                  </a:cubicBezTo>
                  <a:cubicBezTo>
                    <a:pt x="199366" y="73416"/>
                    <a:pt x="193615" y="79800"/>
                    <a:pt x="185947" y="81715"/>
                  </a:cubicBezTo>
                  <a:cubicBezTo>
                    <a:pt x="196810" y="82992"/>
                    <a:pt x="206395" y="88099"/>
                    <a:pt x="208951" y="97675"/>
                  </a:cubicBezTo>
                  <a:cubicBezTo>
                    <a:pt x="209590" y="100867"/>
                    <a:pt x="207673" y="104697"/>
                    <a:pt x="203839" y="105336"/>
                  </a:cubicBezTo>
                  <a:cubicBezTo>
                    <a:pt x="203200" y="105336"/>
                    <a:pt x="203200" y="105336"/>
                    <a:pt x="202561" y="105336"/>
                  </a:cubicBezTo>
                  <a:cubicBezTo>
                    <a:pt x="199366" y="105336"/>
                    <a:pt x="196810" y="103420"/>
                    <a:pt x="196171" y="100228"/>
                  </a:cubicBezTo>
                  <a:cubicBezTo>
                    <a:pt x="195532" y="96398"/>
                    <a:pt x="187225" y="93206"/>
                    <a:pt x="178918" y="93844"/>
                  </a:cubicBezTo>
                  <a:cubicBezTo>
                    <a:pt x="170611" y="93844"/>
                    <a:pt x="164860" y="97036"/>
                    <a:pt x="164860" y="99590"/>
                  </a:cubicBezTo>
                  <a:cubicBezTo>
                    <a:pt x="164221" y="102782"/>
                    <a:pt x="161027" y="105336"/>
                    <a:pt x="157832" y="104697"/>
                  </a:cubicBezTo>
                  <a:cubicBezTo>
                    <a:pt x="154637" y="104059"/>
                    <a:pt x="152080" y="100867"/>
                    <a:pt x="152719" y="97675"/>
                  </a:cubicBezTo>
                  <a:cubicBezTo>
                    <a:pt x="153358" y="88737"/>
                    <a:pt x="162304" y="82353"/>
                    <a:pt x="176362" y="81076"/>
                  </a:cubicBezTo>
                  <a:close/>
                  <a:moveTo>
                    <a:pt x="81152" y="86184"/>
                  </a:moveTo>
                  <a:cubicBezTo>
                    <a:pt x="87542" y="77246"/>
                    <a:pt x="99683" y="75331"/>
                    <a:pt x="107990" y="81715"/>
                  </a:cubicBezTo>
                  <a:cubicBezTo>
                    <a:pt x="112463" y="84907"/>
                    <a:pt x="115019" y="89376"/>
                    <a:pt x="115658" y="94483"/>
                  </a:cubicBezTo>
                  <a:cubicBezTo>
                    <a:pt x="116297" y="98952"/>
                    <a:pt x="115658" y="103420"/>
                    <a:pt x="113102" y="107251"/>
                  </a:cubicBezTo>
                  <a:cubicBezTo>
                    <a:pt x="123326" y="98313"/>
                    <a:pt x="134828" y="96398"/>
                    <a:pt x="142496" y="101505"/>
                  </a:cubicBezTo>
                  <a:cubicBezTo>
                    <a:pt x="145052" y="103420"/>
                    <a:pt x="145690" y="107889"/>
                    <a:pt x="143774" y="110443"/>
                  </a:cubicBezTo>
                  <a:cubicBezTo>
                    <a:pt x="141857" y="112996"/>
                    <a:pt x="137384" y="113635"/>
                    <a:pt x="134828" y="111720"/>
                  </a:cubicBezTo>
                  <a:cubicBezTo>
                    <a:pt x="132911" y="110443"/>
                    <a:pt x="126521" y="112358"/>
                    <a:pt x="120770" y="117465"/>
                  </a:cubicBezTo>
                  <a:cubicBezTo>
                    <a:pt x="114380" y="123211"/>
                    <a:pt x="111185" y="130872"/>
                    <a:pt x="113102" y="134064"/>
                  </a:cubicBezTo>
                  <a:cubicBezTo>
                    <a:pt x="115019" y="137256"/>
                    <a:pt x="114380" y="141086"/>
                    <a:pt x="111185" y="143001"/>
                  </a:cubicBezTo>
                  <a:cubicBezTo>
                    <a:pt x="109907" y="143640"/>
                    <a:pt x="108629" y="144278"/>
                    <a:pt x="107990" y="144278"/>
                  </a:cubicBezTo>
                  <a:cubicBezTo>
                    <a:pt x="106073" y="144278"/>
                    <a:pt x="103517" y="143001"/>
                    <a:pt x="102878" y="141086"/>
                  </a:cubicBezTo>
                  <a:cubicBezTo>
                    <a:pt x="97766" y="132787"/>
                    <a:pt x="100961" y="121934"/>
                    <a:pt x="107990" y="113635"/>
                  </a:cubicBezTo>
                  <a:cubicBezTo>
                    <a:pt x="104795" y="115550"/>
                    <a:pt x="101600" y="116827"/>
                    <a:pt x="97766" y="116827"/>
                  </a:cubicBezTo>
                  <a:cubicBezTo>
                    <a:pt x="93932" y="116827"/>
                    <a:pt x="90098" y="115550"/>
                    <a:pt x="86264" y="112996"/>
                  </a:cubicBezTo>
                  <a:cubicBezTo>
                    <a:pt x="81791" y="109804"/>
                    <a:pt x="79235" y="105336"/>
                    <a:pt x="78596" y="100228"/>
                  </a:cubicBezTo>
                  <a:cubicBezTo>
                    <a:pt x="77318" y="95760"/>
                    <a:pt x="77957" y="90652"/>
                    <a:pt x="81152" y="86184"/>
                  </a:cubicBezTo>
                  <a:close/>
                  <a:moveTo>
                    <a:pt x="61982" y="200457"/>
                  </a:moveTo>
                  <a:cubicBezTo>
                    <a:pt x="60704" y="200457"/>
                    <a:pt x="60065" y="200457"/>
                    <a:pt x="58788" y="200457"/>
                  </a:cubicBezTo>
                  <a:cubicBezTo>
                    <a:pt x="47925" y="198542"/>
                    <a:pt x="40895" y="188966"/>
                    <a:pt x="42813" y="178113"/>
                  </a:cubicBezTo>
                  <a:cubicBezTo>
                    <a:pt x="43451" y="173006"/>
                    <a:pt x="46646" y="168537"/>
                    <a:pt x="50480" y="165345"/>
                  </a:cubicBezTo>
                  <a:cubicBezTo>
                    <a:pt x="54953" y="162153"/>
                    <a:pt x="60065" y="160876"/>
                    <a:pt x="65177" y="162153"/>
                  </a:cubicBezTo>
                  <a:cubicBezTo>
                    <a:pt x="72845" y="163430"/>
                    <a:pt x="79235" y="169176"/>
                    <a:pt x="81152" y="176836"/>
                  </a:cubicBezTo>
                  <a:cubicBezTo>
                    <a:pt x="82430" y="165984"/>
                    <a:pt x="87542" y="156408"/>
                    <a:pt x="97127" y="153854"/>
                  </a:cubicBezTo>
                  <a:cubicBezTo>
                    <a:pt x="100322" y="153216"/>
                    <a:pt x="104156" y="155131"/>
                    <a:pt x="104795" y="158961"/>
                  </a:cubicBezTo>
                  <a:cubicBezTo>
                    <a:pt x="105434" y="162153"/>
                    <a:pt x="103517" y="165984"/>
                    <a:pt x="99683" y="166622"/>
                  </a:cubicBezTo>
                  <a:cubicBezTo>
                    <a:pt x="95849" y="167260"/>
                    <a:pt x="92654" y="175560"/>
                    <a:pt x="93293" y="183859"/>
                  </a:cubicBezTo>
                  <a:cubicBezTo>
                    <a:pt x="93932" y="192158"/>
                    <a:pt x="96488" y="197903"/>
                    <a:pt x="99044" y="197903"/>
                  </a:cubicBezTo>
                  <a:cubicBezTo>
                    <a:pt x="102239" y="198542"/>
                    <a:pt x="104795" y="201734"/>
                    <a:pt x="104156" y="204926"/>
                  </a:cubicBezTo>
                  <a:cubicBezTo>
                    <a:pt x="103517" y="208118"/>
                    <a:pt x="100961" y="210671"/>
                    <a:pt x="97766" y="210671"/>
                  </a:cubicBezTo>
                  <a:cubicBezTo>
                    <a:pt x="97766" y="210671"/>
                    <a:pt x="97127" y="210671"/>
                    <a:pt x="97127" y="210671"/>
                  </a:cubicBezTo>
                  <a:cubicBezTo>
                    <a:pt x="88181" y="209395"/>
                    <a:pt x="81791" y="199819"/>
                    <a:pt x="80513" y="186412"/>
                  </a:cubicBezTo>
                  <a:cubicBezTo>
                    <a:pt x="78596" y="194073"/>
                    <a:pt x="70928" y="200457"/>
                    <a:pt x="61982" y="200457"/>
                  </a:cubicBezTo>
                  <a:close/>
                  <a:moveTo>
                    <a:pt x="143134" y="261105"/>
                  </a:moveTo>
                  <a:cubicBezTo>
                    <a:pt x="140579" y="263020"/>
                    <a:pt x="137384" y="264297"/>
                    <a:pt x="133549" y="264297"/>
                  </a:cubicBezTo>
                  <a:cubicBezTo>
                    <a:pt x="127160" y="264297"/>
                    <a:pt x="120770" y="261105"/>
                    <a:pt x="113741" y="255359"/>
                  </a:cubicBezTo>
                  <a:cubicBezTo>
                    <a:pt x="118853" y="263658"/>
                    <a:pt x="116297" y="275149"/>
                    <a:pt x="108629" y="280895"/>
                  </a:cubicBezTo>
                  <a:cubicBezTo>
                    <a:pt x="105434" y="283449"/>
                    <a:pt x="101600" y="284725"/>
                    <a:pt x="97127" y="284725"/>
                  </a:cubicBezTo>
                  <a:cubicBezTo>
                    <a:pt x="95849" y="284725"/>
                    <a:pt x="95210" y="284725"/>
                    <a:pt x="93932" y="284725"/>
                  </a:cubicBezTo>
                  <a:cubicBezTo>
                    <a:pt x="88820" y="284087"/>
                    <a:pt x="84347" y="280895"/>
                    <a:pt x="81152" y="277065"/>
                  </a:cubicBezTo>
                  <a:cubicBezTo>
                    <a:pt x="77957" y="272596"/>
                    <a:pt x="76679" y="267489"/>
                    <a:pt x="77957" y="262382"/>
                  </a:cubicBezTo>
                  <a:cubicBezTo>
                    <a:pt x="78596" y="257274"/>
                    <a:pt x="81791" y="252806"/>
                    <a:pt x="85625" y="249614"/>
                  </a:cubicBezTo>
                  <a:cubicBezTo>
                    <a:pt x="92015" y="245145"/>
                    <a:pt x="100322" y="245145"/>
                    <a:pt x="107351" y="248975"/>
                  </a:cubicBezTo>
                  <a:cubicBezTo>
                    <a:pt x="100961" y="240676"/>
                    <a:pt x="97127" y="229823"/>
                    <a:pt x="102878" y="221524"/>
                  </a:cubicBezTo>
                  <a:cubicBezTo>
                    <a:pt x="104795" y="218332"/>
                    <a:pt x="108629" y="217694"/>
                    <a:pt x="111824" y="219609"/>
                  </a:cubicBezTo>
                  <a:cubicBezTo>
                    <a:pt x="115019" y="221524"/>
                    <a:pt x="115658" y="225355"/>
                    <a:pt x="113741" y="228546"/>
                  </a:cubicBezTo>
                  <a:cubicBezTo>
                    <a:pt x="111824" y="231738"/>
                    <a:pt x="115019" y="239399"/>
                    <a:pt x="121409" y="245145"/>
                  </a:cubicBezTo>
                  <a:cubicBezTo>
                    <a:pt x="127160" y="250890"/>
                    <a:pt x="133549" y="252806"/>
                    <a:pt x="135467" y="250890"/>
                  </a:cubicBezTo>
                  <a:cubicBezTo>
                    <a:pt x="138022" y="248975"/>
                    <a:pt x="142496" y="249614"/>
                    <a:pt x="144412" y="252167"/>
                  </a:cubicBezTo>
                  <a:cubicBezTo>
                    <a:pt x="146329" y="254721"/>
                    <a:pt x="145690" y="258551"/>
                    <a:pt x="143134" y="261105"/>
                  </a:cubicBezTo>
                  <a:close/>
                  <a:moveTo>
                    <a:pt x="208312" y="264935"/>
                  </a:moveTo>
                  <a:cubicBezTo>
                    <a:pt x="206395" y="274511"/>
                    <a:pt x="196171" y="279618"/>
                    <a:pt x="185947" y="280895"/>
                  </a:cubicBezTo>
                  <a:cubicBezTo>
                    <a:pt x="192976" y="282810"/>
                    <a:pt x="199366" y="288556"/>
                    <a:pt x="200644" y="296855"/>
                  </a:cubicBezTo>
                  <a:cubicBezTo>
                    <a:pt x="202561" y="307708"/>
                    <a:pt x="194893" y="317284"/>
                    <a:pt x="184669" y="319199"/>
                  </a:cubicBezTo>
                  <a:cubicBezTo>
                    <a:pt x="183391" y="319199"/>
                    <a:pt x="182752" y="319199"/>
                    <a:pt x="181474" y="319199"/>
                  </a:cubicBezTo>
                  <a:cubicBezTo>
                    <a:pt x="171889" y="319199"/>
                    <a:pt x="163582" y="312177"/>
                    <a:pt x="162304" y="302601"/>
                  </a:cubicBezTo>
                  <a:cubicBezTo>
                    <a:pt x="161027" y="293025"/>
                    <a:pt x="166777" y="283449"/>
                    <a:pt x="176362" y="280895"/>
                  </a:cubicBezTo>
                  <a:cubicBezTo>
                    <a:pt x="162943" y="279618"/>
                    <a:pt x="153358" y="273234"/>
                    <a:pt x="152080" y="264297"/>
                  </a:cubicBezTo>
                  <a:cubicBezTo>
                    <a:pt x="151442" y="261105"/>
                    <a:pt x="153997" y="257274"/>
                    <a:pt x="157192" y="257274"/>
                  </a:cubicBezTo>
                  <a:cubicBezTo>
                    <a:pt x="160387" y="256636"/>
                    <a:pt x="164221" y="259190"/>
                    <a:pt x="164221" y="262382"/>
                  </a:cubicBezTo>
                  <a:cubicBezTo>
                    <a:pt x="164860" y="264935"/>
                    <a:pt x="170611" y="268127"/>
                    <a:pt x="178279" y="268127"/>
                  </a:cubicBezTo>
                  <a:cubicBezTo>
                    <a:pt x="187225" y="268127"/>
                    <a:pt x="194893" y="265574"/>
                    <a:pt x="195532" y="261743"/>
                  </a:cubicBezTo>
                  <a:cubicBezTo>
                    <a:pt x="196171" y="258551"/>
                    <a:pt x="200005" y="255998"/>
                    <a:pt x="203200" y="256636"/>
                  </a:cubicBezTo>
                  <a:cubicBezTo>
                    <a:pt x="207034" y="257913"/>
                    <a:pt x="209590" y="261105"/>
                    <a:pt x="208312" y="264935"/>
                  </a:cubicBezTo>
                  <a:close/>
                  <a:moveTo>
                    <a:pt x="209590" y="223439"/>
                  </a:moveTo>
                  <a:cubicBezTo>
                    <a:pt x="201922" y="231100"/>
                    <a:pt x="192337" y="238122"/>
                    <a:pt x="182752" y="242591"/>
                  </a:cubicBezTo>
                  <a:cubicBezTo>
                    <a:pt x="182113" y="243230"/>
                    <a:pt x="180835" y="243230"/>
                    <a:pt x="180196" y="243230"/>
                  </a:cubicBezTo>
                  <a:cubicBezTo>
                    <a:pt x="179557" y="243230"/>
                    <a:pt x="178279" y="243230"/>
                    <a:pt x="177640" y="242591"/>
                  </a:cubicBezTo>
                  <a:cubicBezTo>
                    <a:pt x="166777" y="237484"/>
                    <a:pt x="157192" y="231100"/>
                    <a:pt x="148885" y="223439"/>
                  </a:cubicBezTo>
                  <a:lnTo>
                    <a:pt x="148247" y="222801"/>
                  </a:lnTo>
                  <a:cubicBezTo>
                    <a:pt x="136106" y="211310"/>
                    <a:pt x="129077" y="194711"/>
                    <a:pt x="128438" y="177475"/>
                  </a:cubicBezTo>
                  <a:lnTo>
                    <a:pt x="127799" y="144916"/>
                  </a:lnTo>
                  <a:cubicBezTo>
                    <a:pt x="127799" y="143001"/>
                    <a:pt x="128438" y="141086"/>
                    <a:pt x="129716" y="139809"/>
                  </a:cubicBezTo>
                  <a:cubicBezTo>
                    <a:pt x="130994" y="138532"/>
                    <a:pt x="132911" y="137894"/>
                    <a:pt x="134828" y="137894"/>
                  </a:cubicBezTo>
                  <a:cubicBezTo>
                    <a:pt x="139939" y="138532"/>
                    <a:pt x="147607" y="138532"/>
                    <a:pt x="156553" y="135340"/>
                  </a:cubicBezTo>
                  <a:cubicBezTo>
                    <a:pt x="165499" y="132148"/>
                    <a:pt x="171250" y="127041"/>
                    <a:pt x="175084" y="123211"/>
                  </a:cubicBezTo>
                  <a:cubicBezTo>
                    <a:pt x="176362" y="121934"/>
                    <a:pt x="177640" y="121296"/>
                    <a:pt x="179557" y="121296"/>
                  </a:cubicBezTo>
                  <a:cubicBezTo>
                    <a:pt x="181474" y="121296"/>
                    <a:pt x="182752" y="121934"/>
                    <a:pt x="184030" y="123211"/>
                  </a:cubicBezTo>
                  <a:cubicBezTo>
                    <a:pt x="189142" y="128318"/>
                    <a:pt x="194893" y="132148"/>
                    <a:pt x="201283" y="134702"/>
                  </a:cubicBezTo>
                  <a:cubicBezTo>
                    <a:pt x="208312" y="137256"/>
                    <a:pt x="215980" y="138532"/>
                    <a:pt x="223648" y="138532"/>
                  </a:cubicBezTo>
                  <a:cubicBezTo>
                    <a:pt x="225565" y="138532"/>
                    <a:pt x="226843" y="139171"/>
                    <a:pt x="228121" y="140448"/>
                  </a:cubicBezTo>
                  <a:cubicBezTo>
                    <a:pt x="229399" y="141724"/>
                    <a:pt x="230038" y="143640"/>
                    <a:pt x="230038" y="144916"/>
                  </a:cubicBezTo>
                  <a:lnTo>
                    <a:pt x="230038" y="177475"/>
                  </a:lnTo>
                  <a:cubicBezTo>
                    <a:pt x="230038" y="193435"/>
                    <a:pt x="224287" y="208756"/>
                    <a:pt x="214063" y="220247"/>
                  </a:cubicBezTo>
                  <a:cubicBezTo>
                    <a:pt x="212146" y="220886"/>
                    <a:pt x="210868" y="222163"/>
                    <a:pt x="209590" y="223439"/>
                  </a:cubicBezTo>
                  <a:close/>
                  <a:moveTo>
                    <a:pt x="281796" y="276426"/>
                  </a:moveTo>
                  <a:cubicBezTo>
                    <a:pt x="278601" y="280895"/>
                    <a:pt x="274128" y="283449"/>
                    <a:pt x="269016" y="284087"/>
                  </a:cubicBezTo>
                  <a:cubicBezTo>
                    <a:pt x="267738" y="284087"/>
                    <a:pt x="267099" y="284087"/>
                    <a:pt x="265821" y="284087"/>
                  </a:cubicBezTo>
                  <a:cubicBezTo>
                    <a:pt x="261987" y="284087"/>
                    <a:pt x="258153" y="282810"/>
                    <a:pt x="254319" y="280257"/>
                  </a:cubicBezTo>
                  <a:cubicBezTo>
                    <a:pt x="246013" y="274511"/>
                    <a:pt x="244096" y="263020"/>
                    <a:pt x="249208" y="254721"/>
                  </a:cubicBezTo>
                  <a:cubicBezTo>
                    <a:pt x="242818" y="260466"/>
                    <a:pt x="235788" y="263658"/>
                    <a:pt x="229399" y="263658"/>
                  </a:cubicBezTo>
                  <a:cubicBezTo>
                    <a:pt x="225565" y="263658"/>
                    <a:pt x="222370" y="262382"/>
                    <a:pt x="219814" y="260466"/>
                  </a:cubicBezTo>
                  <a:cubicBezTo>
                    <a:pt x="217258" y="258551"/>
                    <a:pt x="216619" y="254082"/>
                    <a:pt x="218536" y="251529"/>
                  </a:cubicBezTo>
                  <a:cubicBezTo>
                    <a:pt x="220453" y="248975"/>
                    <a:pt x="224926" y="248337"/>
                    <a:pt x="227482" y="250252"/>
                  </a:cubicBezTo>
                  <a:cubicBezTo>
                    <a:pt x="229399" y="251529"/>
                    <a:pt x="235788" y="249614"/>
                    <a:pt x="241540" y="244506"/>
                  </a:cubicBezTo>
                  <a:cubicBezTo>
                    <a:pt x="247929" y="238761"/>
                    <a:pt x="251124" y="231100"/>
                    <a:pt x="249208" y="227908"/>
                  </a:cubicBezTo>
                  <a:cubicBezTo>
                    <a:pt x="247291" y="224716"/>
                    <a:pt x="247929" y="220886"/>
                    <a:pt x="251124" y="218971"/>
                  </a:cubicBezTo>
                  <a:cubicBezTo>
                    <a:pt x="254319" y="217055"/>
                    <a:pt x="258153" y="217694"/>
                    <a:pt x="260071" y="220886"/>
                  </a:cubicBezTo>
                  <a:cubicBezTo>
                    <a:pt x="265182" y="229185"/>
                    <a:pt x="261987" y="240038"/>
                    <a:pt x="255597" y="248337"/>
                  </a:cubicBezTo>
                  <a:cubicBezTo>
                    <a:pt x="257514" y="247060"/>
                    <a:pt x="260071" y="246422"/>
                    <a:pt x="262626" y="245783"/>
                  </a:cubicBezTo>
                  <a:cubicBezTo>
                    <a:pt x="267738" y="245145"/>
                    <a:pt x="272850" y="246422"/>
                    <a:pt x="277323" y="248975"/>
                  </a:cubicBezTo>
                  <a:cubicBezTo>
                    <a:pt x="286269" y="255998"/>
                    <a:pt x="288186" y="268127"/>
                    <a:pt x="281796" y="276426"/>
                  </a:cubicBezTo>
                  <a:close/>
                  <a:moveTo>
                    <a:pt x="302883" y="199819"/>
                  </a:moveTo>
                  <a:cubicBezTo>
                    <a:pt x="301605" y="199819"/>
                    <a:pt x="300966" y="199819"/>
                    <a:pt x="299688" y="199819"/>
                  </a:cubicBezTo>
                  <a:cubicBezTo>
                    <a:pt x="290742" y="199819"/>
                    <a:pt x="283074" y="194073"/>
                    <a:pt x="281157" y="185774"/>
                  </a:cubicBezTo>
                  <a:cubicBezTo>
                    <a:pt x="279879" y="199180"/>
                    <a:pt x="273489" y="208756"/>
                    <a:pt x="264543" y="210033"/>
                  </a:cubicBezTo>
                  <a:cubicBezTo>
                    <a:pt x="264543" y="210033"/>
                    <a:pt x="263904" y="210033"/>
                    <a:pt x="263904" y="210033"/>
                  </a:cubicBezTo>
                  <a:cubicBezTo>
                    <a:pt x="260709" y="210033"/>
                    <a:pt x="258153" y="207479"/>
                    <a:pt x="257514" y="204287"/>
                  </a:cubicBezTo>
                  <a:cubicBezTo>
                    <a:pt x="256876" y="201095"/>
                    <a:pt x="259431" y="197265"/>
                    <a:pt x="262626" y="197265"/>
                  </a:cubicBezTo>
                  <a:cubicBezTo>
                    <a:pt x="265182" y="196627"/>
                    <a:pt x="268377" y="190881"/>
                    <a:pt x="268377" y="183220"/>
                  </a:cubicBezTo>
                  <a:cubicBezTo>
                    <a:pt x="269016" y="174283"/>
                    <a:pt x="265821" y="166622"/>
                    <a:pt x="261987" y="165984"/>
                  </a:cubicBezTo>
                  <a:cubicBezTo>
                    <a:pt x="258792" y="165345"/>
                    <a:pt x="256236" y="161515"/>
                    <a:pt x="256876" y="158323"/>
                  </a:cubicBezTo>
                  <a:cubicBezTo>
                    <a:pt x="257514" y="155131"/>
                    <a:pt x="261348" y="152577"/>
                    <a:pt x="264543" y="153216"/>
                  </a:cubicBezTo>
                  <a:cubicBezTo>
                    <a:pt x="274128" y="155131"/>
                    <a:pt x="279240" y="165345"/>
                    <a:pt x="280518" y="176198"/>
                  </a:cubicBezTo>
                  <a:cubicBezTo>
                    <a:pt x="282435" y="169176"/>
                    <a:pt x="288186" y="162792"/>
                    <a:pt x="296493" y="161515"/>
                  </a:cubicBezTo>
                  <a:cubicBezTo>
                    <a:pt x="301605" y="160876"/>
                    <a:pt x="306717" y="162153"/>
                    <a:pt x="311190" y="164707"/>
                  </a:cubicBezTo>
                  <a:cubicBezTo>
                    <a:pt x="315663" y="167899"/>
                    <a:pt x="318219" y="172368"/>
                    <a:pt x="318858" y="177475"/>
                  </a:cubicBezTo>
                  <a:cubicBezTo>
                    <a:pt x="320775" y="188327"/>
                    <a:pt x="313746" y="198542"/>
                    <a:pt x="302883" y="199819"/>
                  </a:cubicBezTo>
                  <a:close/>
                </a:path>
              </a:pathLst>
            </a:custGeom>
            <a:grpFill/>
            <a:ln w="6390" cap="flat">
              <a:noFill/>
              <a:prstDash val="solid"/>
              <a:miter/>
            </a:ln>
          </p:spPr>
          <p:txBody>
            <a:bodyPr rtlCol="0" anchor="ctr"/>
            <a:lstStyle/>
            <a:p>
              <a:endParaRPr lang="en-US"/>
            </a:p>
          </p:txBody>
        </p:sp>
        <p:sp>
          <p:nvSpPr>
            <p:cNvPr id="125" name="Graphic 4">
              <a:extLst>
                <a:ext uri="{FF2B5EF4-FFF2-40B4-BE49-F238E27FC236}">
                  <a16:creationId xmlns:a16="http://schemas.microsoft.com/office/drawing/2014/main" id="{902A8493-FEAC-0462-4FEC-333203437F4A}"/>
                </a:ext>
              </a:extLst>
            </p:cNvPr>
            <p:cNvSpPr/>
            <p:nvPr/>
          </p:nvSpPr>
          <p:spPr>
            <a:xfrm>
              <a:off x="4305703" y="4082882"/>
              <a:ext cx="13092" cy="13243"/>
            </a:xfrm>
            <a:custGeom>
              <a:avLst/>
              <a:gdLst>
                <a:gd name="connsiteX0" fmla="*/ 1115 w 13092"/>
                <a:gd name="connsiteY0" fmla="*/ 2390 h 13243"/>
                <a:gd name="connsiteX1" fmla="*/ 1115 w 13092"/>
                <a:gd name="connsiteY1" fmla="*/ 2390 h 13243"/>
                <a:gd name="connsiteX2" fmla="*/ 2393 w 13092"/>
                <a:gd name="connsiteY2" fmla="*/ 11966 h 13243"/>
                <a:gd name="connsiteX3" fmla="*/ 7505 w 13092"/>
                <a:gd name="connsiteY3" fmla="*/ 13243 h 13243"/>
                <a:gd name="connsiteX4" fmla="*/ 11978 w 13092"/>
                <a:gd name="connsiteY4" fmla="*/ 10689 h 13243"/>
                <a:gd name="connsiteX5" fmla="*/ 10700 w 13092"/>
                <a:gd name="connsiteY5" fmla="*/ 1113 h 13243"/>
                <a:gd name="connsiteX6" fmla="*/ 1115 w 13092"/>
                <a:gd name="connsiteY6" fmla="*/ 2390 h 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92" h="13243">
                  <a:moveTo>
                    <a:pt x="1115" y="2390"/>
                  </a:moveTo>
                  <a:lnTo>
                    <a:pt x="1115" y="2390"/>
                  </a:lnTo>
                  <a:cubicBezTo>
                    <a:pt x="-802" y="5582"/>
                    <a:pt x="-163" y="9413"/>
                    <a:pt x="2393" y="11966"/>
                  </a:cubicBezTo>
                  <a:cubicBezTo>
                    <a:pt x="3671" y="13243"/>
                    <a:pt x="5588" y="13243"/>
                    <a:pt x="7505" y="13243"/>
                  </a:cubicBezTo>
                  <a:cubicBezTo>
                    <a:pt x="9421" y="13243"/>
                    <a:pt x="10700" y="11966"/>
                    <a:pt x="11978" y="10689"/>
                  </a:cubicBezTo>
                  <a:cubicBezTo>
                    <a:pt x="13894" y="7497"/>
                    <a:pt x="13256" y="3667"/>
                    <a:pt x="10700" y="1113"/>
                  </a:cubicBezTo>
                  <a:cubicBezTo>
                    <a:pt x="7505" y="-802"/>
                    <a:pt x="3032" y="-163"/>
                    <a:pt x="1115" y="2390"/>
                  </a:cubicBezTo>
                  <a:close/>
                </a:path>
              </a:pathLst>
            </a:custGeom>
            <a:grpFill/>
            <a:ln w="6390" cap="flat">
              <a:noFill/>
              <a:prstDash val="solid"/>
              <a:miter/>
            </a:ln>
          </p:spPr>
          <p:txBody>
            <a:bodyPr rtlCol="0" anchor="ctr"/>
            <a:lstStyle/>
            <a:p>
              <a:endParaRPr lang="en-US"/>
            </a:p>
          </p:txBody>
        </p:sp>
      </p:grpSp>
      <p:grpSp>
        <p:nvGrpSpPr>
          <p:cNvPr id="126" name="Graphic 4">
            <a:extLst>
              <a:ext uri="{FF2B5EF4-FFF2-40B4-BE49-F238E27FC236}">
                <a16:creationId xmlns:a16="http://schemas.microsoft.com/office/drawing/2014/main" id="{3C70ACD2-E61C-4E72-DFFA-835FDA06E207}"/>
              </a:ext>
            </a:extLst>
          </p:cNvPr>
          <p:cNvGrpSpPr/>
          <p:nvPr/>
        </p:nvGrpSpPr>
        <p:grpSpPr>
          <a:xfrm>
            <a:off x="533848" y="1703591"/>
            <a:ext cx="457195" cy="457192"/>
            <a:chOff x="905454" y="1402723"/>
            <a:chExt cx="362309" cy="361971"/>
          </a:xfrm>
          <a:solidFill>
            <a:schemeClr val="accent2"/>
          </a:solidFill>
        </p:grpSpPr>
        <p:sp>
          <p:nvSpPr>
            <p:cNvPr id="127" name="Graphic 4">
              <a:extLst>
                <a:ext uri="{FF2B5EF4-FFF2-40B4-BE49-F238E27FC236}">
                  <a16:creationId xmlns:a16="http://schemas.microsoft.com/office/drawing/2014/main" id="{EB5A25AE-2961-ECA7-0FA6-2355D1D7CE74}"/>
                </a:ext>
              </a:extLst>
            </p:cNvPr>
            <p:cNvSpPr/>
            <p:nvPr/>
          </p:nvSpPr>
          <p:spPr>
            <a:xfrm>
              <a:off x="1080538" y="1539340"/>
              <a:ext cx="20447" cy="21067"/>
            </a:xfrm>
            <a:custGeom>
              <a:avLst/>
              <a:gdLst>
                <a:gd name="connsiteX0" fmla="*/ 0 w 20447"/>
                <a:gd name="connsiteY0" fmla="*/ 21067 h 21067"/>
                <a:gd name="connsiteX1" fmla="*/ 20448 w 20447"/>
                <a:gd name="connsiteY1" fmla="*/ 21067 h 21067"/>
                <a:gd name="connsiteX2" fmla="*/ 0 w 20447"/>
                <a:gd name="connsiteY2" fmla="*/ 0 h 21067"/>
              </a:gdLst>
              <a:ahLst/>
              <a:cxnLst>
                <a:cxn ang="0">
                  <a:pos x="connsiteX0" y="connsiteY0"/>
                </a:cxn>
                <a:cxn ang="0">
                  <a:pos x="connsiteX1" y="connsiteY1"/>
                </a:cxn>
                <a:cxn ang="0">
                  <a:pos x="connsiteX2" y="connsiteY2"/>
                </a:cxn>
              </a:cxnLst>
              <a:rect l="l" t="t" r="r" b="b"/>
              <a:pathLst>
                <a:path w="20447" h="21067">
                  <a:moveTo>
                    <a:pt x="0" y="21067"/>
                  </a:moveTo>
                  <a:lnTo>
                    <a:pt x="20448" y="21067"/>
                  </a:lnTo>
                  <a:lnTo>
                    <a:pt x="0" y="0"/>
                  </a:lnTo>
                  <a:close/>
                </a:path>
              </a:pathLst>
            </a:custGeom>
            <a:grpFill/>
            <a:ln w="6390" cap="flat">
              <a:noFill/>
              <a:prstDash val="solid"/>
              <a:miter/>
            </a:ln>
          </p:spPr>
          <p:txBody>
            <a:bodyPr rtlCol="0" anchor="ctr"/>
            <a:lstStyle/>
            <a:p>
              <a:endParaRPr lang="en-US"/>
            </a:p>
          </p:txBody>
        </p:sp>
        <p:sp>
          <p:nvSpPr>
            <p:cNvPr id="128" name="Graphic 4">
              <a:extLst>
                <a:ext uri="{FF2B5EF4-FFF2-40B4-BE49-F238E27FC236}">
                  <a16:creationId xmlns:a16="http://schemas.microsoft.com/office/drawing/2014/main" id="{4F50714E-39E3-D8D0-6E20-5540107AC1CD}"/>
                </a:ext>
              </a:extLst>
            </p:cNvPr>
            <p:cNvSpPr/>
            <p:nvPr/>
          </p:nvSpPr>
          <p:spPr>
            <a:xfrm>
              <a:off x="1004498" y="1531041"/>
              <a:ext cx="104795" cy="155130"/>
            </a:xfrm>
            <a:custGeom>
              <a:avLst/>
              <a:gdLst>
                <a:gd name="connsiteX0" fmla="*/ 69650 w 104795"/>
                <a:gd name="connsiteY0" fmla="*/ 42134 h 155130"/>
                <a:gd name="connsiteX1" fmla="*/ 63260 w 104795"/>
                <a:gd name="connsiteY1" fmla="*/ 35750 h 155130"/>
                <a:gd name="connsiteX2" fmla="*/ 63260 w 104795"/>
                <a:gd name="connsiteY2" fmla="*/ 0 h 155130"/>
                <a:gd name="connsiteX3" fmla="*/ 0 w 104795"/>
                <a:gd name="connsiteY3" fmla="*/ 0 h 155130"/>
                <a:gd name="connsiteX4" fmla="*/ 0 w 104795"/>
                <a:gd name="connsiteY4" fmla="*/ 155131 h 155130"/>
                <a:gd name="connsiteX5" fmla="*/ 104795 w 104795"/>
                <a:gd name="connsiteY5" fmla="*/ 155131 h 155130"/>
                <a:gd name="connsiteX6" fmla="*/ 104795 w 104795"/>
                <a:gd name="connsiteY6" fmla="*/ 41496 h 155130"/>
                <a:gd name="connsiteX7" fmla="*/ 69650 w 104795"/>
                <a:gd name="connsiteY7" fmla="*/ 41496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95" h="155130">
                  <a:moveTo>
                    <a:pt x="69650" y="42134"/>
                  </a:moveTo>
                  <a:cubicBezTo>
                    <a:pt x="65816" y="42134"/>
                    <a:pt x="63260" y="39581"/>
                    <a:pt x="63260" y="35750"/>
                  </a:cubicBezTo>
                  <a:lnTo>
                    <a:pt x="63260" y="0"/>
                  </a:lnTo>
                  <a:lnTo>
                    <a:pt x="0" y="0"/>
                  </a:lnTo>
                  <a:lnTo>
                    <a:pt x="0" y="155131"/>
                  </a:lnTo>
                  <a:lnTo>
                    <a:pt x="104795" y="155131"/>
                  </a:lnTo>
                  <a:lnTo>
                    <a:pt x="104795" y="41496"/>
                  </a:lnTo>
                  <a:lnTo>
                    <a:pt x="69650" y="41496"/>
                  </a:lnTo>
                  <a:close/>
                </a:path>
              </a:pathLst>
            </a:custGeom>
            <a:grpFill/>
            <a:ln w="6390" cap="flat">
              <a:noFill/>
              <a:prstDash val="solid"/>
              <a:miter/>
            </a:ln>
          </p:spPr>
          <p:txBody>
            <a:bodyPr rtlCol="0" anchor="ctr"/>
            <a:lstStyle/>
            <a:p>
              <a:endParaRPr lang="en-US"/>
            </a:p>
          </p:txBody>
        </p:sp>
        <p:sp>
          <p:nvSpPr>
            <p:cNvPr id="129" name="Graphic 4">
              <a:extLst>
                <a:ext uri="{FF2B5EF4-FFF2-40B4-BE49-F238E27FC236}">
                  <a16:creationId xmlns:a16="http://schemas.microsoft.com/office/drawing/2014/main" id="{4BFB50A3-1A6A-B886-40BF-189E8167DED3}"/>
                </a:ext>
              </a:extLst>
            </p:cNvPr>
            <p:cNvSpPr/>
            <p:nvPr/>
          </p:nvSpPr>
          <p:spPr>
            <a:xfrm>
              <a:off x="1139325" y="1488907"/>
              <a:ext cx="20447" cy="21067"/>
            </a:xfrm>
            <a:custGeom>
              <a:avLst/>
              <a:gdLst>
                <a:gd name="connsiteX0" fmla="*/ 0 w 20447"/>
                <a:gd name="connsiteY0" fmla="*/ 0 h 21067"/>
                <a:gd name="connsiteX1" fmla="*/ 0 w 20447"/>
                <a:gd name="connsiteY1" fmla="*/ 21067 h 21067"/>
                <a:gd name="connsiteX2" fmla="*/ 20448 w 20447"/>
                <a:gd name="connsiteY2" fmla="*/ 21067 h 21067"/>
              </a:gdLst>
              <a:ahLst/>
              <a:cxnLst>
                <a:cxn ang="0">
                  <a:pos x="connsiteX0" y="connsiteY0"/>
                </a:cxn>
                <a:cxn ang="0">
                  <a:pos x="connsiteX1" y="connsiteY1"/>
                </a:cxn>
                <a:cxn ang="0">
                  <a:pos x="connsiteX2" y="connsiteY2"/>
                </a:cxn>
              </a:cxnLst>
              <a:rect l="l" t="t" r="r" b="b"/>
              <a:pathLst>
                <a:path w="20447" h="21067">
                  <a:moveTo>
                    <a:pt x="0" y="0"/>
                  </a:moveTo>
                  <a:lnTo>
                    <a:pt x="0" y="21067"/>
                  </a:lnTo>
                  <a:lnTo>
                    <a:pt x="20448" y="21067"/>
                  </a:lnTo>
                  <a:close/>
                </a:path>
              </a:pathLst>
            </a:custGeom>
            <a:grpFill/>
            <a:ln w="6390" cap="flat">
              <a:noFill/>
              <a:prstDash val="solid"/>
              <a:miter/>
            </a:ln>
          </p:spPr>
          <p:txBody>
            <a:bodyPr rtlCol="0" anchor="ctr"/>
            <a:lstStyle/>
            <a:p>
              <a:endParaRPr lang="en-US"/>
            </a:p>
          </p:txBody>
        </p:sp>
        <p:sp>
          <p:nvSpPr>
            <p:cNvPr id="130" name="Graphic 4">
              <a:extLst>
                <a:ext uri="{FF2B5EF4-FFF2-40B4-BE49-F238E27FC236}">
                  <a16:creationId xmlns:a16="http://schemas.microsoft.com/office/drawing/2014/main" id="{2AFAEC0A-F3C9-87BB-5E5A-4E4CD27E65D1}"/>
                </a:ext>
              </a:extLst>
            </p:cNvPr>
            <p:cNvSpPr/>
            <p:nvPr/>
          </p:nvSpPr>
          <p:spPr>
            <a:xfrm>
              <a:off x="1063285" y="1480608"/>
              <a:ext cx="104795" cy="155130"/>
            </a:xfrm>
            <a:custGeom>
              <a:avLst/>
              <a:gdLst>
                <a:gd name="connsiteX0" fmla="*/ 63260 w 104795"/>
                <a:gd name="connsiteY0" fmla="*/ 35750 h 155130"/>
                <a:gd name="connsiteX1" fmla="*/ 63260 w 104795"/>
                <a:gd name="connsiteY1" fmla="*/ 0 h 155130"/>
                <a:gd name="connsiteX2" fmla="*/ 0 w 104795"/>
                <a:gd name="connsiteY2" fmla="*/ 0 h 155130"/>
                <a:gd name="connsiteX3" fmla="*/ 0 w 104795"/>
                <a:gd name="connsiteY3" fmla="*/ 37665 h 155130"/>
                <a:gd name="connsiteX4" fmla="*/ 11502 w 104795"/>
                <a:gd name="connsiteY4" fmla="*/ 37665 h 155130"/>
                <a:gd name="connsiteX5" fmla="*/ 15975 w 104795"/>
                <a:gd name="connsiteY5" fmla="*/ 39581 h 155130"/>
                <a:gd name="connsiteX6" fmla="*/ 56871 w 104795"/>
                <a:gd name="connsiteY6" fmla="*/ 80438 h 155130"/>
                <a:gd name="connsiteX7" fmla="*/ 58148 w 104795"/>
                <a:gd name="connsiteY7" fmla="*/ 82353 h 155130"/>
                <a:gd name="connsiteX8" fmla="*/ 58788 w 104795"/>
                <a:gd name="connsiteY8" fmla="*/ 85545 h 155130"/>
                <a:gd name="connsiteX9" fmla="*/ 58788 w 104795"/>
                <a:gd name="connsiteY9" fmla="*/ 155131 h 155130"/>
                <a:gd name="connsiteX10" fmla="*/ 104795 w 104795"/>
                <a:gd name="connsiteY10" fmla="*/ 155131 h 155130"/>
                <a:gd name="connsiteX11" fmla="*/ 104795 w 104795"/>
                <a:gd name="connsiteY11" fmla="*/ 41496 h 155130"/>
                <a:gd name="connsiteX12" fmla="*/ 69011 w 104795"/>
                <a:gd name="connsiteY12" fmla="*/ 41496 h 155130"/>
                <a:gd name="connsiteX13" fmla="*/ 63260 w 104795"/>
                <a:gd name="connsiteY13" fmla="*/ 35750 h 155130"/>
                <a:gd name="connsiteX14" fmla="*/ 63260 w 104795"/>
                <a:gd name="connsiteY14" fmla="*/ 35750 h 155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795" h="155130">
                  <a:moveTo>
                    <a:pt x="63260" y="35750"/>
                  </a:moveTo>
                  <a:lnTo>
                    <a:pt x="63260" y="0"/>
                  </a:lnTo>
                  <a:lnTo>
                    <a:pt x="0" y="0"/>
                  </a:lnTo>
                  <a:lnTo>
                    <a:pt x="0" y="37665"/>
                  </a:lnTo>
                  <a:lnTo>
                    <a:pt x="11502" y="37665"/>
                  </a:lnTo>
                  <a:cubicBezTo>
                    <a:pt x="13419" y="37665"/>
                    <a:pt x="14697" y="38304"/>
                    <a:pt x="15975" y="39581"/>
                  </a:cubicBezTo>
                  <a:lnTo>
                    <a:pt x="56871" y="80438"/>
                  </a:lnTo>
                  <a:cubicBezTo>
                    <a:pt x="57509" y="81077"/>
                    <a:pt x="58148" y="81715"/>
                    <a:pt x="58148" y="82353"/>
                  </a:cubicBezTo>
                  <a:cubicBezTo>
                    <a:pt x="58788" y="83630"/>
                    <a:pt x="58788" y="84269"/>
                    <a:pt x="58788" y="85545"/>
                  </a:cubicBezTo>
                  <a:lnTo>
                    <a:pt x="58788" y="155131"/>
                  </a:lnTo>
                  <a:lnTo>
                    <a:pt x="104795" y="155131"/>
                  </a:lnTo>
                  <a:lnTo>
                    <a:pt x="104795" y="41496"/>
                  </a:lnTo>
                  <a:lnTo>
                    <a:pt x="69011" y="41496"/>
                  </a:lnTo>
                  <a:cubicBezTo>
                    <a:pt x="65816" y="42134"/>
                    <a:pt x="63260" y="38942"/>
                    <a:pt x="63260" y="35750"/>
                  </a:cubicBezTo>
                  <a:lnTo>
                    <a:pt x="63260" y="35750"/>
                  </a:lnTo>
                  <a:close/>
                </a:path>
              </a:pathLst>
            </a:custGeom>
            <a:grpFill/>
            <a:ln w="6390" cap="flat">
              <a:noFill/>
              <a:prstDash val="solid"/>
              <a:miter/>
            </a:ln>
          </p:spPr>
          <p:txBody>
            <a:bodyPr rtlCol="0" anchor="ctr"/>
            <a:lstStyle/>
            <a:p>
              <a:endParaRPr lang="en-US"/>
            </a:p>
          </p:txBody>
        </p:sp>
        <p:sp>
          <p:nvSpPr>
            <p:cNvPr id="131" name="Graphic 4">
              <a:extLst>
                <a:ext uri="{FF2B5EF4-FFF2-40B4-BE49-F238E27FC236}">
                  <a16:creationId xmlns:a16="http://schemas.microsoft.com/office/drawing/2014/main" id="{1D94A67D-AB7E-698E-85CC-876DF8B5D5F3}"/>
                </a:ext>
              </a:extLst>
            </p:cNvPr>
            <p:cNvSpPr/>
            <p:nvPr/>
          </p:nvSpPr>
          <p:spPr>
            <a:xfrm>
              <a:off x="905454" y="1402723"/>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362309 w 362309"/>
                <a:gd name="connsiteY4" fmla="*/ 181305 h 361971"/>
                <a:gd name="connsiteX5" fmla="*/ 180835 w 362309"/>
                <a:gd name="connsiteY5" fmla="*/ 0 h 361971"/>
                <a:gd name="connsiteX6" fmla="*/ 275406 w 362309"/>
                <a:gd name="connsiteY6" fmla="*/ 239399 h 361971"/>
                <a:gd name="connsiteX7" fmla="*/ 269016 w 362309"/>
                <a:gd name="connsiteY7" fmla="*/ 245783 h 361971"/>
                <a:gd name="connsiteX8" fmla="*/ 216619 w 362309"/>
                <a:gd name="connsiteY8" fmla="*/ 245783 h 361971"/>
                <a:gd name="connsiteX9" fmla="*/ 216619 w 362309"/>
                <a:gd name="connsiteY9" fmla="*/ 289833 h 361971"/>
                <a:gd name="connsiteX10" fmla="*/ 210229 w 362309"/>
                <a:gd name="connsiteY10" fmla="*/ 296217 h 361971"/>
                <a:gd name="connsiteX11" fmla="*/ 92654 w 362309"/>
                <a:gd name="connsiteY11" fmla="*/ 296217 h 361971"/>
                <a:gd name="connsiteX12" fmla="*/ 86264 w 362309"/>
                <a:gd name="connsiteY12" fmla="*/ 289833 h 361971"/>
                <a:gd name="connsiteX13" fmla="*/ 86264 w 362309"/>
                <a:gd name="connsiteY13" fmla="*/ 121296 h 361971"/>
                <a:gd name="connsiteX14" fmla="*/ 92654 w 362309"/>
                <a:gd name="connsiteY14" fmla="*/ 114912 h 361971"/>
                <a:gd name="connsiteX15" fmla="*/ 145052 w 362309"/>
                <a:gd name="connsiteY15" fmla="*/ 114912 h 361971"/>
                <a:gd name="connsiteX16" fmla="*/ 145052 w 362309"/>
                <a:gd name="connsiteY16" fmla="*/ 70862 h 361971"/>
                <a:gd name="connsiteX17" fmla="*/ 151441 w 362309"/>
                <a:gd name="connsiteY17" fmla="*/ 64478 h 361971"/>
                <a:gd name="connsiteX18" fmla="*/ 228121 w 362309"/>
                <a:gd name="connsiteY18" fmla="*/ 64478 h 361971"/>
                <a:gd name="connsiteX19" fmla="*/ 232594 w 362309"/>
                <a:gd name="connsiteY19" fmla="*/ 66393 h 361971"/>
                <a:gd name="connsiteX20" fmla="*/ 273489 w 362309"/>
                <a:gd name="connsiteY20" fmla="*/ 107889 h 361971"/>
                <a:gd name="connsiteX21" fmla="*/ 274767 w 362309"/>
                <a:gd name="connsiteY21" fmla="*/ 110443 h 361971"/>
                <a:gd name="connsiteX22" fmla="*/ 275406 w 362309"/>
                <a:gd name="connsiteY22" fmla="*/ 113635 h 361971"/>
                <a:gd name="connsiteX23" fmla="*/ 275406 w 362309"/>
                <a:gd name="connsiteY23" fmla="*/ 23939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181305"/>
                    <a:pt x="362309" y="181305"/>
                    <a:pt x="362309" y="181305"/>
                  </a:cubicBezTo>
                  <a:cubicBezTo>
                    <a:pt x="361670" y="80438"/>
                    <a:pt x="281157" y="0"/>
                    <a:pt x="180835" y="0"/>
                  </a:cubicBezTo>
                  <a:close/>
                  <a:moveTo>
                    <a:pt x="275406" y="239399"/>
                  </a:moveTo>
                  <a:cubicBezTo>
                    <a:pt x="275406" y="243230"/>
                    <a:pt x="272850" y="245783"/>
                    <a:pt x="269016" y="245783"/>
                  </a:cubicBezTo>
                  <a:lnTo>
                    <a:pt x="216619" y="245783"/>
                  </a:lnTo>
                  <a:lnTo>
                    <a:pt x="216619" y="289833"/>
                  </a:lnTo>
                  <a:cubicBezTo>
                    <a:pt x="216619" y="293663"/>
                    <a:pt x="214063" y="296217"/>
                    <a:pt x="210229" y="296217"/>
                  </a:cubicBezTo>
                  <a:lnTo>
                    <a:pt x="92654" y="296217"/>
                  </a:lnTo>
                  <a:cubicBezTo>
                    <a:pt x="88820" y="296217"/>
                    <a:pt x="86264" y="293663"/>
                    <a:pt x="86264" y="289833"/>
                  </a:cubicBezTo>
                  <a:lnTo>
                    <a:pt x="86264" y="121296"/>
                  </a:lnTo>
                  <a:cubicBezTo>
                    <a:pt x="86264" y="117465"/>
                    <a:pt x="88820" y="114912"/>
                    <a:pt x="92654" y="114912"/>
                  </a:cubicBezTo>
                  <a:lnTo>
                    <a:pt x="145052" y="114912"/>
                  </a:lnTo>
                  <a:lnTo>
                    <a:pt x="145052" y="70862"/>
                  </a:lnTo>
                  <a:cubicBezTo>
                    <a:pt x="145052" y="67032"/>
                    <a:pt x="147608" y="64478"/>
                    <a:pt x="151441" y="64478"/>
                  </a:cubicBezTo>
                  <a:lnTo>
                    <a:pt x="228121" y="64478"/>
                  </a:lnTo>
                  <a:cubicBezTo>
                    <a:pt x="230038" y="64478"/>
                    <a:pt x="231316" y="65117"/>
                    <a:pt x="232594" y="66393"/>
                  </a:cubicBezTo>
                  <a:lnTo>
                    <a:pt x="273489" y="107889"/>
                  </a:lnTo>
                  <a:cubicBezTo>
                    <a:pt x="274128" y="108528"/>
                    <a:pt x="274767" y="109166"/>
                    <a:pt x="274767" y="110443"/>
                  </a:cubicBezTo>
                  <a:cubicBezTo>
                    <a:pt x="275406" y="111081"/>
                    <a:pt x="275406" y="112358"/>
                    <a:pt x="275406" y="113635"/>
                  </a:cubicBezTo>
                  <a:lnTo>
                    <a:pt x="275406" y="239399"/>
                  </a:lnTo>
                  <a:close/>
                </a:path>
              </a:pathLst>
            </a:custGeom>
            <a:grpFill/>
            <a:ln w="6390" cap="flat">
              <a:noFill/>
              <a:prstDash val="solid"/>
              <a:miter/>
            </a:ln>
          </p:spPr>
          <p:txBody>
            <a:bodyPr rtlCol="0" anchor="ctr"/>
            <a:lstStyle/>
            <a:p>
              <a:endParaRPr lang="en-US"/>
            </a:p>
          </p:txBody>
        </p:sp>
      </p:grpSp>
      <p:sp>
        <p:nvSpPr>
          <p:cNvPr id="132" name="Graphic 4">
            <a:extLst>
              <a:ext uri="{FF2B5EF4-FFF2-40B4-BE49-F238E27FC236}">
                <a16:creationId xmlns:a16="http://schemas.microsoft.com/office/drawing/2014/main" id="{F449A3FC-C8BE-1B13-4620-8E95FD4A1309}"/>
              </a:ext>
            </a:extLst>
          </p:cNvPr>
          <p:cNvSpPr/>
          <p:nvPr/>
        </p:nvSpPr>
        <p:spPr>
          <a:xfrm>
            <a:off x="544746" y="2451506"/>
            <a:ext cx="457200" cy="45720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grpSp>
        <p:nvGrpSpPr>
          <p:cNvPr id="133" name="Graphic 4">
            <a:extLst>
              <a:ext uri="{FF2B5EF4-FFF2-40B4-BE49-F238E27FC236}">
                <a16:creationId xmlns:a16="http://schemas.microsoft.com/office/drawing/2014/main" id="{E3C04A2E-8D67-0C09-6FDB-BBD69DB6BE57}"/>
              </a:ext>
            </a:extLst>
          </p:cNvPr>
          <p:cNvGrpSpPr/>
          <p:nvPr/>
        </p:nvGrpSpPr>
        <p:grpSpPr>
          <a:xfrm>
            <a:off x="526201" y="3199454"/>
            <a:ext cx="457200" cy="457206"/>
            <a:chOff x="4046108" y="3824168"/>
            <a:chExt cx="361670" cy="361333"/>
          </a:xfrm>
          <a:solidFill>
            <a:schemeClr val="accent4"/>
          </a:solidFill>
        </p:grpSpPr>
        <p:sp>
          <p:nvSpPr>
            <p:cNvPr id="134" name="Graphic 4">
              <a:extLst>
                <a:ext uri="{FF2B5EF4-FFF2-40B4-BE49-F238E27FC236}">
                  <a16:creationId xmlns:a16="http://schemas.microsoft.com/office/drawing/2014/main" id="{BDCB0C68-3C56-106E-52D3-53442C239039}"/>
                </a:ext>
              </a:extLst>
            </p:cNvPr>
            <p:cNvSpPr/>
            <p:nvPr/>
          </p:nvSpPr>
          <p:spPr>
            <a:xfrm>
              <a:off x="4101602" y="3998450"/>
              <a:ext cx="13614" cy="13504"/>
            </a:xfrm>
            <a:custGeom>
              <a:avLst/>
              <a:gdLst>
                <a:gd name="connsiteX0" fmla="*/ 7766 w 13614"/>
                <a:gd name="connsiteY0" fmla="*/ 0 h 13504"/>
                <a:gd name="connsiteX1" fmla="*/ 6488 w 13614"/>
                <a:gd name="connsiteY1" fmla="*/ 0 h 13504"/>
                <a:gd name="connsiteX2" fmla="*/ 2654 w 13614"/>
                <a:gd name="connsiteY2" fmla="*/ 1277 h 13504"/>
                <a:gd name="connsiteX3" fmla="*/ 98 w 13614"/>
                <a:gd name="connsiteY3" fmla="*/ 5745 h 13504"/>
                <a:gd name="connsiteX4" fmla="*/ 5849 w 13614"/>
                <a:gd name="connsiteY4" fmla="*/ 13406 h 13504"/>
                <a:gd name="connsiteX5" fmla="*/ 13517 w 13614"/>
                <a:gd name="connsiteY5" fmla="*/ 7661 h 13504"/>
                <a:gd name="connsiteX6" fmla="*/ 7766 w 13614"/>
                <a:gd name="connsiteY6" fmla="*/ 0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504">
                  <a:moveTo>
                    <a:pt x="7766" y="0"/>
                  </a:moveTo>
                  <a:cubicBezTo>
                    <a:pt x="7127" y="0"/>
                    <a:pt x="7127" y="0"/>
                    <a:pt x="6488" y="0"/>
                  </a:cubicBezTo>
                  <a:cubicBezTo>
                    <a:pt x="5210" y="0"/>
                    <a:pt x="3932" y="638"/>
                    <a:pt x="2654" y="1277"/>
                  </a:cubicBezTo>
                  <a:cubicBezTo>
                    <a:pt x="1376" y="2553"/>
                    <a:pt x="98" y="3830"/>
                    <a:pt x="98" y="5745"/>
                  </a:cubicBezTo>
                  <a:cubicBezTo>
                    <a:pt x="-541" y="9576"/>
                    <a:pt x="2015" y="12768"/>
                    <a:pt x="5849" y="13406"/>
                  </a:cubicBezTo>
                  <a:cubicBezTo>
                    <a:pt x="9683" y="14045"/>
                    <a:pt x="12878" y="11491"/>
                    <a:pt x="13517" y="7661"/>
                  </a:cubicBezTo>
                  <a:cubicBezTo>
                    <a:pt x="14155" y="3830"/>
                    <a:pt x="11600" y="638"/>
                    <a:pt x="7766" y="0"/>
                  </a:cubicBezTo>
                  <a:close/>
                </a:path>
              </a:pathLst>
            </a:custGeom>
            <a:grpFill/>
            <a:ln w="6390" cap="flat">
              <a:noFill/>
              <a:prstDash val="solid"/>
              <a:miter/>
            </a:ln>
          </p:spPr>
          <p:txBody>
            <a:bodyPr rtlCol="0" anchor="ctr"/>
            <a:lstStyle/>
            <a:p>
              <a:endParaRPr lang="en-US"/>
            </a:p>
          </p:txBody>
        </p:sp>
        <p:sp>
          <p:nvSpPr>
            <p:cNvPr id="135" name="Graphic 4">
              <a:extLst>
                <a:ext uri="{FF2B5EF4-FFF2-40B4-BE49-F238E27FC236}">
                  <a16:creationId xmlns:a16="http://schemas.microsoft.com/office/drawing/2014/main" id="{96D60EEE-06EA-9ED8-89DF-E23CF8247202}"/>
                </a:ext>
              </a:extLst>
            </p:cNvPr>
            <p:cNvSpPr/>
            <p:nvPr/>
          </p:nvSpPr>
          <p:spPr>
            <a:xfrm>
              <a:off x="4136845" y="4082719"/>
              <a:ext cx="13717" cy="13406"/>
            </a:xfrm>
            <a:custGeom>
              <a:avLst/>
              <a:gdLst>
                <a:gd name="connsiteX0" fmla="*/ 6390 w 13717"/>
                <a:gd name="connsiteY0" fmla="*/ 0 h 13406"/>
                <a:gd name="connsiteX1" fmla="*/ 2556 w 13717"/>
                <a:gd name="connsiteY1" fmla="*/ 1276 h 13406"/>
                <a:gd name="connsiteX2" fmla="*/ 0 w 13717"/>
                <a:gd name="connsiteY2" fmla="*/ 5745 h 13406"/>
                <a:gd name="connsiteX3" fmla="*/ 1278 w 13717"/>
                <a:gd name="connsiteY3" fmla="*/ 10852 h 13406"/>
                <a:gd name="connsiteX4" fmla="*/ 5751 w 13717"/>
                <a:gd name="connsiteY4" fmla="*/ 13406 h 13406"/>
                <a:gd name="connsiteX5" fmla="*/ 10863 w 13717"/>
                <a:gd name="connsiteY5" fmla="*/ 12129 h 13406"/>
                <a:gd name="connsiteX6" fmla="*/ 12141 w 13717"/>
                <a:gd name="connsiteY6" fmla="*/ 2553 h 13406"/>
                <a:gd name="connsiteX7" fmla="*/ 6390 w 13717"/>
                <a:gd name="connsiteY7"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17" h="13406">
                  <a:moveTo>
                    <a:pt x="6390" y="0"/>
                  </a:moveTo>
                  <a:cubicBezTo>
                    <a:pt x="5112" y="0"/>
                    <a:pt x="3834" y="638"/>
                    <a:pt x="2556" y="1276"/>
                  </a:cubicBezTo>
                  <a:cubicBezTo>
                    <a:pt x="1278" y="2553"/>
                    <a:pt x="0" y="3830"/>
                    <a:pt x="0" y="5745"/>
                  </a:cubicBezTo>
                  <a:cubicBezTo>
                    <a:pt x="0" y="7660"/>
                    <a:pt x="0" y="8937"/>
                    <a:pt x="1278" y="10852"/>
                  </a:cubicBezTo>
                  <a:cubicBezTo>
                    <a:pt x="2556" y="12129"/>
                    <a:pt x="3834" y="13406"/>
                    <a:pt x="5751" y="13406"/>
                  </a:cubicBezTo>
                  <a:cubicBezTo>
                    <a:pt x="7668" y="13406"/>
                    <a:pt x="8946" y="13406"/>
                    <a:pt x="10863" y="12129"/>
                  </a:cubicBezTo>
                  <a:cubicBezTo>
                    <a:pt x="14058" y="10214"/>
                    <a:pt x="14697" y="5745"/>
                    <a:pt x="12141" y="2553"/>
                  </a:cubicBezTo>
                  <a:cubicBezTo>
                    <a:pt x="10224" y="638"/>
                    <a:pt x="8307" y="0"/>
                    <a:pt x="6390" y="0"/>
                  </a:cubicBezTo>
                  <a:close/>
                </a:path>
              </a:pathLst>
            </a:custGeom>
            <a:grpFill/>
            <a:ln w="6390" cap="flat">
              <a:noFill/>
              <a:prstDash val="solid"/>
              <a:miter/>
            </a:ln>
          </p:spPr>
          <p:txBody>
            <a:bodyPr rtlCol="0" anchor="ctr"/>
            <a:lstStyle/>
            <a:p>
              <a:endParaRPr lang="en-US"/>
            </a:p>
          </p:txBody>
        </p:sp>
        <p:sp>
          <p:nvSpPr>
            <p:cNvPr id="136" name="Graphic 4">
              <a:extLst>
                <a:ext uri="{FF2B5EF4-FFF2-40B4-BE49-F238E27FC236}">
                  <a16:creationId xmlns:a16="http://schemas.microsoft.com/office/drawing/2014/main" id="{DF310B10-9E69-B1EB-EB70-CAA8A12AFFBF}"/>
                </a:ext>
              </a:extLst>
            </p:cNvPr>
            <p:cNvSpPr/>
            <p:nvPr/>
          </p:nvSpPr>
          <p:spPr>
            <a:xfrm>
              <a:off x="4220455" y="4117094"/>
              <a:ext cx="13614" cy="13602"/>
            </a:xfrm>
            <a:custGeom>
              <a:avLst/>
              <a:gdLst>
                <a:gd name="connsiteX0" fmla="*/ 5849 w 13614"/>
                <a:gd name="connsiteY0" fmla="*/ 98 h 13602"/>
                <a:gd name="connsiteX1" fmla="*/ 98 w 13614"/>
                <a:gd name="connsiteY1" fmla="*/ 7759 h 13602"/>
                <a:gd name="connsiteX2" fmla="*/ 7766 w 13614"/>
                <a:gd name="connsiteY2" fmla="*/ 13504 h 13602"/>
                <a:gd name="connsiteX3" fmla="*/ 13517 w 13614"/>
                <a:gd name="connsiteY3" fmla="*/ 5843 h 13602"/>
                <a:gd name="connsiteX4" fmla="*/ 5849 w 13614"/>
                <a:gd name="connsiteY4" fmla="*/ 98 h 13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4" h="13602">
                  <a:moveTo>
                    <a:pt x="5849" y="98"/>
                  </a:moveTo>
                  <a:cubicBezTo>
                    <a:pt x="2015" y="736"/>
                    <a:pt x="-541" y="3928"/>
                    <a:pt x="98" y="7759"/>
                  </a:cubicBezTo>
                  <a:cubicBezTo>
                    <a:pt x="737" y="11589"/>
                    <a:pt x="3932" y="14143"/>
                    <a:pt x="7766" y="13504"/>
                  </a:cubicBezTo>
                  <a:cubicBezTo>
                    <a:pt x="11600" y="12866"/>
                    <a:pt x="14156" y="9674"/>
                    <a:pt x="13517" y="5843"/>
                  </a:cubicBezTo>
                  <a:cubicBezTo>
                    <a:pt x="12878" y="2013"/>
                    <a:pt x="9683" y="-541"/>
                    <a:pt x="5849" y="98"/>
                  </a:cubicBezTo>
                  <a:close/>
                </a:path>
              </a:pathLst>
            </a:custGeom>
            <a:grpFill/>
            <a:ln w="6390" cap="flat">
              <a:noFill/>
              <a:prstDash val="solid"/>
              <a:miter/>
            </a:ln>
          </p:spPr>
          <p:txBody>
            <a:bodyPr rtlCol="0" anchor="ctr"/>
            <a:lstStyle/>
            <a:p>
              <a:endParaRPr lang="en-US"/>
            </a:p>
          </p:txBody>
        </p:sp>
        <p:sp>
          <p:nvSpPr>
            <p:cNvPr id="137" name="Graphic 4">
              <a:extLst>
                <a:ext uri="{FF2B5EF4-FFF2-40B4-BE49-F238E27FC236}">
                  <a16:creationId xmlns:a16="http://schemas.microsoft.com/office/drawing/2014/main" id="{2F3ED350-D9E4-8535-AC79-2F6431BDC7D9}"/>
                </a:ext>
              </a:extLst>
            </p:cNvPr>
            <p:cNvSpPr/>
            <p:nvPr/>
          </p:nvSpPr>
          <p:spPr>
            <a:xfrm>
              <a:off x="4305758" y="3914820"/>
              <a:ext cx="13199" cy="13406"/>
            </a:xfrm>
            <a:custGeom>
              <a:avLst/>
              <a:gdLst>
                <a:gd name="connsiteX0" fmla="*/ 1059 w 13199"/>
                <a:gd name="connsiteY0" fmla="*/ 10853 h 13406"/>
                <a:gd name="connsiteX1" fmla="*/ 5532 w 13199"/>
                <a:gd name="connsiteY1" fmla="*/ 13407 h 13406"/>
                <a:gd name="connsiteX2" fmla="*/ 10644 w 13199"/>
                <a:gd name="connsiteY2" fmla="*/ 12130 h 13406"/>
                <a:gd name="connsiteX3" fmla="*/ 13200 w 13199"/>
                <a:gd name="connsiteY3" fmla="*/ 7661 h 13406"/>
                <a:gd name="connsiteX4" fmla="*/ 11922 w 13199"/>
                <a:gd name="connsiteY4" fmla="*/ 2554 h 13406"/>
                <a:gd name="connsiteX5" fmla="*/ 6810 w 13199"/>
                <a:gd name="connsiteY5" fmla="*/ 0 h 13406"/>
                <a:gd name="connsiteX6" fmla="*/ 2976 w 13199"/>
                <a:gd name="connsiteY6" fmla="*/ 1277 h 13406"/>
                <a:gd name="connsiteX7" fmla="*/ 420 w 13199"/>
                <a:gd name="connsiteY7" fmla="*/ 5746 h 13406"/>
                <a:gd name="connsiteX8" fmla="*/ 1059 w 13199"/>
                <a:gd name="connsiteY8" fmla="*/ 10853 h 13406"/>
                <a:gd name="connsiteX9" fmla="*/ 1059 w 13199"/>
                <a:gd name="connsiteY9" fmla="*/ 10853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9" h="13406">
                  <a:moveTo>
                    <a:pt x="1059" y="10853"/>
                  </a:moveTo>
                  <a:cubicBezTo>
                    <a:pt x="2337" y="12130"/>
                    <a:pt x="3615" y="13407"/>
                    <a:pt x="5532" y="13407"/>
                  </a:cubicBezTo>
                  <a:cubicBezTo>
                    <a:pt x="7449" y="13407"/>
                    <a:pt x="8727" y="13407"/>
                    <a:pt x="10644" y="12130"/>
                  </a:cubicBezTo>
                  <a:cubicBezTo>
                    <a:pt x="11922" y="10853"/>
                    <a:pt x="13200" y="9576"/>
                    <a:pt x="13200" y="7661"/>
                  </a:cubicBezTo>
                  <a:cubicBezTo>
                    <a:pt x="13200" y="5746"/>
                    <a:pt x="13200" y="4469"/>
                    <a:pt x="11922" y="2554"/>
                  </a:cubicBezTo>
                  <a:cubicBezTo>
                    <a:pt x="10644" y="639"/>
                    <a:pt x="8727" y="0"/>
                    <a:pt x="6810" y="0"/>
                  </a:cubicBezTo>
                  <a:cubicBezTo>
                    <a:pt x="5532" y="0"/>
                    <a:pt x="4254" y="639"/>
                    <a:pt x="2976" y="1277"/>
                  </a:cubicBezTo>
                  <a:cubicBezTo>
                    <a:pt x="1698" y="2554"/>
                    <a:pt x="420" y="3831"/>
                    <a:pt x="420" y="5746"/>
                  </a:cubicBezTo>
                  <a:cubicBezTo>
                    <a:pt x="-219" y="7661"/>
                    <a:pt x="-219" y="9576"/>
                    <a:pt x="1059" y="10853"/>
                  </a:cubicBezTo>
                  <a:lnTo>
                    <a:pt x="1059" y="10853"/>
                  </a:lnTo>
                  <a:close/>
                </a:path>
              </a:pathLst>
            </a:custGeom>
            <a:grpFill/>
            <a:ln w="6390" cap="flat">
              <a:noFill/>
              <a:prstDash val="solid"/>
              <a:miter/>
            </a:ln>
          </p:spPr>
          <p:txBody>
            <a:bodyPr rtlCol="0" anchor="ctr"/>
            <a:lstStyle/>
            <a:p>
              <a:endParaRPr lang="en-US"/>
            </a:p>
          </p:txBody>
        </p:sp>
        <p:sp>
          <p:nvSpPr>
            <p:cNvPr id="138" name="Graphic 4">
              <a:extLst>
                <a:ext uri="{FF2B5EF4-FFF2-40B4-BE49-F238E27FC236}">
                  <a16:creationId xmlns:a16="http://schemas.microsoft.com/office/drawing/2014/main" id="{AAA9A58E-87A6-5968-0584-05CD613F2C1E}"/>
                </a:ext>
              </a:extLst>
            </p:cNvPr>
            <p:cNvSpPr/>
            <p:nvPr/>
          </p:nvSpPr>
          <p:spPr>
            <a:xfrm>
              <a:off x="4136845" y="3914820"/>
              <a:ext cx="12779" cy="13705"/>
            </a:xfrm>
            <a:custGeom>
              <a:avLst/>
              <a:gdLst>
                <a:gd name="connsiteX0" fmla="*/ 11502 w 12779"/>
                <a:gd name="connsiteY0" fmla="*/ 10853 h 13705"/>
                <a:gd name="connsiteX1" fmla="*/ 11502 w 12779"/>
                <a:gd name="connsiteY1" fmla="*/ 10853 h 13705"/>
                <a:gd name="connsiteX2" fmla="*/ 12780 w 12779"/>
                <a:gd name="connsiteY2" fmla="*/ 5746 h 13705"/>
                <a:gd name="connsiteX3" fmla="*/ 10224 w 12779"/>
                <a:gd name="connsiteY3" fmla="*/ 1277 h 13705"/>
                <a:gd name="connsiteX4" fmla="*/ 6390 w 12779"/>
                <a:gd name="connsiteY4" fmla="*/ 0 h 13705"/>
                <a:gd name="connsiteX5" fmla="*/ 1278 w 12779"/>
                <a:gd name="connsiteY5" fmla="*/ 2554 h 13705"/>
                <a:gd name="connsiteX6" fmla="*/ 0 w 12779"/>
                <a:gd name="connsiteY6" fmla="*/ 7661 h 13705"/>
                <a:gd name="connsiteX7" fmla="*/ 2556 w 12779"/>
                <a:gd name="connsiteY7" fmla="*/ 12130 h 13705"/>
                <a:gd name="connsiteX8" fmla="*/ 11502 w 12779"/>
                <a:gd name="connsiteY8" fmla="*/ 10853 h 1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79" h="13705">
                  <a:moveTo>
                    <a:pt x="11502" y="10853"/>
                  </a:moveTo>
                  <a:lnTo>
                    <a:pt x="11502" y="10853"/>
                  </a:lnTo>
                  <a:cubicBezTo>
                    <a:pt x="12780" y="9576"/>
                    <a:pt x="12780" y="7661"/>
                    <a:pt x="12780" y="5746"/>
                  </a:cubicBezTo>
                  <a:cubicBezTo>
                    <a:pt x="12780" y="3831"/>
                    <a:pt x="11502" y="2554"/>
                    <a:pt x="10224" y="1277"/>
                  </a:cubicBezTo>
                  <a:cubicBezTo>
                    <a:pt x="8946" y="639"/>
                    <a:pt x="7668" y="0"/>
                    <a:pt x="6390" y="0"/>
                  </a:cubicBezTo>
                  <a:cubicBezTo>
                    <a:pt x="4473" y="0"/>
                    <a:pt x="2556" y="639"/>
                    <a:pt x="1278" y="2554"/>
                  </a:cubicBezTo>
                  <a:cubicBezTo>
                    <a:pt x="0" y="3831"/>
                    <a:pt x="0" y="5746"/>
                    <a:pt x="0" y="7661"/>
                  </a:cubicBezTo>
                  <a:cubicBezTo>
                    <a:pt x="0" y="9576"/>
                    <a:pt x="1278" y="10853"/>
                    <a:pt x="2556" y="12130"/>
                  </a:cubicBezTo>
                  <a:cubicBezTo>
                    <a:pt x="5112" y="14683"/>
                    <a:pt x="9585" y="14045"/>
                    <a:pt x="11502" y="10853"/>
                  </a:cubicBezTo>
                  <a:close/>
                </a:path>
              </a:pathLst>
            </a:custGeom>
            <a:grpFill/>
            <a:ln w="6390" cap="flat">
              <a:noFill/>
              <a:prstDash val="solid"/>
              <a:miter/>
            </a:ln>
          </p:spPr>
          <p:txBody>
            <a:bodyPr rtlCol="0" anchor="ctr"/>
            <a:lstStyle/>
            <a:p>
              <a:endParaRPr lang="en-US"/>
            </a:p>
          </p:txBody>
        </p:sp>
        <p:sp>
          <p:nvSpPr>
            <p:cNvPr id="139" name="Graphic 4">
              <a:extLst>
                <a:ext uri="{FF2B5EF4-FFF2-40B4-BE49-F238E27FC236}">
                  <a16:creationId xmlns:a16="http://schemas.microsoft.com/office/drawing/2014/main" id="{B0D866CC-AF46-D8B7-CD42-8298A939FD88}"/>
                </a:ext>
              </a:extLst>
            </p:cNvPr>
            <p:cNvSpPr/>
            <p:nvPr/>
          </p:nvSpPr>
          <p:spPr>
            <a:xfrm>
              <a:off x="4220455" y="3879708"/>
              <a:ext cx="13614" cy="13504"/>
            </a:xfrm>
            <a:custGeom>
              <a:avLst/>
              <a:gdLst>
                <a:gd name="connsiteX0" fmla="*/ 13517 w 13614"/>
                <a:gd name="connsiteY0" fmla="*/ 7661 h 13504"/>
                <a:gd name="connsiteX1" fmla="*/ 7766 w 13614"/>
                <a:gd name="connsiteY1" fmla="*/ 0 h 13504"/>
                <a:gd name="connsiteX2" fmla="*/ 6488 w 13614"/>
                <a:gd name="connsiteY2" fmla="*/ 0 h 13504"/>
                <a:gd name="connsiteX3" fmla="*/ 98 w 13614"/>
                <a:gd name="connsiteY3" fmla="*/ 5746 h 13504"/>
                <a:gd name="connsiteX4" fmla="*/ 5849 w 13614"/>
                <a:gd name="connsiteY4" fmla="*/ 13407 h 13504"/>
                <a:gd name="connsiteX5" fmla="*/ 13517 w 13614"/>
                <a:gd name="connsiteY5" fmla="*/ 7661 h 1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14" h="13504">
                  <a:moveTo>
                    <a:pt x="13517" y="7661"/>
                  </a:moveTo>
                  <a:cubicBezTo>
                    <a:pt x="14156" y="3831"/>
                    <a:pt x="11600" y="639"/>
                    <a:pt x="7766" y="0"/>
                  </a:cubicBezTo>
                  <a:cubicBezTo>
                    <a:pt x="7127" y="0"/>
                    <a:pt x="7127" y="0"/>
                    <a:pt x="6488" y="0"/>
                  </a:cubicBezTo>
                  <a:cubicBezTo>
                    <a:pt x="3293" y="0"/>
                    <a:pt x="737" y="2554"/>
                    <a:pt x="98" y="5746"/>
                  </a:cubicBezTo>
                  <a:cubicBezTo>
                    <a:pt x="-541" y="9576"/>
                    <a:pt x="2015" y="12768"/>
                    <a:pt x="5849" y="13407"/>
                  </a:cubicBezTo>
                  <a:cubicBezTo>
                    <a:pt x="9683" y="14045"/>
                    <a:pt x="12878" y="11491"/>
                    <a:pt x="13517" y="7661"/>
                  </a:cubicBezTo>
                  <a:close/>
                </a:path>
              </a:pathLst>
            </a:custGeom>
            <a:grpFill/>
            <a:ln w="6390" cap="flat">
              <a:noFill/>
              <a:prstDash val="solid"/>
              <a:miter/>
            </a:ln>
          </p:spPr>
          <p:txBody>
            <a:bodyPr rtlCol="0" anchor="ctr"/>
            <a:lstStyle/>
            <a:p>
              <a:endParaRPr lang="en-US"/>
            </a:p>
          </p:txBody>
        </p:sp>
        <p:sp>
          <p:nvSpPr>
            <p:cNvPr id="140" name="Graphic 4">
              <a:extLst>
                <a:ext uri="{FF2B5EF4-FFF2-40B4-BE49-F238E27FC236}">
                  <a16:creationId xmlns:a16="http://schemas.microsoft.com/office/drawing/2014/main" id="{24AF978F-A747-ECDF-C1EB-120C09D3DEE7}"/>
                </a:ext>
              </a:extLst>
            </p:cNvPr>
            <p:cNvSpPr/>
            <p:nvPr/>
          </p:nvSpPr>
          <p:spPr>
            <a:xfrm>
              <a:off x="4186047" y="3960785"/>
              <a:ext cx="76679" cy="94482"/>
            </a:xfrm>
            <a:custGeom>
              <a:avLst/>
              <a:gdLst>
                <a:gd name="connsiteX0" fmla="*/ 38979 w 76679"/>
                <a:gd name="connsiteY0" fmla="*/ 0 h 94482"/>
                <a:gd name="connsiteX1" fmla="*/ 20448 w 76679"/>
                <a:gd name="connsiteY1" fmla="*/ 11491 h 94482"/>
                <a:gd name="connsiteX2" fmla="*/ 0 w 76679"/>
                <a:gd name="connsiteY2" fmla="*/ 15322 h 94482"/>
                <a:gd name="connsiteX3" fmla="*/ 639 w 76679"/>
                <a:gd name="connsiteY3" fmla="*/ 41496 h 94482"/>
                <a:gd name="connsiteX4" fmla="*/ 15975 w 76679"/>
                <a:gd name="connsiteY4" fmla="*/ 77885 h 94482"/>
                <a:gd name="connsiteX5" fmla="*/ 16614 w 76679"/>
                <a:gd name="connsiteY5" fmla="*/ 78523 h 94482"/>
                <a:gd name="connsiteX6" fmla="*/ 39618 w 76679"/>
                <a:gd name="connsiteY6" fmla="*/ 94483 h 94482"/>
                <a:gd name="connsiteX7" fmla="*/ 60704 w 76679"/>
                <a:gd name="connsiteY7" fmla="*/ 79162 h 94482"/>
                <a:gd name="connsiteX8" fmla="*/ 63899 w 76679"/>
                <a:gd name="connsiteY8" fmla="*/ 75331 h 94482"/>
                <a:gd name="connsiteX9" fmla="*/ 76679 w 76679"/>
                <a:gd name="connsiteY9" fmla="*/ 41496 h 94482"/>
                <a:gd name="connsiteX10" fmla="*/ 76679 w 76679"/>
                <a:gd name="connsiteY10" fmla="*/ 14045 h 94482"/>
                <a:gd name="connsiteX11" fmla="*/ 55593 w 76679"/>
                <a:gd name="connsiteY11" fmla="*/ 9576 h 94482"/>
                <a:gd name="connsiteX12" fmla="*/ 38979 w 76679"/>
                <a:gd name="connsiteY12" fmla="*/ 0 h 94482"/>
                <a:gd name="connsiteX13" fmla="*/ 58788 w 76679"/>
                <a:gd name="connsiteY13" fmla="*/ 48519 h 94482"/>
                <a:gd name="connsiteX14" fmla="*/ 54314 w 76679"/>
                <a:gd name="connsiteY14" fmla="*/ 52987 h 94482"/>
                <a:gd name="connsiteX15" fmla="*/ 39618 w 76679"/>
                <a:gd name="connsiteY15" fmla="*/ 68309 h 94482"/>
                <a:gd name="connsiteX16" fmla="*/ 38340 w 76679"/>
                <a:gd name="connsiteY16" fmla="*/ 68947 h 94482"/>
                <a:gd name="connsiteX17" fmla="*/ 38340 w 76679"/>
                <a:gd name="connsiteY17" fmla="*/ 68947 h 94482"/>
                <a:gd name="connsiteX18" fmla="*/ 38340 w 76679"/>
                <a:gd name="connsiteY18" fmla="*/ 68947 h 94482"/>
                <a:gd name="connsiteX19" fmla="*/ 37062 w 76679"/>
                <a:gd name="connsiteY19" fmla="*/ 68309 h 94482"/>
                <a:gd name="connsiteX20" fmla="*/ 18531 w 76679"/>
                <a:gd name="connsiteY20" fmla="*/ 48519 h 94482"/>
                <a:gd name="connsiteX21" fmla="*/ 18531 w 76679"/>
                <a:gd name="connsiteY21" fmla="*/ 31282 h 94482"/>
                <a:gd name="connsiteX22" fmla="*/ 26838 w 76679"/>
                <a:gd name="connsiteY22" fmla="*/ 27451 h 94482"/>
                <a:gd name="connsiteX23" fmla="*/ 35145 w 76679"/>
                <a:gd name="connsiteY23" fmla="*/ 31282 h 94482"/>
                <a:gd name="connsiteX24" fmla="*/ 38340 w 76679"/>
                <a:gd name="connsiteY24" fmla="*/ 34474 h 94482"/>
                <a:gd name="connsiteX25" fmla="*/ 41535 w 76679"/>
                <a:gd name="connsiteY25" fmla="*/ 31282 h 94482"/>
                <a:gd name="connsiteX26" fmla="*/ 49842 w 76679"/>
                <a:gd name="connsiteY26" fmla="*/ 27451 h 94482"/>
                <a:gd name="connsiteX27" fmla="*/ 58149 w 76679"/>
                <a:gd name="connsiteY27" fmla="*/ 31282 h 94482"/>
                <a:gd name="connsiteX28" fmla="*/ 58788 w 76679"/>
                <a:gd name="connsiteY28" fmla="*/ 48519 h 9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6679" h="94482">
                  <a:moveTo>
                    <a:pt x="38979" y="0"/>
                  </a:moveTo>
                  <a:cubicBezTo>
                    <a:pt x="33228" y="5107"/>
                    <a:pt x="26838" y="8938"/>
                    <a:pt x="20448" y="11491"/>
                  </a:cubicBezTo>
                  <a:cubicBezTo>
                    <a:pt x="14058" y="14045"/>
                    <a:pt x="7029" y="15322"/>
                    <a:pt x="0" y="15322"/>
                  </a:cubicBezTo>
                  <a:lnTo>
                    <a:pt x="639" y="41496"/>
                  </a:lnTo>
                  <a:cubicBezTo>
                    <a:pt x="639" y="55541"/>
                    <a:pt x="6390" y="68309"/>
                    <a:pt x="15975" y="77885"/>
                  </a:cubicBezTo>
                  <a:lnTo>
                    <a:pt x="16614" y="78523"/>
                  </a:lnTo>
                  <a:cubicBezTo>
                    <a:pt x="23643" y="84907"/>
                    <a:pt x="30672" y="90014"/>
                    <a:pt x="39618" y="94483"/>
                  </a:cubicBezTo>
                  <a:cubicBezTo>
                    <a:pt x="47286" y="90653"/>
                    <a:pt x="54314" y="84907"/>
                    <a:pt x="60704" y="79162"/>
                  </a:cubicBezTo>
                  <a:cubicBezTo>
                    <a:pt x="61982" y="77885"/>
                    <a:pt x="63261" y="76608"/>
                    <a:pt x="63899" y="75331"/>
                  </a:cubicBezTo>
                  <a:cubicBezTo>
                    <a:pt x="72207" y="66394"/>
                    <a:pt x="76679" y="54264"/>
                    <a:pt x="76679" y="41496"/>
                  </a:cubicBezTo>
                  <a:lnTo>
                    <a:pt x="76679" y="14045"/>
                  </a:lnTo>
                  <a:cubicBezTo>
                    <a:pt x="69650" y="13407"/>
                    <a:pt x="62622" y="12130"/>
                    <a:pt x="55593" y="9576"/>
                  </a:cubicBezTo>
                  <a:cubicBezTo>
                    <a:pt x="49842" y="7023"/>
                    <a:pt x="44091" y="3831"/>
                    <a:pt x="38979" y="0"/>
                  </a:cubicBezTo>
                  <a:close/>
                  <a:moveTo>
                    <a:pt x="58788" y="48519"/>
                  </a:moveTo>
                  <a:lnTo>
                    <a:pt x="54314" y="52987"/>
                  </a:lnTo>
                  <a:lnTo>
                    <a:pt x="39618" y="68309"/>
                  </a:lnTo>
                  <a:cubicBezTo>
                    <a:pt x="39618" y="68947"/>
                    <a:pt x="38979" y="68947"/>
                    <a:pt x="38340" y="68947"/>
                  </a:cubicBezTo>
                  <a:cubicBezTo>
                    <a:pt x="38340" y="68947"/>
                    <a:pt x="38340" y="68947"/>
                    <a:pt x="38340" y="68947"/>
                  </a:cubicBezTo>
                  <a:cubicBezTo>
                    <a:pt x="38340" y="68947"/>
                    <a:pt x="38340" y="68947"/>
                    <a:pt x="38340" y="68947"/>
                  </a:cubicBezTo>
                  <a:cubicBezTo>
                    <a:pt x="37701" y="68947"/>
                    <a:pt x="37701" y="68947"/>
                    <a:pt x="37062" y="68309"/>
                  </a:cubicBezTo>
                  <a:lnTo>
                    <a:pt x="18531" y="48519"/>
                  </a:lnTo>
                  <a:cubicBezTo>
                    <a:pt x="14058" y="43411"/>
                    <a:pt x="14058" y="35751"/>
                    <a:pt x="18531" y="31282"/>
                  </a:cubicBezTo>
                  <a:cubicBezTo>
                    <a:pt x="21087" y="28728"/>
                    <a:pt x="23643" y="27451"/>
                    <a:pt x="26838" y="27451"/>
                  </a:cubicBezTo>
                  <a:cubicBezTo>
                    <a:pt x="30033" y="27451"/>
                    <a:pt x="33228" y="28728"/>
                    <a:pt x="35145" y="31282"/>
                  </a:cubicBezTo>
                  <a:lnTo>
                    <a:pt x="38340" y="34474"/>
                  </a:lnTo>
                  <a:lnTo>
                    <a:pt x="41535" y="31282"/>
                  </a:lnTo>
                  <a:cubicBezTo>
                    <a:pt x="44091" y="28728"/>
                    <a:pt x="46647" y="27451"/>
                    <a:pt x="49842" y="27451"/>
                  </a:cubicBezTo>
                  <a:cubicBezTo>
                    <a:pt x="53037" y="27451"/>
                    <a:pt x="56232" y="28728"/>
                    <a:pt x="58149" y="31282"/>
                  </a:cubicBezTo>
                  <a:cubicBezTo>
                    <a:pt x="63261" y="35751"/>
                    <a:pt x="63261" y="43411"/>
                    <a:pt x="58788" y="48519"/>
                  </a:cubicBezTo>
                  <a:close/>
                </a:path>
              </a:pathLst>
            </a:custGeom>
            <a:grpFill/>
            <a:ln w="6390" cap="flat">
              <a:noFill/>
              <a:prstDash val="solid"/>
              <a:miter/>
            </a:ln>
          </p:spPr>
          <p:txBody>
            <a:bodyPr rtlCol="0" anchor="ctr"/>
            <a:lstStyle/>
            <a:p>
              <a:endParaRPr lang="en-US"/>
            </a:p>
          </p:txBody>
        </p:sp>
        <p:sp>
          <p:nvSpPr>
            <p:cNvPr id="141" name="Graphic 4">
              <a:extLst>
                <a:ext uri="{FF2B5EF4-FFF2-40B4-BE49-F238E27FC236}">
                  <a16:creationId xmlns:a16="http://schemas.microsoft.com/office/drawing/2014/main" id="{64C4CA46-476B-C2B2-F872-F145BCCC473D}"/>
                </a:ext>
              </a:extLst>
            </p:cNvPr>
            <p:cNvSpPr/>
            <p:nvPr/>
          </p:nvSpPr>
          <p:spPr>
            <a:xfrm>
              <a:off x="4338669" y="3998450"/>
              <a:ext cx="13614" cy="13406"/>
            </a:xfrm>
            <a:custGeom>
              <a:avLst/>
              <a:gdLst>
                <a:gd name="connsiteX0" fmla="*/ 7127 w 13614"/>
                <a:gd name="connsiteY0" fmla="*/ 0 h 13406"/>
                <a:gd name="connsiteX1" fmla="*/ 5849 w 13614"/>
                <a:gd name="connsiteY1" fmla="*/ 0 h 13406"/>
                <a:gd name="connsiteX2" fmla="*/ 98 w 13614"/>
                <a:gd name="connsiteY2" fmla="*/ 7661 h 13406"/>
                <a:gd name="connsiteX3" fmla="*/ 7766 w 13614"/>
                <a:gd name="connsiteY3" fmla="*/ 13406 h 13406"/>
                <a:gd name="connsiteX4" fmla="*/ 13517 w 13614"/>
                <a:gd name="connsiteY4" fmla="*/ 5745 h 13406"/>
                <a:gd name="connsiteX5" fmla="*/ 10961 w 13614"/>
                <a:gd name="connsiteY5" fmla="*/ 1277 h 13406"/>
                <a:gd name="connsiteX6" fmla="*/ 7127 w 13614"/>
                <a:gd name="connsiteY6" fmla="*/ 0 h 1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14" h="13406">
                  <a:moveTo>
                    <a:pt x="7127" y="0"/>
                  </a:moveTo>
                  <a:cubicBezTo>
                    <a:pt x="6488" y="0"/>
                    <a:pt x="6488" y="0"/>
                    <a:pt x="5849" y="0"/>
                  </a:cubicBezTo>
                  <a:cubicBezTo>
                    <a:pt x="2015" y="638"/>
                    <a:pt x="-541" y="3830"/>
                    <a:pt x="98" y="7661"/>
                  </a:cubicBezTo>
                  <a:cubicBezTo>
                    <a:pt x="737" y="11491"/>
                    <a:pt x="3932" y="13406"/>
                    <a:pt x="7766" y="13406"/>
                  </a:cubicBezTo>
                  <a:cubicBezTo>
                    <a:pt x="11600" y="12768"/>
                    <a:pt x="14156" y="9576"/>
                    <a:pt x="13517" y="5745"/>
                  </a:cubicBezTo>
                  <a:cubicBezTo>
                    <a:pt x="13517" y="3830"/>
                    <a:pt x="12239" y="2553"/>
                    <a:pt x="10961" y="1277"/>
                  </a:cubicBezTo>
                  <a:cubicBezTo>
                    <a:pt x="9683" y="0"/>
                    <a:pt x="8405" y="0"/>
                    <a:pt x="7127" y="0"/>
                  </a:cubicBezTo>
                  <a:close/>
                </a:path>
              </a:pathLst>
            </a:custGeom>
            <a:grpFill/>
            <a:ln w="6390" cap="flat">
              <a:noFill/>
              <a:prstDash val="solid"/>
              <a:miter/>
            </a:ln>
          </p:spPr>
          <p:txBody>
            <a:bodyPr rtlCol="0" anchor="ctr"/>
            <a:lstStyle/>
            <a:p>
              <a:endParaRPr lang="en-US"/>
            </a:p>
          </p:txBody>
        </p:sp>
        <p:sp>
          <p:nvSpPr>
            <p:cNvPr id="142" name="Graphic 4">
              <a:extLst>
                <a:ext uri="{FF2B5EF4-FFF2-40B4-BE49-F238E27FC236}">
                  <a16:creationId xmlns:a16="http://schemas.microsoft.com/office/drawing/2014/main" id="{3E1A1FC8-96E0-58A0-4F23-C413CA218996}"/>
                </a:ext>
              </a:extLst>
            </p:cNvPr>
            <p:cNvSpPr/>
            <p:nvPr/>
          </p:nvSpPr>
          <p:spPr>
            <a:xfrm>
              <a:off x="4046108" y="3824168"/>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20453 w 361670"/>
                <a:gd name="connsiteY5" fmla="*/ 102144 h 361333"/>
                <a:gd name="connsiteX6" fmla="*/ 249846 w 361670"/>
                <a:gd name="connsiteY6" fmla="*/ 107889 h 361333"/>
                <a:gd name="connsiteX7" fmla="*/ 247291 w 361670"/>
                <a:gd name="connsiteY7" fmla="*/ 95121 h 361333"/>
                <a:gd name="connsiteX8" fmla="*/ 254958 w 361670"/>
                <a:gd name="connsiteY8" fmla="*/ 82353 h 361333"/>
                <a:gd name="connsiteX9" fmla="*/ 281796 w 361670"/>
                <a:gd name="connsiteY9" fmla="*/ 86822 h 361333"/>
                <a:gd name="connsiteX10" fmla="*/ 277323 w 361670"/>
                <a:gd name="connsiteY10" fmla="*/ 113635 h 361333"/>
                <a:gd name="connsiteX11" fmla="*/ 265821 w 361670"/>
                <a:gd name="connsiteY11" fmla="*/ 117465 h 361333"/>
                <a:gd name="connsiteX12" fmla="*/ 262626 w 361670"/>
                <a:gd name="connsiteY12" fmla="*/ 117465 h 361333"/>
                <a:gd name="connsiteX13" fmla="*/ 255597 w 361670"/>
                <a:gd name="connsiteY13" fmla="*/ 114912 h 361333"/>
                <a:gd name="connsiteX14" fmla="*/ 260071 w 361670"/>
                <a:gd name="connsiteY14" fmla="*/ 142363 h 361333"/>
                <a:gd name="connsiteX15" fmla="*/ 254958 w 361670"/>
                <a:gd name="connsiteY15" fmla="*/ 145555 h 361333"/>
                <a:gd name="connsiteX16" fmla="*/ 251763 w 361670"/>
                <a:gd name="connsiteY16" fmla="*/ 144278 h 361333"/>
                <a:gd name="connsiteX17" fmla="*/ 249846 w 361670"/>
                <a:gd name="connsiteY17" fmla="*/ 135340 h 361333"/>
                <a:gd name="connsiteX18" fmla="*/ 242178 w 361670"/>
                <a:gd name="connsiteY18" fmla="*/ 118742 h 361333"/>
                <a:gd name="connsiteX19" fmla="*/ 228121 w 361670"/>
                <a:gd name="connsiteY19" fmla="*/ 112996 h 361333"/>
                <a:gd name="connsiteX20" fmla="*/ 219175 w 361670"/>
                <a:gd name="connsiteY20" fmla="*/ 111720 h 361333"/>
                <a:gd name="connsiteX21" fmla="*/ 220453 w 361670"/>
                <a:gd name="connsiteY21" fmla="*/ 102144 h 361333"/>
                <a:gd name="connsiteX22" fmla="*/ 176362 w 361670"/>
                <a:gd name="connsiteY22" fmla="*/ 81076 h 361333"/>
                <a:gd name="connsiteX23" fmla="*/ 162304 w 361670"/>
                <a:gd name="connsiteY23" fmla="*/ 59371 h 361333"/>
                <a:gd name="connsiteX24" fmla="*/ 184669 w 361670"/>
                <a:gd name="connsiteY24" fmla="*/ 43411 h 361333"/>
                <a:gd name="connsiteX25" fmla="*/ 200644 w 361670"/>
                <a:gd name="connsiteY25" fmla="*/ 65755 h 361333"/>
                <a:gd name="connsiteX26" fmla="*/ 185947 w 361670"/>
                <a:gd name="connsiteY26" fmla="*/ 81715 h 361333"/>
                <a:gd name="connsiteX27" fmla="*/ 208951 w 361670"/>
                <a:gd name="connsiteY27" fmla="*/ 97675 h 361333"/>
                <a:gd name="connsiteX28" fmla="*/ 203839 w 361670"/>
                <a:gd name="connsiteY28" fmla="*/ 105336 h 361333"/>
                <a:gd name="connsiteX29" fmla="*/ 202561 w 361670"/>
                <a:gd name="connsiteY29" fmla="*/ 105336 h 361333"/>
                <a:gd name="connsiteX30" fmla="*/ 196171 w 361670"/>
                <a:gd name="connsiteY30" fmla="*/ 100228 h 361333"/>
                <a:gd name="connsiteX31" fmla="*/ 178918 w 361670"/>
                <a:gd name="connsiteY31" fmla="*/ 93844 h 361333"/>
                <a:gd name="connsiteX32" fmla="*/ 164860 w 361670"/>
                <a:gd name="connsiteY32" fmla="*/ 99590 h 361333"/>
                <a:gd name="connsiteX33" fmla="*/ 157832 w 361670"/>
                <a:gd name="connsiteY33" fmla="*/ 104697 h 361333"/>
                <a:gd name="connsiteX34" fmla="*/ 152719 w 361670"/>
                <a:gd name="connsiteY34" fmla="*/ 97675 h 361333"/>
                <a:gd name="connsiteX35" fmla="*/ 176362 w 361670"/>
                <a:gd name="connsiteY35" fmla="*/ 81076 h 361333"/>
                <a:gd name="connsiteX36" fmla="*/ 81152 w 361670"/>
                <a:gd name="connsiteY36" fmla="*/ 86184 h 361333"/>
                <a:gd name="connsiteX37" fmla="*/ 107990 w 361670"/>
                <a:gd name="connsiteY37" fmla="*/ 81715 h 361333"/>
                <a:gd name="connsiteX38" fmla="*/ 115658 w 361670"/>
                <a:gd name="connsiteY38" fmla="*/ 94483 h 361333"/>
                <a:gd name="connsiteX39" fmla="*/ 113102 w 361670"/>
                <a:gd name="connsiteY39" fmla="*/ 107251 h 361333"/>
                <a:gd name="connsiteX40" fmla="*/ 142496 w 361670"/>
                <a:gd name="connsiteY40" fmla="*/ 101505 h 361333"/>
                <a:gd name="connsiteX41" fmla="*/ 143774 w 361670"/>
                <a:gd name="connsiteY41" fmla="*/ 110443 h 361333"/>
                <a:gd name="connsiteX42" fmla="*/ 134828 w 361670"/>
                <a:gd name="connsiteY42" fmla="*/ 111720 h 361333"/>
                <a:gd name="connsiteX43" fmla="*/ 120770 w 361670"/>
                <a:gd name="connsiteY43" fmla="*/ 117465 h 361333"/>
                <a:gd name="connsiteX44" fmla="*/ 113102 w 361670"/>
                <a:gd name="connsiteY44" fmla="*/ 134064 h 361333"/>
                <a:gd name="connsiteX45" fmla="*/ 111185 w 361670"/>
                <a:gd name="connsiteY45" fmla="*/ 143001 h 361333"/>
                <a:gd name="connsiteX46" fmla="*/ 107990 w 361670"/>
                <a:gd name="connsiteY46" fmla="*/ 144278 h 361333"/>
                <a:gd name="connsiteX47" fmla="*/ 102878 w 361670"/>
                <a:gd name="connsiteY47" fmla="*/ 141086 h 361333"/>
                <a:gd name="connsiteX48" fmla="*/ 107990 w 361670"/>
                <a:gd name="connsiteY48" fmla="*/ 113635 h 361333"/>
                <a:gd name="connsiteX49" fmla="*/ 97766 w 361670"/>
                <a:gd name="connsiteY49" fmla="*/ 116827 h 361333"/>
                <a:gd name="connsiteX50" fmla="*/ 86264 w 361670"/>
                <a:gd name="connsiteY50" fmla="*/ 112996 h 361333"/>
                <a:gd name="connsiteX51" fmla="*/ 78596 w 361670"/>
                <a:gd name="connsiteY51" fmla="*/ 100228 h 361333"/>
                <a:gd name="connsiteX52" fmla="*/ 81152 w 361670"/>
                <a:gd name="connsiteY52" fmla="*/ 86184 h 361333"/>
                <a:gd name="connsiteX53" fmla="*/ 61982 w 361670"/>
                <a:gd name="connsiteY53" fmla="*/ 200457 h 361333"/>
                <a:gd name="connsiteX54" fmla="*/ 58788 w 361670"/>
                <a:gd name="connsiteY54" fmla="*/ 200457 h 361333"/>
                <a:gd name="connsiteX55" fmla="*/ 42813 w 361670"/>
                <a:gd name="connsiteY55" fmla="*/ 178113 h 361333"/>
                <a:gd name="connsiteX56" fmla="*/ 50480 w 361670"/>
                <a:gd name="connsiteY56" fmla="*/ 165345 h 361333"/>
                <a:gd name="connsiteX57" fmla="*/ 65177 w 361670"/>
                <a:gd name="connsiteY57" fmla="*/ 162153 h 361333"/>
                <a:gd name="connsiteX58" fmla="*/ 81152 w 361670"/>
                <a:gd name="connsiteY58" fmla="*/ 176836 h 361333"/>
                <a:gd name="connsiteX59" fmla="*/ 97127 w 361670"/>
                <a:gd name="connsiteY59" fmla="*/ 153854 h 361333"/>
                <a:gd name="connsiteX60" fmla="*/ 104795 w 361670"/>
                <a:gd name="connsiteY60" fmla="*/ 158961 h 361333"/>
                <a:gd name="connsiteX61" fmla="*/ 99683 w 361670"/>
                <a:gd name="connsiteY61" fmla="*/ 166622 h 361333"/>
                <a:gd name="connsiteX62" fmla="*/ 93293 w 361670"/>
                <a:gd name="connsiteY62" fmla="*/ 183859 h 361333"/>
                <a:gd name="connsiteX63" fmla="*/ 99044 w 361670"/>
                <a:gd name="connsiteY63" fmla="*/ 197903 h 361333"/>
                <a:gd name="connsiteX64" fmla="*/ 104156 w 361670"/>
                <a:gd name="connsiteY64" fmla="*/ 204926 h 361333"/>
                <a:gd name="connsiteX65" fmla="*/ 97766 w 361670"/>
                <a:gd name="connsiteY65" fmla="*/ 210671 h 361333"/>
                <a:gd name="connsiteX66" fmla="*/ 97127 w 361670"/>
                <a:gd name="connsiteY66" fmla="*/ 210671 h 361333"/>
                <a:gd name="connsiteX67" fmla="*/ 80513 w 361670"/>
                <a:gd name="connsiteY67" fmla="*/ 186412 h 361333"/>
                <a:gd name="connsiteX68" fmla="*/ 61982 w 361670"/>
                <a:gd name="connsiteY68" fmla="*/ 200457 h 361333"/>
                <a:gd name="connsiteX69" fmla="*/ 143134 w 361670"/>
                <a:gd name="connsiteY69" fmla="*/ 261105 h 361333"/>
                <a:gd name="connsiteX70" fmla="*/ 133549 w 361670"/>
                <a:gd name="connsiteY70" fmla="*/ 264297 h 361333"/>
                <a:gd name="connsiteX71" fmla="*/ 113741 w 361670"/>
                <a:gd name="connsiteY71" fmla="*/ 255359 h 361333"/>
                <a:gd name="connsiteX72" fmla="*/ 108629 w 361670"/>
                <a:gd name="connsiteY72" fmla="*/ 280895 h 361333"/>
                <a:gd name="connsiteX73" fmla="*/ 97127 w 361670"/>
                <a:gd name="connsiteY73" fmla="*/ 284725 h 361333"/>
                <a:gd name="connsiteX74" fmla="*/ 93932 w 361670"/>
                <a:gd name="connsiteY74" fmla="*/ 284725 h 361333"/>
                <a:gd name="connsiteX75" fmla="*/ 81152 w 361670"/>
                <a:gd name="connsiteY75" fmla="*/ 277065 h 361333"/>
                <a:gd name="connsiteX76" fmla="*/ 77957 w 361670"/>
                <a:gd name="connsiteY76" fmla="*/ 262382 h 361333"/>
                <a:gd name="connsiteX77" fmla="*/ 85625 w 361670"/>
                <a:gd name="connsiteY77" fmla="*/ 249614 h 361333"/>
                <a:gd name="connsiteX78" fmla="*/ 107351 w 361670"/>
                <a:gd name="connsiteY78" fmla="*/ 248975 h 361333"/>
                <a:gd name="connsiteX79" fmla="*/ 102878 w 361670"/>
                <a:gd name="connsiteY79" fmla="*/ 221524 h 361333"/>
                <a:gd name="connsiteX80" fmla="*/ 111824 w 361670"/>
                <a:gd name="connsiteY80" fmla="*/ 219609 h 361333"/>
                <a:gd name="connsiteX81" fmla="*/ 113741 w 361670"/>
                <a:gd name="connsiteY81" fmla="*/ 228546 h 361333"/>
                <a:gd name="connsiteX82" fmla="*/ 121409 w 361670"/>
                <a:gd name="connsiteY82" fmla="*/ 245145 h 361333"/>
                <a:gd name="connsiteX83" fmla="*/ 135467 w 361670"/>
                <a:gd name="connsiteY83" fmla="*/ 250890 h 361333"/>
                <a:gd name="connsiteX84" fmla="*/ 144412 w 361670"/>
                <a:gd name="connsiteY84" fmla="*/ 252167 h 361333"/>
                <a:gd name="connsiteX85" fmla="*/ 143134 w 361670"/>
                <a:gd name="connsiteY85" fmla="*/ 261105 h 361333"/>
                <a:gd name="connsiteX86" fmla="*/ 208312 w 361670"/>
                <a:gd name="connsiteY86" fmla="*/ 264935 h 361333"/>
                <a:gd name="connsiteX87" fmla="*/ 185947 w 361670"/>
                <a:gd name="connsiteY87" fmla="*/ 280895 h 361333"/>
                <a:gd name="connsiteX88" fmla="*/ 200644 w 361670"/>
                <a:gd name="connsiteY88" fmla="*/ 296855 h 361333"/>
                <a:gd name="connsiteX89" fmla="*/ 184669 w 361670"/>
                <a:gd name="connsiteY89" fmla="*/ 319199 h 361333"/>
                <a:gd name="connsiteX90" fmla="*/ 181474 w 361670"/>
                <a:gd name="connsiteY90" fmla="*/ 319199 h 361333"/>
                <a:gd name="connsiteX91" fmla="*/ 162304 w 361670"/>
                <a:gd name="connsiteY91" fmla="*/ 302601 h 361333"/>
                <a:gd name="connsiteX92" fmla="*/ 176362 w 361670"/>
                <a:gd name="connsiteY92" fmla="*/ 280895 h 361333"/>
                <a:gd name="connsiteX93" fmla="*/ 152080 w 361670"/>
                <a:gd name="connsiteY93" fmla="*/ 264297 h 361333"/>
                <a:gd name="connsiteX94" fmla="*/ 157192 w 361670"/>
                <a:gd name="connsiteY94" fmla="*/ 257274 h 361333"/>
                <a:gd name="connsiteX95" fmla="*/ 164221 w 361670"/>
                <a:gd name="connsiteY95" fmla="*/ 262382 h 361333"/>
                <a:gd name="connsiteX96" fmla="*/ 178279 w 361670"/>
                <a:gd name="connsiteY96" fmla="*/ 268127 h 361333"/>
                <a:gd name="connsiteX97" fmla="*/ 195532 w 361670"/>
                <a:gd name="connsiteY97" fmla="*/ 261743 h 361333"/>
                <a:gd name="connsiteX98" fmla="*/ 203200 w 361670"/>
                <a:gd name="connsiteY98" fmla="*/ 256636 h 361333"/>
                <a:gd name="connsiteX99" fmla="*/ 208312 w 361670"/>
                <a:gd name="connsiteY99" fmla="*/ 264935 h 361333"/>
                <a:gd name="connsiteX100" fmla="*/ 209590 w 361670"/>
                <a:gd name="connsiteY100" fmla="*/ 223439 h 361333"/>
                <a:gd name="connsiteX101" fmla="*/ 182752 w 361670"/>
                <a:gd name="connsiteY101" fmla="*/ 242591 h 361333"/>
                <a:gd name="connsiteX102" fmla="*/ 180196 w 361670"/>
                <a:gd name="connsiteY102" fmla="*/ 243230 h 361333"/>
                <a:gd name="connsiteX103" fmla="*/ 177640 w 361670"/>
                <a:gd name="connsiteY103" fmla="*/ 242591 h 361333"/>
                <a:gd name="connsiteX104" fmla="*/ 148885 w 361670"/>
                <a:gd name="connsiteY104" fmla="*/ 223439 h 361333"/>
                <a:gd name="connsiteX105" fmla="*/ 148247 w 361670"/>
                <a:gd name="connsiteY105" fmla="*/ 222801 h 361333"/>
                <a:gd name="connsiteX106" fmla="*/ 128438 w 361670"/>
                <a:gd name="connsiteY106" fmla="*/ 177475 h 361333"/>
                <a:gd name="connsiteX107" fmla="*/ 127799 w 361670"/>
                <a:gd name="connsiteY107" fmla="*/ 144916 h 361333"/>
                <a:gd name="connsiteX108" fmla="*/ 129716 w 361670"/>
                <a:gd name="connsiteY108" fmla="*/ 139809 h 361333"/>
                <a:gd name="connsiteX109" fmla="*/ 134828 w 361670"/>
                <a:gd name="connsiteY109" fmla="*/ 137894 h 361333"/>
                <a:gd name="connsiteX110" fmla="*/ 156553 w 361670"/>
                <a:gd name="connsiteY110" fmla="*/ 135340 h 361333"/>
                <a:gd name="connsiteX111" fmla="*/ 175084 w 361670"/>
                <a:gd name="connsiteY111" fmla="*/ 123211 h 361333"/>
                <a:gd name="connsiteX112" fmla="*/ 179557 w 361670"/>
                <a:gd name="connsiteY112" fmla="*/ 121296 h 361333"/>
                <a:gd name="connsiteX113" fmla="*/ 184030 w 361670"/>
                <a:gd name="connsiteY113" fmla="*/ 123211 h 361333"/>
                <a:gd name="connsiteX114" fmla="*/ 201283 w 361670"/>
                <a:gd name="connsiteY114" fmla="*/ 134702 h 361333"/>
                <a:gd name="connsiteX115" fmla="*/ 223648 w 361670"/>
                <a:gd name="connsiteY115" fmla="*/ 138532 h 361333"/>
                <a:gd name="connsiteX116" fmla="*/ 228121 w 361670"/>
                <a:gd name="connsiteY116" fmla="*/ 140448 h 361333"/>
                <a:gd name="connsiteX117" fmla="*/ 230038 w 361670"/>
                <a:gd name="connsiteY117" fmla="*/ 144916 h 361333"/>
                <a:gd name="connsiteX118" fmla="*/ 230038 w 361670"/>
                <a:gd name="connsiteY118" fmla="*/ 177475 h 361333"/>
                <a:gd name="connsiteX119" fmla="*/ 214063 w 361670"/>
                <a:gd name="connsiteY119" fmla="*/ 220247 h 361333"/>
                <a:gd name="connsiteX120" fmla="*/ 209590 w 361670"/>
                <a:gd name="connsiteY120" fmla="*/ 223439 h 361333"/>
                <a:gd name="connsiteX121" fmla="*/ 281796 w 361670"/>
                <a:gd name="connsiteY121" fmla="*/ 276426 h 361333"/>
                <a:gd name="connsiteX122" fmla="*/ 269016 w 361670"/>
                <a:gd name="connsiteY122" fmla="*/ 284087 h 361333"/>
                <a:gd name="connsiteX123" fmla="*/ 265821 w 361670"/>
                <a:gd name="connsiteY123" fmla="*/ 284087 h 361333"/>
                <a:gd name="connsiteX124" fmla="*/ 254319 w 361670"/>
                <a:gd name="connsiteY124" fmla="*/ 280257 h 361333"/>
                <a:gd name="connsiteX125" fmla="*/ 249208 w 361670"/>
                <a:gd name="connsiteY125" fmla="*/ 254721 h 361333"/>
                <a:gd name="connsiteX126" fmla="*/ 229399 w 361670"/>
                <a:gd name="connsiteY126" fmla="*/ 263658 h 361333"/>
                <a:gd name="connsiteX127" fmla="*/ 219814 w 361670"/>
                <a:gd name="connsiteY127" fmla="*/ 260466 h 361333"/>
                <a:gd name="connsiteX128" fmla="*/ 218536 w 361670"/>
                <a:gd name="connsiteY128" fmla="*/ 251529 h 361333"/>
                <a:gd name="connsiteX129" fmla="*/ 227482 w 361670"/>
                <a:gd name="connsiteY129" fmla="*/ 250252 h 361333"/>
                <a:gd name="connsiteX130" fmla="*/ 241540 w 361670"/>
                <a:gd name="connsiteY130" fmla="*/ 244506 h 361333"/>
                <a:gd name="connsiteX131" fmla="*/ 249208 w 361670"/>
                <a:gd name="connsiteY131" fmla="*/ 227908 h 361333"/>
                <a:gd name="connsiteX132" fmla="*/ 251124 w 361670"/>
                <a:gd name="connsiteY132" fmla="*/ 218971 h 361333"/>
                <a:gd name="connsiteX133" fmla="*/ 260071 w 361670"/>
                <a:gd name="connsiteY133" fmla="*/ 220886 h 361333"/>
                <a:gd name="connsiteX134" fmla="*/ 255597 w 361670"/>
                <a:gd name="connsiteY134" fmla="*/ 248337 h 361333"/>
                <a:gd name="connsiteX135" fmla="*/ 262626 w 361670"/>
                <a:gd name="connsiteY135" fmla="*/ 245783 h 361333"/>
                <a:gd name="connsiteX136" fmla="*/ 277323 w 361670"/>
                <a:gd name="connsiteY136" fmla="*/ 248975 h 361333"/>
                <a:gd name="connsiteX137" fmla="*/ 281796 w 361670"/>
                <a:gd name="connsiteY137" fmla="*/ 276426 h 361333"/>
                <a:gd name="connsiteX138" fmla="*/ 302883 w 361670"/>
                <a:gd name="connsiteY138" fmla="*/ 199819 h 361333"/>
                <a:gd name="connsiteX139" fmla="*/ 299688 w 361670"/>
                <a:gd name="connsiteY139" fmla="*/ 199819 h 361333"/>
                <a:gd name="connsiteX140" fmla="*/ 281157 w 361670"/>
                <a:gd name="connsiteY140" fmla="*/ 185774 h 361333"/>
                <a:gd name="connsiteX141" fmla="*/ 264543 w 361670"/>
                <a:gd name="connsiteY141" fmla="*/ 210033 h 361333"/>
                <a:gd name="connsiteX142" fmla="*/ 263904 w 361670"/>
                <a:gd name="connsiteY142" fmla="*/ 210033 h 361333"/>
                <a:gd name="connsiteX143" fmla="*/ 257514 w 361670"/>
                <a:gd name="connsiteY143" fmla="*/ 204287 h 361333"/>
                <a:gd name="connsiteX144" fmla="*/ 262626 w 361670"/>
                <a:gd name="connsiteY144" fmla="*/ 197265 h 361333"/>
                <a:gd name="connsiteX145" fmla="*/ 268377 w 361670"/>
                <a:gd name="connsiteY145" fmla="*/ 183220 h 361333"/>
                <a:gd name="connsiteX146" fmla="*/ 261987 w 361670"/>
                <a:gd name="connsiteY146" fmla="*/ 165984 h 361333"/>
                <a:gd name="connsiteX147" fmla="*/ 256876 w 361670"/>
                <a:gd name="connsiteY147" fmla="*/ 158323 h 361333"/>
                <a:gd name="connsiteX148" fmla="*/ 264543 w 361670"/>
                <a:gd name="connsiteY148" fmla="*/ 153216 h 361333"/>
                <a:gd name="connsiteX149" fmla="*/ 280518 w 361670"/>
                <a:gd name="connsiteY149" fmla="*/ 176198 h 361333"/>
                <a:gd name="connsiteX150" fmla="*/ 296493 w 361670"/>
                <a:gd name="connsiteY150" fmla="*/ 161515 h 361333"/>
                <a:gd name="connsiteX151" fmla="*/ 311190 w 361670"/>
                <a:gd name="connsiteY151" fmla="*/ 164707 h 361333"/>
                <a:gd name="connsiteX152" fmla="*/ 318858 w 361670"/>
                <a:gd name="connsiteY152" fmla="*/ 177475 h 361333"/>
                <a:gd name="connsiteX153" fmla="*/ 302883 w 361670"/>
                <a:gd name="connsiteY153" fmla="*/ 19981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361670" h="361333">
                  <a:moveTo>
                    <a:pt x="180835" y="0"/>
                  </a:moveTo>
                  <a:cubicBezTo>
                    <a:pt x="80513" y="0"/>
                    <a:pt x="0" y="81076"/>
                    <a:pt x="0" y="180667"/>
                  </a:cubicBezTo>
                  <a:cubicBezTo>
                    <a:pt x="0" y="280895"/>
                    <a:pt x="81152" y="361333"/>
                    <a:pt x="180835" y="361333"/>
                  </a:cubicBezTo>
                  <a:cubicBezTo>
                    <a:pt x="280518" y="361333"/>
                    <a:pt x="361670" y="280257"/>
                    <a:pt x="361670" y="180667"/>
                  </a:cubicBezTo>
                  <a:cubicBezTo>
                    <a:pt x="361670" y="81076"/>
                    <a:pt x="280518" y="0"/>
                    <a:pt x="180835" y="0"/>
                  </a:cubicBezTo>
                  <a:close/>
                  <a:moveTo>
                    <a:pt x="220453" y="102144"/>
                  </a:moveTo>
                  <a:cubicBezTo>
                    <a:pt x="228121" y="96398"/>
                    <a:pt x="238983" y="98952"/>
                    <a:pt x="249846" y="107889"/>
                  </a:cubicBezTo>
                  <a:cubicBezTo>
                    <a:pt x="247929" y="104059"/>
                    <a:pt x="246651" y="99590"/>
                    <a:pt x="247291" y="95121"/>
                  </a:cubicBezTo>
                  <a:cubicBezTo>
                    <a:pt x="247929" y="90014"/>
                    <a:pt x="251124" y="85545"/>
                    <a:pt x="254958" y="82353"/>
                  </a:cubicBezTo>
                  <a:cubicBezTo>
                    <a:pt x="263904" y="75969"/>
                    <a:pt x="276045" y="77884"/>
                    <a:pt x="281796" y="86822"/>
                  </a:cubicBezTo>
                  <a:cubicBezTo>
                    <a:pt x="288186" y="95760"/>
                    <a:pt x="286269" y="107889"/>
                    <a:pt x="277323" y="113635"/>
                  </a:cubicBezTo>
                  <a:cubicBezTo>
                    <a:pt x="274128" y="116188"/>
                    <a:pt x="270294" y="117465"/>
                    <a:pt x="265821" y="117465"/>
                  </a:cubicBezTo>
                  <a:cubicBezTo>
                    <a:pt x="264543" y="117465"/>
                    <a:pt x="263904" y="117465"/>
                    <a:pt x="262626" y="117465"/>
                  </a:cubicBezTo>
                  <a:cubicBezTo>
                    <a:pt x="260071" y="116827"/>
                    <a:pt x="257514" y="116188"/>
                    <a:pt x="255597" y="114912"/>
                  </a:cubicBezTo>
                  <a:cubicBezTo>
                    <a:pt x="261987" y="123211"/>
                    <a:pt x="265821" y="134064"/>
                    <a:pt x="260071" y="142363"/>
                  </a:cubicBezTo>
                  <a:cubicBezTo>
                    <a:pt x="258792" y="144278"/>
                    <a:pt x="256876" y="145555"/>
                    <a:pt x="254958" y="145555"/>
                  </a:cubicBezTo>
                  <a:cubicBezTo>
                    <a:pt x="253681" y="145555"/>
                    <a:pt x="252403" y="145555"/>
                    <a:pt x="251763" y="144278"/>
                  </a:cubicBezTo>
                  <a:cubicBezTo>
                    <a:pt x="248568" y="142363"/>
                    <a:pt x="247929" y="138532"/>
                    <a:pt x="249846" y="135340"/>
                  </a:cubicBezTo>
                  <a:cubicBezTo>
                    <a:pt x="251763" y="132148"/>
                    <a:pt x="248568" y="124488"/>
                    <a:pt x="242178" y="118742"/>
                  </a:cubicBezTo>
                  <a:cubicBezTo>
                    <a:pt x="236428" y="112996"/>
                    <a:pt x="230038" y="111081"/>
                    <a:pt x="228121" y="112996"/>
                  </a:cubicBezTo>
                  <a:cubicBezTo>
                    <a:pt x="225565" y="114912"/>
                    <a:pt x="221092" y="114273"/>
                    <a:pt x="219175" y="111720"/>
                  </a:cubicBezTo>
                  <a:cubicBezTo>
                    <a:pt x="216619" y="107889"/>
                    <a:pt x="217258" y="104059"/>
                    <a:pt x="220453" y="102144"/>
                  </a:cubicBezTo>
                  <a:close/>
                  <a:moveTo>
                    <a:pt x="176362" y="81076"/>
                  </a:moveTo>
                  <a:cubicBezTo>
                    <a:pt x="166777" y="78523"/>
                    <a:pt x="160387" y="68947"/>
                    <a:pt x="162304" y="59371"/>
                  </a:cubicBezTo>
                  <a:cubicBezTo>
                    <a:pt x="164221" y="48518"/>
                    <a:pt x="173806" y="41496"/>
                    <a:pt x="184669" y="43411"/>
                  </a:cubicBezTo>
                  <a:cubicBezTo>
                    <a:pt x="195532" y="45326"/>
                    <a:pt x="202561" y="54902"/>
                    <a:pt x="200644" y="65755"/>
                  </a:cubicBezTo>
                  <a:cubicBezTo>
                    <a:pt x="199366" y="73416"/>
                    <a:pt x="193615" y="79800"/>
                    <a:pt x="185947" y="81715"/>
                  </a:cubicBezTo>
                  <a:cubicBezTo>
                    <a:pt x="196810" y="82992"/>
                    <a:pt x="206395" y="88099"/>
                    <a:pt x="208951" y="97675"/>
                  </a:cubicBezTo>
                  <a:cubicBezTo>
                    <a:pt x="209590" y="100867"/>
                    <a:pt x="207673" y="104697"/>
                    <a:pt x="203839" y="105336"/>
                  </a:cubicBezTo>
                  <a:cubicBezTo>
                    <a:pt x="203200" y="105336"/>
                    <a:pt x="203200" y="105336"/>
                    <a:pt x="202561" y="105336"/>
                  </a:cubicBezTo>
                  <a:cubicBezTo>
                    <a:pt x="199366" y="105336"/>
                    <a:pt x="196810" y="103420"/>
                    <a:pt x="196171" y="100228"/>
                  </a:cubicBezTo>
                  <a:cubicBezTo>
                    <a:pt x="195532" y="96398"/>
                    <a:pt x="187225" y="93206"/>
                    <a:pt x="178918" y="93844"/>
                  </a:cubicBezTo>
                  <a:cubicBezTo>
                    <a:pt x="170611" y="93844"/>
                    <a:pt x="164860" y="97036"/>
                    <a:pt x="164860" y="99590"/>
                  </a:cubicBezTo>
                  <a:cubicBezTo>
                    <a:pt x="164221" y="102782"/>
                    <a:pt x="161027" y="105336"/>
                    <a:pt x="157832" y="104697"/>
                  </a:cubicBezTo>
                  <a:cubicBezTo>
                    <a:pt x="154637" y="104059"/>
                    <a:pt x="152080" y="100867"/>
                    <a:pt x="152719" y="97675"/>
                  </a:cubicBezTo>
                  <a:cubicBezTo>
                    <a:pt x="153358" y="88737"/>
                    <a:pt x="162304" y="82353"/>
                    <a:pt x="176362" y="81076"/>
                  </a:cubicBezTo>
                  <a:close/>
                  <a:moveTo>
                    <a:pt x="81152" y="86184"/>
                  </a:moveTo>
                  <a:cubicBezTo>
                    <a:pt x="87542" y="77246"/>
                    <a:pt x="99683" y="75331"/>
                    <a:pt x="107990" y="81715"/>
                  </a:cubicBezTo>
                  <a:cubicBezTo>
                    <a:pt x="112463" y="84907"/>
                    <a:pt x="115019" y="89376"/>
                    <a:pt x="115658" y="94483"/>
                  </a:cubicBezTo>
                  <a:cubicBezTo>
                    <a:pt x="116297" y="98952"/>
                    <a:pt x="115658" y="103420"/>
                    <a:pt x="113102" y="107251"/>
                  </a:cubicBezTo>
                  <a:cubicBezTo>
                    <a:pt x="123326" y="98313"/>
                    <a:pt x="134828" y="96398"/>
                    <a:pt x="142496" y="101505"/>
                  </a:cubicBezTo>
                  <a:cubicBezTo>
                    <a:pt x="145052" y="103420"/>
                    <a:pt x="145690" y="107889"/>
                    <a:pt x="143774" y="110443"/>
                  </a:cubicBezTo>
                  <a:cubicBezTo>
                    <a:pt x="141857" y="112996"/>
                    <a:pt x="137384" y="113635"/>
                    <a:pt x="134828" y="111720"/>
                  </a:cubicBezTo>
                  <a:cubicBezTo>
                    <a:pt x="132911" y="110443"/>
                    <a:pt x="126521" y="112358"/>
                    <a:pt x="120770" y="117465"/>
                  </a:cubicBezTo>
                  <a:cubicBezTo>
                    <a:pt x="114380" y="123211"/>
                    <a:pt x="111185" y="130872"/>
                    <a:pt x="113102" y="134064"/>
                  </a:cubicBezTo>
                  <a:cubicBezTo>
                    <a:pt x="115019" y="137256"/>
                    <a:pt x="114380" y="141086"/>
                    <a:pt x="111185" y="143001"/>
                  </a:cubicBezTo>
                  <a:cubicBezTo>
                    <a:pt x="109907" y="143640"/>
                    <a:pt x="108629" y="144278"/>
                    <a:pt x="107990" y="144278"/>
                  </a:cubicBezTo>
                  <a:cubicBezTo>
                    <a:pt x="106073" y="144278"/>
                    <a:pt x="103517" y="143001"/>
                    <a:pt x="102878" y="141086"/>
                  </a:cubicBezTo>
                  <a:cubicBezTo>
                    <a:pt x="97766" y="132787"/>
                    <a:pt x="100961" y="121934"/>
                    <a:pt x="107990" y="113635"/>
                  </a:cubicBezTo>
                  <a:cubicBezTo>
                    <a:pt x="104795" y="115550"/>
                    <a:pt x="101600" y="116827"/>
                    <a:pt x="97766" y="116827"/>
                  </a:cubicBezTo>
                  <a:cubicBezTo>
                    <a:pt x="93932" y="116827"/>
                    <a:pt x="90098" y="115550"/>
                    <a:pt x="86264" y="112996"/>
                  </a:cubicBezTo>
                  <a:cubicBezTo>
                    <a:pt x="81791" y="109804"/>
                    <a:pt x="79235" y="105336"/>
                    <a:pt x="78596" y="100228"/>
                  </a:cubicBezTo>
                  <a:cubicBezTo>
                    <a:pt x="77318" y="95760"/>
                    <a:pt x="77957" y="90652"/>
                    <a:pt x="81152" y="86184"/>
                  </a:cubicBezTo>
                  <a:close/>
                  <a:moveTo>
                    <a:pt x="61982" y="200457"/>
                  </a:moveTo>
                  <a:cubicBezTo>
                    <a:pt x="60704" y="200457"/>
                    <a:pt x="60065" y="200457"/>
                    <a:pt x="58788" y="200457"/>
                  </a:cubicBezTo>
                  <a:cubicBezTo>
                    <a:pt x="47925" y="198542"/>
                    <a:pt x="40895" y="188966"/>
                    <a:pt x="42813" y="178113"/>
                  </a:cubicBezTo>
                  <a:cubicBezTo>
                    <a:pt x="43451" y="173006"/>
                    <a:pt x="46646" y="168537"/>
                    <a:pt x="50480" y="165345"/>
                  </a:cubicBezTo>
                  <a:cubicBezTo>
                    <a:pt x="54953" y="162153"/>
                    <a:pt x="60065" y="160876"/>
                    <a:pt x="65177" y="162153"/>
                  </a:cubicBezTo>
                  <a:cubicBezTo>
                    <a:pt x="72845" y="163430"/>
                    <a:pt x="79235" y="169176"/>
                    <a:pt x="81152" y="176836"/>
                  </a:cubicBezTo>
                  <a:cubicBezTo>
                    <a:pt x="82430" y="165984"/>
                    <a:pt x="87542" y="156408"/>
                    <a:pt x="97127" y="153854"/>
                  </a:cubicBezTo>
                  <a:cubicBezTo>
                    <a:pt x="100322" y="153216"/>
                    <a:pt x="104156" y="155131"/>
                    <a:pt x="104795" y="158961"/>
                  </a:cubicBezTo>
                  <a:cubicBezTo>
                    <a:pt x="105434" y="162153"/>
                    <a:pt x="103517" y="165984"/>
                    <a:pt x="99683" y="166622"/>
                  </a:cubicBezTo>
                  <a:cubicBezTo>
                    <a:pt x="95849" y="167260"/>
                    <a:pt x="92654" y="175560"/>
                    <a:pt x="93293" y="183859"/>
                  </a:cubicBezTo>
                  <a:cubicBezTo>
                    <a:pt x="93932" y="192158"/>
                    <a:pt x="96488" y="197903"/>
                    <a:pt x="99044" y="197903"/>
                  </a:cubicBezTo>
                  <a:cubicBezTo>
                    <a:pt x="102239" y="198542"/>
                    <a:pt x="104795" y="201734"/>
                    <a:pt x="104156" y="204926"/>
                  </a:cubicBezTo>
                  <a:cubicBezTo>
                    <a:pt x="103517" y="208118"/>
                    <a:pt x="100961" y="210671"/>
                    <a:pt x="97766" y="210671"/>
                  </a:cubicBezTo>
                  <a:cubicBezTo>
                    <a:pt x="97766" y="210671"/>
                    <a:pt x="97127" y="210671"/>
                    <a:pt x="97127" y="210671"/>
                  </a:cubicBezTo>
                  <a:cubicBezTo>
                    <a:pt x="88181" y="209395"/>
                    <a:pt x="81791" y="199819"/>
                    <a:pt x="80513" y="186412"/>
                  </a:cubicBezTo>
                  <a:cubicBezTo>
                    <a:pt x="78596" y="194073"/>
                    <a:pt x="70928" y="200457"/>
                    <a:pt x="61982" y="200457"/>
                  </a:cubicBezTo>
                  <a:close/>
                  <a:moveTo>
                    <a:pt x="143134" y="261105"/>
                  </a:moveTo>
                  <a:cubicBezTo>
                    <a:pt x="140579" y="263020"/>
                    <a:pt x="137384" y="264297"/>
                    <a:pt x="133549" y="264297"/>
                  </a:cubicBezTo>
                  <a:cubicBezTo>
                    <a:pt x="127160" y="264297"/>
                    <a:pt x="120770" y="261105"/>
                    <a:pt x="113741" y="255359"/>
                  </a:cubicBezTo>
                  <a:cubicBezTo>
                    <a:pt x="118853" y="263658"/>
                    <a:pt x="116297" y="275149"/>
                    <a:pt x="108629" y="280895"/>
                  </a:cubicBezTo>
                  <a:cubicBezTo>
                    <a:pt x="105434" y="283449"/>
                    <a:pt x="101600" y="284725"/>
                    <a:pt x="97127" y="284725"/>
                  </a:cubicBezTo>
                  <a:cubicBezTo>
                    <a:pt x="95849" y="284725"/>
                    <a:pt x="95210" y="284725"/>
                    <a:pt x="93932" y="284725"/>
                  </a:cubicBezTo>
                  <a:cubicBezTo>
                    <a:pt x="88820" y="284087"/>
                    <a:pt x="84347" y="280895"/>
                    <a:pt x="81152" y="277065"/>
                  </a:cubicBezTo>
                  <a:cubicBezTo>
                    <a:pt x="77957" y="272596"/>
                    <a:pt x="76679" y="267489"/>
                    <a:pt x="77957" y="262382"/>
                  </a:cubicBezTo>
                  <a:cubicBezTo>
                    <a:pt x="78596" y="257274"/>
                    <a:pt x="81791" y="252806"/>
                    <a:pt x="85625" y="249614"/>
                  </a:cubicBezTo>
                  <a:cubicBezTo>
                    <a:pt x="92015" y="245145"/>
                    <a:pt x="100322" y="245145"/>
                    <a:pt x="107351" y="248975"/>
                  </a:cubicBezTo>
                  <a:cubicBezTo>
                    <a:pt x="100961" y="240676"/>
                    <a:pt x="97127" y="229823"/>
                    <a:pt x="102878" y="221524"/>
                  </a:cubicBezTo>
                  <a:cubicBezTo>
                    <a:pt x="104795" y="218332"/>
                    <a:pt x="108629" y="217694"/>
                    <a:pt x="111824" y="219609"/>
                  </a:cubicBezTo>
                  <a:cubicBezTo>
                    <a:pt x="115019" y="221524"/>
                    <a:pt x="115658" y="225355"/>
                    <a:pt x="113741" y="228546"/>
                  </a:cubicBezTo>
                  <a:cubicBezTo>
                    <a:pt x="111824" y="231738"/>
                    <a:pt x="115019" y="239399"/>
                    <a:pt x="121409" y="245145"/>
                  </a:cubicBezTo>
                  <a:cubicBezTo>
                    <a:pt x="127160" y="250890"/>
                    <a:pt x="133549" y="252806"/>
                    <a:pt x="135467" y="250890"/>
                  </a:cubicBezTo>
                  <a:cubicBezTo>
                    <a:pt x="138022" y="248975"/>
                    <a:pt x="142496" y="249614"/>
                    <a:pt x="144412" y="252167"/>
                  </a:cubicBezTo>
                  <a:cubicBezTo>
                    <a:pt x="146329" y="254721"/>
                    <a:pt x="145690" y="258551"/>
                    <a:pt x="143134" y="261105"/>
                  </a:cubicBezTo>
                  <a:close/>
                  <a:moveTo>
                    <a:pt x="208312" y="264935"/>
                  </a:moveTo>
                  <a:cubicBezTo>
                    <a:pt x="206395" y="274511"/>
                    <a:pt x="196171" y="279618"/>
                    <a:pt x="185947" y="280895"/>
                  </a:cubicBezTo>
                  <a:cubicBezTo>
                    <a:pt x="192976" y="282810"/>
                    <a:pt x="199366" y="288556"/>
                    <a:pt x="200644" y="296855"/>
                  </a:cubicBezTo>
                  <a:cubicBezTo>
                    <a:pt x="202561" y="307708"/>
                    <a:pt x="194893" y="317284"/>
                    <a:pt x="184669" y="319199"/>
                  </a:cubicBezTo>
                  <a:cubicBezTo>
                    <a:pt x="183391" y="319199"/>
                    <a:pt x="182752" y="319199"/>
                    <a:pt x="181474" y="319199"/>
                  </a:cubicBezTo>
                  <a:cubicBezTo>
                    <a:pt x="171889" y="319199"/>
                    <a:pt x="163582" y="312177"/>
                    <a:pt x="162304" y="302601"/>
                  </a:cubicBezTo>
                  <a:cubicBezTo>
                    <a:pt x="161027" y="293025"/>
                    <a:pt x="166777" y="283449"/>
                    <a:pt x="176362" y="280895"/>
                  </a:cubicBezTo>
                  <a:cubicBezTo>
                    <a:pt x="162943" y="279618"/>
                    <a:pt x="153358" y="273234"/>
                    <a:pt x="152080" y="264297"/>
                  </a:cubicBezTo>
                  <a:cubicBezTo>
                    <a:pt x="151442" y="261105"/>
                    <a:pt x="153997" y="257274"/>
                    <a:pt x="157192" y="257274"/>
                  </a:cubicBezTo>
                  <a:cubicBezTo>
                    <a:pt x="160387" y="256636"/>
                    <a:pt x="164221" y="259190"/>
                    <a:pt x="164221" y="262382"/>
                  </a:cubicBezTo>
                  <a:cubicBezTo>
                    <a:pt x="164860" y="264935"/>
                    <a:pt x="170611" y="268127"/>
                    <a:pt x="178279" y="268127"/>
                  </a:cubicBezTo>
                  <a:cubicBezTo>
                    <a:pt x="187225" y="268127"/>
                    <a:pt x="194893" y="265574"/>
                    <a:pt x="195532" y="261743"/>
                  </a:cubicBezTo>
                  <a:cubicBezTo>
                    <a:pt x="196171" y="258551"/>
                    <a:pt x="200005" y="255998"/>
                    <a:pt x="203200" y="256636"/>
                  </a:cubicBezTo>
                  <a:cubicBezTo>
                    <a:pt x="207034" y="257913"/>
                    <a:pt x="209590" y="261105"/>
                    <a:pt x="208312" y="264935"/>
                  </a:cubicBezTo>
                  <a:close/>
                  <a:moveTo>
                    <a:pt x="209590" y="223439"/>
                  </a:moveTo>
                  <a:cubicBezTo>
                    <a:pt x="201922" y="231100"/>
                    <a:pt x="192337" y="238122"/>
                    <a:pt x="182752" y="242591"/>
                  </a:cubicBezTo>
                  <a:cubicBezTo>
                    <a:pt x="182113" y="243230"/>
                    <a:pt x="180835" y="243230"/>
                    <a:pt x="180196" y="243230"/>
                  </a:cubicBezTo>
                  <a:cubicBezTo>
                    <a:pt x="179557" y="243230"/>
                    <a:pt x="178279" y="243230"/>
                    <a:pt x="177640" y="242591"/>
                  </a:cubicBezTo>
                  <a:cubicBezTo>
                    <a:pt x="166777" y="237484"/>
                    <a:pt x="157192" y="231100"/>
                    <a:pt x="148885" y="223439"/>
                  </a:cubicBezTo>
                  <a:lnTo>
                    <a:pt x="148247" y="222801"/>
                  </a:lnTo>
                  <a:cubicBezTo>
                    <a:pt x="136106" y="211310"/>
                    <a:pt x="129077" y="194711"/>
                    <a:pt x="128438" y="177475"/>
                  </a:cubicBezTo>
                  <a:lnTo>
                    <a:pt x="127799" y="144916"/>
                  </a:lnTo>
                  <a:cubicBezTo>
                    <a:pt x="127799" y="143001"/>
                    <a:pt x="128438" y="141086"/>
                    <a:pt x="129716" y="139809"/>
                  </a:cubicBezTo>
                  <a:cubicBezTo>
                    <a:pt x="130994" y="138532"/>
                    <a:pt x="132911" y="137894"/>
                    <a:pt x="134828" y="137894"/>
                  </a:cubicBezTo>
                  <a:cubicBezTo>
                    <a:pt x="139939" y="138532"/>
                    <a:pt x="147607" y="138532"/>
                    <a:pt x="156553" y="135340"/>
                  </a:cubicBezTo>
                  <a:cubicBezTo>
                    <a:pt x="165499" y="132148"/>
                    <a:pt x="171250" y="127041"/>
                    <a:pt x="175084" y="123211"/>
                  </a:cubicBezTo>
                  <a:cubicBezTo>
                    <a:pt x="176362" y="121934"/>
                    <a:pt x="177640" y="121296"/>
                    <a:pt x="179557" y="121296"/>
                  </a:cubicBezTo>
                  <a:cubicBezTo>
                    <a:pt x="181474" y="121296"/>
                    <a:pt x="182752" y="121934"/>
                    <a:pt x="184030" y="123211"/>
                  </a:cubicBezTo>
                  <a:cubicBezTo>
                    <a:pt x="189142" y="128318"/>
                    <a:pt x="194893" y="132148"/>
                    <a:pt x="201283" y="134702"/>
                  </a:cubicBezTo>
                  <a:cubicBezTo>
                    <a:pt x="208312" y="137256"/>
                    <a:pt x="215980" y="138532"/>
                    <a:pt x="223648" y="138532"/>
                  </a:cubicBezTo>
                  <a:cubicBezTo>
                    <a:pt x="225565" y="138532"/>
                    <a:pt x="226843" y="139171"/>
                    <a:pt x="228121" y="140448"/>
                  </a:cubicBezTo>
                  <a:cubicBezTo>
                    <a:pt x="229399" y="141724"/>
                    <a:pt x="230038" y="143640"/>
                    <a:pt x="230038" y="144916"/>
                  </a:cubicBezTo>
                  <a:lnTo>
                    <a:pt x="230038" y="177475"/>
                  </a:lnTo>
                  <a:cubicBezTo>
                    <a:pt x="230038" y="193435"/>
                    <a:pt x="224287" y="208756"/>
                    <a:pt x="214063" y="220247"/>
                  </a:cubicBezTo>
                  <a:cubicBezTo>
                    <a:pt x="212146" y="220886"/>
                    <a:pt x="210868" y="222163"/>
                    <a:pt x="209590" y="223439"/>
                  </a:cubicBezTo>
                  <a:close/>
                  <a:moveTo>
                    <a:pt x="281796" y="276426"/>
                  </a:moveTo>
                  <a:cubicBezTo>
                    <a:pt x="278601" y="280895"/>
                    <a:pt x="274128" y="283449"/>
                    <a:pt x="269016" y="284087"/>
                  </a:cubicBezTo>
                  <a:cubicBezTo>
                    <a:pt x="267738" y="284087"/>
                    <a:pt x="267099" y="284087"/>
                    <a:pt x="265821" y="284087"/>
                  </a:cubicBezTo>
                  <a:cubicBezTo>
                    <a:pt x="261987" y="284087"/>
                    <a:pt x="258153" y="282810"/>
                    <a:pt x="254319" y="280257"/>
                  </a:cubicBezTo>
                  <a:cubicBezTo>
                    <a:pt x="246013" y="274511"/>
                    <a:pt x="244096" y="263020"/>
                    <a:pt x="249208" y="254721"/>
                  </a:cubicBezTo>
                  <a:cubicBezTo>
                    <a:pt x="242818" y="260466"/>
                    <a:pt x="235788" y="263658"/>
                    <a:pt x="229399" y="263658"/>
                  </a:cubicBezTo>
                  <a:cubicBezTo>
                    <a:pt x="225565" y="263658"/>
                    <a:pt x="222370" y="262382"/>
                    <a:pt x="219814" y="260466"/>
                  </a:cubicBezTo>
                  <a:cubicBezTo>
                    <a:pt x="217258" y="258551"/>
                    <a:pt x="216619" y="254082"/>
                    <a:pt x="218536" y="251529"/>
                  </a:cubicBezTo>
                  <a:cubicBezTo>
                    <a:pt x="220453" y="248975"/>
                    <a:pt x="224926" y="248337"/>
                    <a:pt x="227482" y="250252"/>
                  </a:cubicBezTo>
                  <a:cubicBezTo>
                    <a:pt x="229399" y="251529"/>
                    <a:pt x="235788" y="249614"/>
                    <a:pt x="241540" y="244506"/>
                  </a:cubicBezTo>
                  <a:cubicBezTo>
                    <a:pt x="247929" y="238761"/>
                    <a:pt x="251124" y="231100"/>
                    <a:pt x="249208" y="227908"/>
                  </a:cubicBezTo>
                  <a:cubicBezTo>
                    <a:pt x="247291" y="224716"/>
                    <a:pt x="247929" y="220886"/>
                    <a:pt x="251124" y="218971"/>
                  </a:cubicBezTo>
                  <a:cubicBezTo>
                    <a:pt x="254319" y="217055"/>
                    <a:pt x="258153" y="217694"/>
                    <a:pt x="260071" y="220886"/>
                  </a:cubicBezTo>
                  <a:cubicBezTo>
                    <a:pt x="265182" y="229185"/>
                    <a:pt x="261987" y="240038"/>
                    <a:pt x="255597" y="248337"/>
                  </a:cubicBezTo>
                  <a:cubicBezTo>
                    <a:pt x="257514" y="247060"/>
                    <a:pt x="260071" y="246422"/>
                    <a:pt x="262626" y="245783"/>
                  </a:cubicBezTo>
                  <a:cubicBezTo>
                    <a:pt x="267738" y="245145"/>
                    <a:pt x="272850" y="246422"/>
                    <a:pt x="277323" y="248975"/>
                  </a:cubicBezTo>
                  <a:cubicBezTo>
                    <a:pt x="286269" y="255998"/>
                    <a:pt x="288186" y="268127"/>
                    <a:pt x="281796" y="276426"/>
                  </a:cubicBezTo>
                  <a:close/>
                  <a:moveTo>
                    <a:pt x="302883" y="199819"/>
                  </a:moveTo>
                  <a:cubicBezTo>
                    <a:pt x="301605" y="199819"/>
                    <a:pt x="300966" y="199819"/>
                    <a:pt x="299688" y="199819"/>
                  </a:cubicBezTo>
                  <a:cubicBezTo>
                    <a:pt x="290742" y="199819"/>
                    <a:pt x="283074" y="194073"/>
                    <a:pt x="281157" y="185774"/>
                  </a:cubicBezTo>
                  <a:cubicBezTo>
                    <a:pt x="279879" y="199180"/>
                    <a:pt x="273489" y="208756"/>
                    <a:pt x="264543" y="210033"/>
                  </a:cubicBezTo>
                  <a:cubicBezTo>
                    <a:pt x="264543" y="210033"/>
                    <a:pt x="263904" y="210033"/>
                    <a:pt x="263904" y="210033"/>
                  </a:cubicBezTo>
                  <a:cubicBezTo>
                    <a:pt x="260709" y="210033"/>
                    <a:pt x="258153" y="207479"/>
                    <a:pt x="257514" y="204287"/>
                  </a:cubicBezTo>
                  <a:cubicBezTo>
                    <a:pt x="256876" y="201095"/>
                    <a:pt x="259431" y="197265"/>
                    <a:pt x="262626" y="197265"/>
                  </a:cubicBezTo>
                  <a:cubicBezTo>
                    <a:pt x="265182" y="196627"/>
                    <a:pt x="268377" y="190881"/>
                    <a:pt x="268377" y="183220"/>
                  </a:cubicBezTo>
                  <a:cubicBezTo>
                    <a:pt x="269016" y="174283"/>
                    <a:pt x="265821" y="166622"/>
                    <a:pt x="261987" y="165984"/>
                  </a:cubicBezTo>
                  <a:cubicBezTo>
                    <a:pt x="258792" y="165345"/>
                    <a:pt x="256236" y="161515"/>
                    <a:pt x="256876" y="158323"/>
                  </a:cubicBezTo>
                  <a:cubicBezTo>
                    <a:pt x="257514" y="155131"/>
                    <a:pt x="261348" y="152577"/>
                    <a:pt x="264543" y="153216"/>
                  </a:cubicBezTo>
                  <a:cubicBezTo>
                    <a:pt x="274128" y="155131"/>
                    <a:pt x="279240" y="165345"/>
                    <a:pt x="280518" y="176198"/>
                  </a:cubicBezTo>
                  <a:cubicBezTo>
                    <a:pt x="282435" y="169176"/>
                    <a:pt x="288186" y="162792"/>
                    <a:pt x="296493" y="161515"/>
                  </a:cubicBezTo>
                  <a:cubicBezTo>
                    <a:pt x="301605" y="160876"/>
                    <a:pt x="306717" y="162153"/>
                    <a:pt x="311190" y="164707"/>
                  </a:cubicBezTo>
                  <a:cubicBezTo>
                    <a:pt x="315663" y="167899"/>
                    <a:pt x="318219" y="172368"/>
                    <a:pt x="318858" y="177475"/>
                  </a:cubicBezTo>
                  <a:cubicBezTo>
                    <a:pt x="320775" y="188327"/>
                    <a:pt x="313746" y="198542"/>
                    <a:pt x="302883" y="199819"/>
                  </a:cubicBezTo>
                  <a:close/>
                </a:path>
              </a:pathLst>
            </a:custGeom>
            <a:grpFill/>
            <a:ln w="6390" cap="flat">
              <a:noFill/>
              <a:prstDash val="solid"/>
              <a:miter/>
            </a:ln>
          </p:spPr>
          <p:txBody>
            <a:bodyPr rtlCol="0" anchor="ctr"/>
            <a:lstStyle/>
            <a:p>
              <a:endParaRPr lang="en-US"/>
            </a:p>
          </p:txBody>
        </p:sp>
        <p:sp>
          <p:nvSpPr>
            <p:cNvPr id="143" name="Graphic 4">
              <a:extLst>
                <a:ext uri="{FF2B5EF4-FFF2-40B4-BE49-F238E27FC236}">
                  <a16:creationId xmlns:a16="http://schemas.microsoft.com/office/drawing/2014/main" id="{BA8B3154-8C99-CFCC-1676-DF57C3F95C22}"/>
                </a:ext>
              </a:extLst>
            </p:cNvPr>
            <p:cNvSpPr/>
            <p:nvPr/>
          </p:nvSpPr>
          <p:spPr>
            <a:xfrm>
              <a:off x="4305703" y="4082882"/>
              <a:ext cx="13092" cy="13243"/>
            </a:xfrm>
            <a:custGeom>
              <a:avLst/>
              <a:gdLst>
                <a:gd name="connsiteX0" fmla="*/ 1115 w 13092"/>
                <a:gd name="connsiteY0" fmla="*/ 2390 h 13243"/>
                <a:gd name="connsiteX1" fmla="*/ 1115 w 13092"/>
                <a:gd name="connsiteY1" fmla="*/ 2390 h 13243"/>
                <a:gd name="connsiteX2" fmla="*/ 2393 w 13092"/>
                <a:gd name="connsiteY2" fmla="*/ 11966 h 13243"/>
                <a:gd name="connsiteX3" fmla="*/ 7505 w 13092"/>
                <a:gd name="connsiteY3" fmla="*/ 13243 h 13243"/>
                <a:gd name="connsiteX4" fmla="*/ 11978 w 13092"/>
                <a:gd name="connsiteY4" fmla="*/ 10689 h 13243"/>
                <a:gd name="connsiteX5" fmla="*/ 10700 w 13092"/>
                <a:gd name="connsiteY5" fmla="*/ 1113 h 13243"/>
                <a:gd name="connsiteX6" fmla="*/ 1115 w 13092"/>
                <a:gd name="connsiteY6" fmla="*/ 2390 h 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92" h="13243">
                  <a:moveTo>
                    <a:pt x="1115" y="2390"/>
                  </a:moveTo>
                  <a:lnTo>
                    <a:pt x="1115" y="2390"/>
                  </a:lnTo>
                  <a:cubicBezTo>
                    <a:pt x="-802" y="5582"/>
                    <a:pt x="-163" y="9413"/>
                    <a:pt x="2393" y="11966"/>
                  </a:cubicBezTo>
                  <a:cubicBezTo>
                    <a:pt x="3671" y="13243"/>
                    <a:pt x="5588" y="13243"/>
                    <a:pt x="7505" y="13243"/>
                  </a:cubicBezTo>
                  <a:cubicBezTo>
                    <a:pt x="9421" y="13243"/>
                    <a:pt x="10700" y="11966"/>
                    <a:pt x="11978" y="10689"/>
                  </a:cubicBezTo>
                  <a:cubicBezTo>
                    <a:pt x="13894" y="7497"/>
                    <a:pt x="13256" y="3667"/>
                    <a:pt x="10700" y="1113"/>
                  </a:cubicBezTo>
                  <a:cubicBezTo>
                    <a:pt x="7505" y="-802"/>
                    <a:pt x="3032" y="-163"/>
                    <a:pt x="1115" y="2390"/>
                  </a:cubicBezTo>
                  <a:close/>
                </a:path>
              </a:pathLst>
            </a:custGeom>
            <a:grpFill/>
            <a:ln w="6390" cap="flat">
              <a:noFill/>
              <a:prstDash val="solid"/>
              <a:miter/>
            </a:ln>
          </p:spPr>
          <p:txBody>
            <a:bodyPr rtlCol="0" anchor="ctr"/>
            <a:lstStyle/>
            <a:p>
              <a:endParaRPr lang="en-US"/>
            </a:p>
          </p:txBody>
        </p:sp>
      </p:grpSp>
      <p:sp>
        <p:nvSpPr>
          <p:cNvPr id="145" name="TextBox 144">
            <a:extLst>
              <a:ext uri="{FF2B5EF4-FFF2-40B4-BE49-F238E27FC236}">
                <a16:creationId xmlns:a16="http://schemas.microsoft.com/office/drawing/2014/main" id="{006C8E70-453F-E17A-3FFD-32752B51ED39}"/>
              </a:ext>
            </a:extLst>
          </p:cNvPr>
          <p:cNvSpPr txBox="1"/>
          <p:nvPr/>
        </p:nvSpPr>
        <p:spPr>
          <a:xfrm>
            <a:off x="1040974" y="3123650"/>
            <a:ext cx="1943035" cy="738664"/>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In person meetings with close stakeholder group</a:t>
            </a:r>
            <a:endParaRPr lang="en-US" sz="1400"/>
          </a:p>
        </p:txBody>
      </p:sp>
      <p:sp>
        <p:nvSpPr>
          <p:cNvPr id="146" name="TextBox 145">
            <a:extLst>
              <a:ext uri="{FF2B5EF4-FFF2-40B4-BE49-F238E27FC236}">
                <a16:creationId xmlns:a16="http://schemas.microsoft.com/office/drawing/2014/main" id="{06C29919-F644-6882-B0E9-852AE4154109}"/>
              </a:ext>
            </a:extLst>
          </p:cNvPr>
          <p:cNvSpPr txBox="1"/>
          <p:nvPr/>
        </p:nvSpPr>
        <p:spPr>
          <a:xfrm>
            <a:off x="1034554" y="2425684"/>
            <a:ext cx="2476640" cy="523220"/>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In person / virtual  meetings with wider stakeholder group</a:t>
            </a:r>
            <a:endParaRPr lang="en-US" sz="1400"/>
          </a:p>
        </p:txBody>
      </p:sp>
      <p:sp>
        <p:nvSpPr>
          <p:cNvPr id="147" name="TextBox 146">
            <a:extLst>
              <a:ext uri="{FF2B5EF4-FFF2-40B4-BE49-F238E27FC236}">
                <a16:creationId xmlns:a16="http://schemas.microsoft.com/office/drawing/2014/main" id="{5C88D227-3BF7-854B-FB65-8C5A3766892A}"/>
              </a:ext>
            </a:extLst>
          </p:cNvPr>
          <p:cNvSpPr txBox="1"/>
          <p:nvPr/>
        </p:nvSpPr>
        <p:spPr>
          <a:xfrm>
            <a:off x="1051353" y="1580007"/>
            <a:ext cx="2390024" cy="738664"/>
          </a:xfrm>
          <a:prstGeom prst="rect">
            <a:avLst/>
          </a:prstGeom>
          <a:noFill/>
        </p:spPr>
        <p:txBody>
          <a:bodyPr wrap="square">
            <a:spAutoFit/>
          </a:bodyPr>
          <a:lstStyle/>
          <a:p>
            <a:r>
              <a:rPr lang="en-US" sz="1400">
                <a:latin typeface="Arial" panose="020B0604020202020204" pitchFamily="34" charset="0"/>
                <a:cs typeface="Arial" panose="020B0604020202020204" pitchFamily="34" charset="0"/>
              </a:rPr>
              <a:t>Deliverables (Reports/Notes/</a:t>
            </a:r>
          </a:p>
          <a:p>
            <a:r>
              <a:rPr lang="en-US" sz="1400">
                <a:latin typeface="Arial" panose="020B0604020202020204" pitchFamily="34" charset="0"/>
                <a:cs typeface="Arial" panose="020B0604020202020204" pitchFamily="34" charset="0"/>
              </a:rPr>
              <a:t>Presentations)</a:t>
            </a:r>
            <a:endParaRPr lang="en-US" sz="1400"/>
          </a:p>
        </p:txBody>
      </p:sp>
      <p:sp>
        <p:nvSpPr>
          <p:cNvPr id="148" name="TextBox 147">
            <a:extLst>
              <a:ext uri="{FF2B5EF4-FFF2-40B4-BE49-F238E27FC236}">
                <a16:creationId xmlns:a16="http://schemas.microsoft.com/office/drawing/2014/main" id="{607A4649-FDFC-85AF-3E1A-86FEE2499BCF}"/>
              </a:ext>
            </a:extLst>
          </p:cNvPr>
          <p:cNvSpPr txBox="1"/>
          <p:nvPr/>
        </p:nvSpPr>
        <p:spPr>
          <a:xfrm>
            <a:off x="5598339" y="6141444"/>
            <a:ext cx="6112325" cy="461665"/>
          </a:xfrm>
          <a:prstGeom prst="rect">
            <a:avLst/>
          </a:prstGeom>
          <a:noFill/>
        </p:spPr>
        <p:txBody>
          <a:bodyPr wrap="square">
            <a:spAutoFit/>
          </a:bodyPr>
          <a:lstStyle/>
          <a:p>
            <a:pPr algn="just"/>
            <a:r>
              <a:rPr lang="en-US" sz="1200">
                <a:latin typeface="Arial" panose="020B0604020202020204" pitchFamily="34" charset="0"/>
                <a:cs typeface="Arial" panose="020B0604020202020204" pitchFamily="34" charset="0"/>
              </a:rPr>
              <a:t>Weekly basis discussion amongst Deloitte Project team members to discuss project progress and identify any bottlenecks in the work plans.</a:t>
            </a:r>
            <a:endParaRPr lang="en-US" sz="1200"/>
          </a:p>
        </p:txBody>
      </p:sp>
      <p:sp>
        <p:nvSpPr>
          <p:cNvPr id="149" name="TextBox 148">
            <a:extLst>
              <a:ext uri="{FF2B5EF4-FFF2-40B4-BE49-F238E27FC236}">
                <a16:creationId xmlns:a16="http://schemas.microsoft.com/office/drawing/2014/main" id="{CCA6FFF4-14F9-27A5-6AF5-198ADE93C71F}"/>
              </a:ext>
            </a:extLst>
          </p:cNvPr>
          <p:cNvSpPr txBox="1"/>
          <p:nvPr/>
        </p:nvSpPr>
        <p:spPr>
          <a:xfrm>
            <a:off x="6010947" y="4562094"/>
            <a:ext cx="5881377" cy="830997"/>
          </a:xfrm>
          <a:prstGeom prst="rect">
            <a:avLst/>
          </a:prstGeom>
          <a:noFill/>
        </p:spPr>
        <p:txBody>
          <a:bodyPr wrap="square">
            <a:spAutoFit/>
          </a:bodyPr>
          <a:lstStyle/>
          <a:p>
            <a:pPr algn="just"/>
            <a:r>
              <a:rPr lang="en-US" sz="1200">
                <a:latin typeface="Arial" panose="020B0604020202020204" pitchFamily="34" charset="0"/>
                <a:cs typeface="Arial" panose="020B0604020202020204" pitchFamily="34" charset="0"/>
              </a:rPr>
              <a:t>As per the Work Plan and deliverable schedule, the project stakeholders including ADB counterparts and Deloitte Project team will jointly discuss the diagnostic report, the draft roadmap and final IT/OT strategy and implementation roadmap to arrive at a consensus on wide acceptance of deliverables.</a:t>
            </a:r>
            <a:endParaRPr lang="en-US" sz="1200"/>
          </a:p>
        </p:txBody>
      </p:sp>
      <p:sp>
        <p:nvSpPr>
          <p:cNvPr id="150" name="Graphic 4">
            <a:extLst>
              <a:ext uri="{FF2B5EF4-FFF2-40B4-BE49-F238E27FC236}">
                <a16:creationId xmlns:a16="http://schemas.microsoft.com/office/drawing/2014/main" id="{82D7F715-EBBA-E8F6-F586-D149C7E80A5B}"/>
              </a:ext>
            </a:extLst>
          </p:cNvPr>
          <p:cNvSpPr/>
          <p:nvPr/>
        </p:nvSpPr>
        <p:spPr>
          <a:xfrm>
            <a:off x="9691475" y="4180674"/>
            <a:ext cx="274320" cy="274320"/>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06712 w 362309"/>
              <a:gd name="connsiteY7" fmla="*/ 195988 h 361971"/>
              <a:gd name="connsiteX8" fmla="*/ 116297 w 362309"/>
              <a:gd name="connsiteY8" fmla="*/ 173644 h 361971"/>
              <a:gd name="connsiteX9" fmla="*/ 113741 w 362309"/>
              <a:gd name="connsiteY9" fmla="*/ 146832 h 361971"/>
              <a:gd name="connsiteX10" fmla="*/ 96488 w 362309"/>
              <a:gd name="connsiteY10" fmla="*/ 139171 h 361971"/>
              <a:gd name="connsiteX11" fmla="*/ 79235 w 362309"/>
              <a:gd name="connsiteY11" fmla="*/ 146832 h 361971"/>
              <a:gd name="connsiteX12" fmla="*/ 76679 w 362309"/>
              <a:gd name="connsiteY12" fmla="*/ 173644 h 361971"/>
              <a:gd name="connsiteX13" fmla="*/ 86264 w 362309"/>
              <a:gd name="connsiteY13" fmla="*/ 195988 h 361971"/>
              <a:gd name="connsiteX14" fmla="*/ 79235 w 362309"/>
              <a:gd name="connsiteY14" fmla="*/ 225993 h 361971"/>
              <a:gd name="connsiteX15" fmla="*/ 63899 w 362309"/>
              <a:gd name="connsiteY15" fmla="*/ 230462 h 361971"/>
              <a:gd name="connsiteX16" fmla="*/ 51119 w 362309"/>
              <a:gd name="connsiteY16" fmla="*/ 233654 h 361971"/>
              <a:gd name="connsiteX17" fmla="*/ 47925 w 362309"/>
              <a:gd name="connsiteY17" fmla="*/ 234930 h 361971"/>
              <a:gd name="connsiteX18" fmla="*/ 41535 w 362309"/>
              <a:gd name="connsiteY18" fmla="*/ 228546 h 361971"/>
              <a:gd name="connsiteX19" fmla="*/ 44730 w 362309"/>
              <a:gd name="connsiteY19" fmla="*/ 222801 h 361971"/>
              <a:gd name="connsiteX20" fmla="*/ 61982 w 362309"/>
              <a:gd name="connsiteY20" fmla="*/ 217694 h 361971"/>
              <a:gd name="connsiteX21" fmla="*/ 72206 w 362309"/>
              <a:gd name="connsiteY21" fmla="*/ 215140 h 361971"/>
              <a:gd name="connsiteX22" fmla="*/ 75401 w 362309"/>
              <a:gd name="connsiteY22" fmla="*/ 203011 h 361971"/>
              <a:gd name="connsiteX23" fmla="*/ 63899 w 362309"/>
              <a:gd name="connsiteY23" fmla="*/ 176836 h 361971"/>
              <a:gd name="connsiteX24" fmla="*/ 69011 w 362309"/>
              <a:gd name="connsiteY24" fmla="*/ 139171 h 361971"/>
              <a:gd name="connsiteX25" fmla="*/ 96488 w 362309"/>
              <a:gd name="connsiteY25" fmla="*/ 127041 h 361971"/>
              <a:gd name="connsiteX26" fmla="*/ 123326 w 362309"/>
              <a:gd name="connsiteY26" fmla="*/ 139171 h 361971"/>
              <a:gd name="connsiteX27" fmla="*/ 128438 w 362309"/>
              <a:gd name="connsiteY27" fmla="*/ 176836 h 361971"/>
              <a:gd name="connsiteX28" fmla="*/ 116936 w 362309"/>
              <a:gd name="connsiteY28" fmla="*/ 203649 h 361971"/>
              <a:gd name="connsiteX29" fmla="*/ 120770 w 362309"/>
              <a:gd name="connsiteY29" fmla="*/ 215779 h 361971"/>
              <a:gd name="connsiteX30" fmla="*/ 122048 w 362309"/>
              <a:gd name="connsiteY30" fmla="*/ 224716 h 361971"/>
              <a:gd name="connsiteX31" fmla="*/ 113102 w 362309"/>
              <a:gd name="connsiteY31" fmla="*/ 225993 h 361971"/>
              <a:gd name="connsiteX32" fmla="*/ 106712 w 362309"/>
              <a:gd name="connsiteY32" fmla="*/ 195988 h 361971"/>
              <a:gd name="connsiteX33" fmla="*/ 250486 w 362309"/>
              <a:gd name="connsiteY33" fmla="*/ 243868 h 361971"/>
              <a:gd name="connsiteX34" fmla="*/ 244735 w 362309"/>
              <a:gd name="connsiteY34" fmla="*/ 247698 h 361971"/>
              <a:gd name="connsiteX35" fmla="*/ 242179 w 362309"/>
              <a:gd name="connsiteY35" fmla="*/ 247060 h 361971"/>
              <a:gd name="connsiteX36" fmla="*/ 223009 w 362309"/>
              <a:gd name="connsiteY36" fmla="*/ 243230 h 361971"/>
              <a:gd name="connsiteX37" fmla="*/ 207034 w 362309"/>
              <a:gd name="connsiteY37" fmla="*/ 240038 h 361971"/>
              <a:gd name="connsiteX38" fmla="*/ 193615 w 362309"/>
              <a:gd name="connsiteY38" fmla="*/ 218332 h 361971"/>
              <a:gd name="connsiteX39" fmla="*/ 194893 w 362309"/>
              <a:gd name="connsiteY39" fmla="*/ 201095 h 361971"/>
              <a:gd name="connsiteX40" fmla="*/ 207034 w 362309"/>
              <a:gd name="connsiteY40" fmla="*/ 171729 h 361971"/>
              <a:gd name="connsiteX41" fmla="*/ 203839 w 362309"/>
              <a:gd name="connsiteY41" fmla="*/ 135341 h 361971"/>
              <a:gd name="connsiteX42" fmla="*/ 182113 w 362309"/>
              <a:gd name="connsiteY42" fmla="*/ 125765 h 361971"/>
              <a:gd name="connsiteX43" fmla="*/ 160387 w 362309"/>
              <a:gd name="connsiteY43" fmla="*/ 135341 h 361971"/>
              <a:gd name="connsiteX44" fmla="*/ 157192 w 362309"/>
              <a:gd name="connsiteY44" fmla="*/ 171729 h 361971"/>
              <a:gd name="connsiteX45" fmla="*/ 169972 w 362309"/>
              <a:gd name="connsiteY45" fmla="*/ 201095 h 361971"/>
              <a:gd name="connsiteX46" fmla="*/ 171250 w 362309"/>
              <a:gd name="connsiteY46" fmla="*/ 218332 h 361971"/>
              <a:gd name="connsiteX47" fmla="*/ 157832 w 362309"/>
              <a:gd name="connsiteY47" fmla="*/ 240038 h 361971"/>
              <a:gd name="connsiteX48" fmla="*/ 141857 w 362309"/>
              <a:gd name="connsiteY48" fmla="*/ 243230 h 361971"/>
              <a:gd name="connsiteX49" fmla="*/ 122687 w 362309"/>
              <a:gd name="connsiteY49" fmla="*/ 247060 h 361971"/>
              <a:gd name="connsiteX50" fmla="*/ 114380 w 362309"/>
              <a:gd name="connsiteY50" fmla="*/ 243868 h 361971"/>
              <a:gd name="connsiteX51" fmla="*/ 117575 w 362309"/>
              <a:gd name="connsiteY51" fmla="*/ 235569 h 361971"/>
              <a:gd name="connsiteX52" fmla="*/ 141857 w 362309"/>
              <a:gd name="connsiteY52" fmla="*/ 230462 h 361971"/>
              <a:gd name="connsiteX53" fmla="*/ 152080 w 362309"/>
              <a:gd name="connsiteY53" fmla="*/ 228546 h 361971"/>
              <a:gd name="connsiteX54" fmla="*/ 159748 w 362309"/>
              <a:gd name="connsiteY54" fmla="*/ 208118 h 361971"/>
              <a:gd name="connsiteX55" fmla="*/ 145690 w 362309"/>
              <a:gd name="connsiteY55" fmla="*/ 174921 h 361971"/>
              <a:gd name="connsiteX56" fmla="*/ 151442 w 362309"/>
              <a:gd name="connsiteY56" fmla="*/ 127680 h 361971"/>
              <a:gd name="connsiteX57" fmla="*/ 210868 w 362309"/>
              <a:gd name="connsiteY57" fmla="*/ 124488 h 361971"/>
              <a:gd name="connsiteX58" fmla="*/ 214063 w 362309"/>
              <a:gd name="connsiteY58" fmla="*/ 127680 h 361971"/>
              <a:gd name="connsiteX59" fmla="*/ 219814 w 362309"/>
              <a:gd name="connsiteY59" fmla="*/ 174921 h 361971"/>
              <a:gd name="connsiteX60" fmla="*/ 205117 w 362309"/>
              <a:gd name="connsiteY60" fmla="*/ 208756 h 361971"/>
              <a:gd name="connsiteX61" fmla="*/ 212785 w 362309"/>
              <a:gd name="connsiteY61" fmla="*/ 228546 h 361971"/>
              <a:gd name="connsiteX62" fmla="*/ 223009 w 362309"/>
              <a:gd name="connsiteY62" fmla="*/ 230462 h 361971"/>
              <a:gd name="connsiteX63" fmla="*/ 247291 w 362309"/>
              <a:gd name="connsiteY63" fmla="*/ 235569 h 361971"/>
              <a:gd name="connsiteX64" fmla="*/ 250486 w 362309"/>
              <a:gd name="connsiteY64" fmla="*/ 243868 h 361971"/>
              <a:gd name="connsiteX65" fmla="*/ 314385 w 362309"/>
              <a:gd name="connsiteY65" fmla="*/ 234930 h 361971"/>
              <a:gd name="connsiteX66" fmla="*/ 311190 w 362309"/>
              <a:gd name="connsiteY66" fmla="*/ 233654 h 361971"/>
              <a:gd name="connsiteX67" fmla="*/ 298410 w 362309"/>
              <a:gd name="connsiteY67" fmla="*/ 230462 h 361971"/>
              <a:gd name="connsiteX68" fmla="*/ 283074 w 362309"/>
              <a:gd name="connsiteY68" fmla="*/ 225993 h 361971"/>
              <a:gd name="connsiteX69" fmla="*/ 275406 w 362309"/>
              <a:gd name="connsiteY69" fmla="*/ 195988 h 361971"/>
              <a:gd name="connsiteX70" fmla="*/ 284991 w 362309"/>
              <a:gd name="connsiteY70" fmla="*/ 173644 h 361971"/>
              <a:gd name="connsiteX71" fmla="*/ 282435 w 362309"/>
              <a:gd name="connsiteY71" fmla="*/ 146832 h 361971"/>
              <a:gd name="connsiteX72" fmla="*/ 265182 w 362309"/>
              <a:gd name="connsiteY72" fmla="*/ 139171 h 361971"/>
              <a:gd name="connsiteX73" fmla="*/ 265182 w 362309"/>
              <a:gd name="connsiteY73" fmla="*/ 139171 h 361971"/>
              <a:gd name="connsiteX74" fmla="*/ 247929 w 362309"/>
              <a:gd name="connsiteY74" fmla="*/ 146832 h 361971"/>
              <a:gd name="connsiteX75" fmla="*/ 245374 w 362309"/>
              <a:gd name="connsiteY75" fmla="*/ 173644 h 361971"/>
              <a:gd name="connsiteX76" fmla="*/ 254959 w 362309"/>
              <a:gd name="connsiteY76" fmla="*/ 195988 h 361971"/>
              <a:gd name="connsiteX77" fmla="*/ 247929 w 362309"/>
              <a:gd name="connsiteY77" fmla="*/ 225993 h 361971"/>
              <a:gd name="connsiteX78" fmla="*/ 238984 w 362309"/>
              <a:gd name="connsiteY78" fmla="*/ 224716 h 361971"/>
              <a:gd name="connsiteX79" fmla="*/ 240261 w 362309"/>
              <a:gd name="connsiteY79" fmla="*/ 215779 h 361971"/>
              <a:gd name="connsiteX80" fmla="*/ 244096 w 362309"/>
              <a:gd name="connsiteY80" fmla="*/ 203649 h 361971"/>
              <a:gd name="connsiteX81" fmla="*/ 232594 w 362309"/>
              <a:gd name="connsiteY81" fmla="*/ 177475 h 361971"/>
              <a:gd name="connsiteX82" fmla="*/ 237706 w 362309"/>
              <a:gd name="connsiteY82" fmla="*/ 139809 h 361971"/>
              <a:gd name="connsiteX83" fmla="*/ 265182 w 362309"/>
              <a:gd name="connsiteY83" fmla="*/ 127680 h 361971"/>
              <a:gd name="connsiteX84" fmla="*/ 292020 w 362309"/>
              <a:gd name="connsiteY84" fmla="*/ 139809 h 361971"/>
              <a:gd name="connsiteX85" fmla="*/ 297132 w 362309"/>
              <a:gd name="connsiteY85" fmla="*/ 177475 h 361971"/>
              <a:gd name="connsiteX86" fmla="*/ 285630 w 362309"/>
              <a:gd name="connsiteY86" fmla="*/ 204287 h 361971"/>
              <a:gd name="connsiteX87" fmla="*/ 290103 w 362309"/>
              <a:gd name="connsiteY87" fmla="*/ 216417 h 361971"/>
              <a:gd name="connsiteX88" fmla="*/ 299688 w 362309"/>
              <a:gd name="connsiteY88" fmla="*/ 218332 h 361971"/>
              <a:gd name="connsiteX89" fmla="*/ 316941 w 362309"/>
              <a:gd name="connsiteY89" fmla="*/ 223439 h 361971"/>
              <a:gd name="connsiteX90" fmla="*/ 318858 w 362309"/>
              <a:gd name="connsiteY90" fmla="*/ 232377 h 361971"/>
              <a:gd name="connsiteX91" fmla="*/ 314385 w 362309"/>
              <a:gd name="connsiteY91" fmla="*/ 234930 h 361971"/>
              <a:gd name="connsiteX92" fmla="*/ 314385 w 362309"/>
              <a:gd name="connsiteY92" fmla="*/ 23493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10" y="280895"/>
                  <a:pt x="362310" y="181305"/>
                </a:cubicBezTo>
                <a:cubicBezTo>
                  <a:pt x="362310" y="181305"/>
                  <a:pt x="362310" y="181305"/>
                  <a:pt x="362310" y="181305"/>
                </a:cubicBezTo>
                <a:cubicBezTo>
                  <a:pt x="362310" y="80438"/>
                  <a:pt x="281157" y="0"/>
                  <a:pt x="181474" y="0"/>
                </a:cubicBezTo>
                <a:cubicBezTo>
                  <a:pt x="181474" y="0"/>
                  <a:pt x="181474" y="0"/>
                  <a:pt x="181474" y="0"/>
                </a:cubicBezTo>
                <a:close/>
                <a:moveTo>
                  <a:pt x="106712" y="195988"/>
                </a:moveTo>
                <a:cubicBezTo>
                  <a:pt x="111185" y="188966"/>
                  <a:pt x="114380" y="181944"/>
                  <a:pt x="116297" y="173644"/>
                </a:cubicBezTo>
                <a:cubicBezTo>
                  <a:pt x="119492" y="161515"/>
                  <a:pt x="118214" y="152577"/>
                  <a:pt x="113741" y="146832"/>
                </a:cubicBezTo>
                <a:cubicBezTo>
                  <a:pt x="109268" y="142363"/>
                  <a:pt x="102878" y="139171"/>
                  <a:pt x="96488" y="139171"/>
                </a:cubicBezTo>
                <a:cubicBezTo>
                  <a:pt x="90098" y="139171"/>
                  <a:pt x="83708" y="141724"/>
                  <a:pt x="79235" y="146832"/>
                </a:cubicBezTo>
                <a:cubicBezTo>
                  <a:pt x="74762" y="152577"/>
                  <a:pt x="74123" y="161515"/>
                  <a:pt x="76679" y="173644"/>
                </a:cubicBezTo>
                <a:cubicBezTo>
                  <a:pt x="78596" y="181305"/>
                  <a:pt x="81791" y="188966"/>
                  <a:pt x="86264" y="195988"/>
                </a:cubicBezTo>
                <a:cubicBezTo>
                  <a:pt x="91376" y="203011"/>
                  <a:pt x="88820" y="218332"/>
                  <a:pt x="79235" y="225993"/>
                </a:cubicBezTo>
                <a:cubicBezTo>
                  <a:pt x="74123" y="228546"/>
                  <a:pt x="69011" y="229823"/>
                  <a:pt x="63899" y="230462"/>
                </a:cubicBezTo>
                <a:cubicBezTo>
                  <a:pt x="59426" y="230462"/>
                  <a:pt x="54953" y="231738"/>
                  <a:pt x="51119" y="233654"/>
                </a:cubicBezTo>
                <a:cubicBezTo>
                  <a:pt x="49841" y="234292"/>
                  <a:pt x="49203" y="234930"/>
                  <a:pt x="47925" y="234930"/>
                </a:cubicBezTo>
                <a:cubicBezTo>
                  <a:pt x="44091" y="234930"/>
                  <a:pt x="41535" y="231738"/>
                  <a:pt x="41535" y="228546"/>
                </a:cubicBezTo>
                <a:cubicBezTo>
                  <a:pt x="41535" y="225993"/>
                  <a:pt x="42813" y="224078"/>
                  <a:pt x="44730" y="222801"/>
                </a:cubicBezTo>
                <a:cubicBezTo>
                  <a:pt x="49841" y="220247"/>
                  <a:pt x="56231" y="218332"/>
                  <a:pt x="61982" y="217694"/>
                </a:cubicBezTo>
                <a:cubicBezTo>
                  <a:pt x="65816" y="217694"/>
                  <a:pt x="69011" y="216417"/>
                  <a:pt x="72206" y="215140"/>
                </a:cubicBezTo>
                <a:cubicBezTo>
                  <a:pt x="75401" y="211948"/>
                  <a:pt x="76679" y="207479"/>
                  <a:pt x="75401" y="203011"/>
                </a:cubicBezTo>
                <a:cubicBezTo>
                  <a:pt x="70289" y="194711"/>
                  <a:pt x="66456" y="185774"/>
                  <a:pt x="63899" y="176836"/>
                </a:cubicBezTo>
                <a:cubicBezTo>
                  <a:pt x="60066" y="160876"/>
                  <a:pt x="61982" y="148108"/>
                  <a:pt x="69011" y="139171"/>
                </a:cubicBezTo>
                <a:cubicBezTo>
                  <a:pt x="76040" y="131510"/>
                  <a:pt x="85625" y="127041"/>
                  <a:pt x="96488" y="127041"/>
                </a:cubicBezTo>
                <a:cubicBezTo>
                  <a:pt x="106712" y="127041"/>
                  <a:pt x="116936" y="131510"/>
                  <a:pt x="123326" y="139171"/>
                </a:cubicBezTo>
                <a:cubicBezTo>
                  <a:pt x="130355" y="148108"/>
                  <a:pt x="132272" y="160876"/>
                  <a:pt x="128438" y="176836"/>
                </a:cubicBezTo>
                <a:cubicBezTo>
                  <a:pt x="125882" y="186412"/>
                  <a:pt x="122048" y="195350"/>
                  <a:pt x="116936" y="203649"/>
                </a:cubicBezTo>
                <a:cubicBezTo>
                  <a:pt x="116297" y="208118"/>
                  <a:pt x="117575" y="212587"/>
                  <a:pt x="120770" y="215779"/>
                </a:cubicBezTo>
                <a:cubicBezTo>
                  <a:pt x="123326" y="217694"/>
                  <a:pt x="123965" y="222163"/>
                  <a:pt x="122048" y="224716"/>
                </a:cubicBezTo>
                <a:cubicBezTo>
                  <a:pt x="120131" y="227270"/>
                  <a:pt x="115658" y="227908"/>
                  <a:pt x="113102" y="225993"/>
                </a:cubicBezTo>
                <a:cubicBezTo>
                  <a:pt x="104156" y="218332"/>
                  <a:pt x="102239" y="203011"/>
                  <a:pt x="106712" y="195988"/>
                </a:cubicBezTo>
                <a:close/>
                <a:moveTo>
                  <a:pt x="250486" y="243868"/>
                </a:moveTo>
                <a:cubicBezTo>
                  <a:pt x="249208" y="246422"/>
                  <a:pt x="247291" y="247698"/>
                  <a:pt x="244735" y="247698"/>
                </a:cubicBezTo>
                <a:cubicBezTo>
                  <a:pt x="244096" y="247698"/>
                  <a:pt x="242818" y="247698"/>
                  <a:pt x="242179" y="247060"/>
                </a:cubicBezTo>
                <a:cubicBezTo>
                  <a:pt x="236428" y="244506"/>
                  <a:pt x="229399" y="243230"/>
                  <a:pt x="223009" y="243230"/>
                </a:cubicBezTo>
                <a:cubicBezTo>
                  <a:pt x="217258" y="243230"/>
                  <a:pt x="212146" y="242591"/>
                  <a:pt x="207034" y="240038"/>
                </a:cubicBezTo>
                <a:cubicBezTo>
                  <a:pt x="198088" y="235569"/>
                  <a:pt x="194893" y="222163"/>
                  <a:pt x="193615" y="218332"/>
                </a:cubicBezTo>
                <a:cubicBezTo>
                  <a:pt x="191698" y="212587"/>
                  <a:pt x="192337" y="206203"/>
                  <a:pt x="194893" y="201095"/>
                </a:cubicBezTo>
                <a:cubicBezTo>
                  <a:pt x="200644" y="192158"/>
                  <a:pt x="205117" y="182582"/>
                  <a:pt x="207034" y="171729"/>
                </a:cubicBezTo>
                <a:cubicBezTo>
                  <a:pt x="210868" y="155131"/>
                  <a:pt x="209590" y="143001"/>
                  <a:pt x="203839" y="135341"/>
                </a:cubicBezTo>
                <a:cubicBezTo>
                  <a:pt x="198088" y="129595"/>
                  <a:pt x="190420" y="125765"/>
                  <a:pt x="182113" y="125765"/>
                </a:cubicBezTo>
                <a:cubicBezTo>
                  <a:pt x="173806" y="125765"/>
                  <a:pt x="166138" y="128957"/>
                  <a:pt x="160387" y="135341"/>
                </a:cubicBezTo>
                <a:cubicBezTo>
                  <a:pt x="153997" y="143001"/>
                  <a:pt x="153358" y="155131"/>
                  <a:pt x="157192" y="171729"/>
                </a:cubicBezTo>
                <a:cubicBezTo>
                  <a:pt x="159748" y="181944"/>
                  <a:pt x="163582" y="192158"/>
                  <a:pt x="169972" y="201095"/>
                </a:cubicBezTo>
                <a:cubicBezTo>
                  <a:pt x="172528" y="206203"/>
                  <a:pt x="173167" y="212587"/>
                  <a:pt x="171250" y="218332"/>
                </a:cubicBezTo>
                <a:cubicBezTo>
                  <a:pt x="170611" y="222163"/>
                  <a:pt x="166777" y="234930"/>
                  <a:pt x="157832" y="240038"/>
                </a:cubicBezTo>
                <a:cubicBezTo>
                  <a:pt x="152720" y="242591"/>
                  <a:pt x="147607" y="243230"/>
                  <a:pt x="141857" y="243230"/>
                </a:cubicBezTo>
                <a:cubicBezTo>
                  <a:pt x="135467" y="243230"/>
                  <a:pt x="128438" y="244506"/>
                  <a:pt x="122687" y="247060"/>
                </a:cubicBezTo>
                <a:cubicBezTo>
                  <a:pt x="119492" y="248337"/>
                  <a:pt x="115658" y="247060"/>
                  <a:pt x="114380" y="243868"/>
                </a:cubicBezTo>
                <a:cubicBezTo>
                  <a:pt x="113102" y="240676"/>
                  <a:pt x="114380" y="236846"/>
                  <a:pt x="117575" y="235569"/>
                </a:cubicBezTo>
                <a:cubicBezTo>
                  <a:pt x="125243" y="232377"/>
                  <a:pt x="133550" y="230462"/>
                  <a:pt x="141857" y="230462"/>
                </a:cubicBezTo>
                <a:cubicBezTo>
                  <a:pt x="145690" y="230462"/>
                  <a:pt x="148885" y="229823"/>
                  <a:pt x="152080" y="228546"/>
                </a:cubicBezTo>
                <a:cubicBezTo>
                  <a:pt x="156553" y="225993"/>
                  <a:pt x="161027" y="211948"/>
                  <a:pt x="159748" y="208118"/>
                </a:cubicBezTo>
                <a:cubicBezTo>
                  <a:pt x="153358" y="197903"/>
                  <a:pt x="148247" y="187051"/>
                  <a:pt x="145690" y="174921"/>
                </a:cubicBezTo>
                <a:cubicBezTo>
                  <a:pt x="140579" y="154492"/>
                  <a:pt x="142496" y="138533"/>
                  <a:pt x="151442" y="127680"/>
                </a:cubicBezTo>
                <a:cubicBezTo>
                  <a:pt x="166777" y="110443"/>
                  <a:pt x="193615" y="108528"/>
                  <a:pt x="210868" y="124488"/>
                </a:cubicBezTo>
                <a:cubicBezTo>
                  <a:pt x="212146" y="125765"/>
                  <a:pt x="213424" y="127041"/>
                  <a:pt x="214063" y="127680"/>
                </a:cubicBezTo>
                <a:cubicBezTo>
                  <a:pt x="223009" y="138533"/>
                  <a:pt x="224926" y="154492"/>
                  <a:pt x="219814" y="174921"/>
                </a:cubicBezTo>
                <a:cubicBezTo>
                  <a:pt x="217258" y="187051"/>
                  <a:pt x="212146" y="198542"/>
                  <a:pt x="205117" y="208756"/>
                </a:cubicBezTo>
                <a:cubicBezTo>
                  <a:pt x="203839" y="211948"/>
                  <a:pt x="208312" y="225993"/>
                  <a:pt x="212785" y="228546"/>
                </a:cubicBezTo>
                <a:cubicBezTo>
                  <a:pt x="215980" y="229823"/>
                  <a:pt x="219814" y="230462"/>
                  <a:pt x="223009" y="230462"/>
                </a:cubicBezTo>
                <a:cubicBezTo>
                  <a:pt x="231316" y="230462"/>
                  <a:pt x="239623" y="232377"/>
                  <a:pt x="247291" y="235569"/>
                </a:cubicBezTo>
                <a:cubicBezTo>
                  <a:pt x="251124" y="236846"/>
                  <a:pt x="252403" y="240676"/>
                  <a:pt x="250486" y="243868"/>
                </a:cubicBezTo>
                <a:close/>
                <a:moveTo>
                  <a:pt x="314385" y="234930"/>
                </a:moveTo>
                <a:cubicBezTo>
                  <a:pt x="313107" y="234930"/>
                  <a:pt x="311829" y="234292"/>
                  <a:pt x="311190" y="233654"/>
                </a:cubicBezTo>
                <a:cubicBezTo>
                  <a:pt x="307356" y="231738"/>
                  <a:pt x="302883" y="230462"/>
                  <a:pt x="298410" y="230462"/>
                </a:cubicBezTo>
                <a:cubicBezTo>
                  <a:pt x="293298" y="229823"/>
                  <a:pt x="288186" y="228546"/>
                  <a:pt x="283074" y="225993"/>
                </a:cubicBezTo>
                <a:cubicBezTo>
                  <a:pt x="272850" y="218332"/>
                  <a:pt x="270294" y="203011"/>
                  <a:pt x="275406" y="195988"/>
                </a:cubicBezTo>
                <a:cubicBezTo>
                  <a:pt x="279879" y="188966"/>
                  <a:pt x="283074" y="181944"/>
                  <a:pt x="284991" y="173644"/>
                </a:cubicBezTo>
                <a:cubicBezTo>
                  <a:pt x="288186" y="161515"/>
                  <a:pt x="286908" y="152577"/>
                  <a:pt x="282435" y="146832"/>
                </a:cubicBezTo>
                <a:cubicBezTo>
                  <a:pt x="277962" y="142363"/>
                  <a:pt x="271572" y="139171"/>
                  <a:pt x="265182" y="139171"/>
                </a:cubicBezTo>
                <a:lnTo>
                  <a:pt x="265182" y="139171"/>
                </a:lnTo>
                <a:cubicBezTo>
                  <a:pt x="258792" y="139171"/>
                  <a:pt x="252403" y="141724"/>
                  <a:pt x="247929" y="146832"/>
                </a:cubicBezTo>
                <a:cubicBezTo>
                  <a:pt x="243456" y="152577"/>
                  <a:pt x="242818" y="161515"/>
                  <a:pt x="245374" y="173644"/>
                </a:cubicBezTo>
                <a:cubicBezTo>
                  <a:pt x="247291" y="181305"/>
                  <a:pt x="250486" y="188966"/>
                  <a:pt x="254959" y="195988"/>
                </a:cubicBezTo>
                <a:cubicBezTo>
                  <a:pt x="260071" y="203011"/>
                  <a:pt x="257514" y="218971"/>
                  <a:pt x="247929" y="225993"/>
                </a:cubicBezTo>
                <a:cubicBezTo>
                  <a:pt x="245374" y="227908"/>
                  <a:pt x="240901" y="227270"/>
                  <a:pt x="238984" y="224716"/>
                </a:cubicBezTo>
                <a:cubicBezTo>
                  <a:pt x="237067" y="222163"/>
                  <a:pt x="237706" y="217694"/>
                  <a:pt x="240261" y="215779"/>
                </a:cubicBezTo>
                <a:cubicBezTo>
                  <a:pt x="243456" y="212587"/>
                  <a:pt x="245374" y="208118"/>
                  <a:pt x="244096" y="203649"/>
                </a:cubicBezTo>
                <a:cubicBezTo>
                  <a:pt x="238984" y="195350"/>
                  <a:pt x="235150" y="186412"/>
                  <a:pt x="232594" y="177475"/>
                </a:cubicBezTo>
                <a:cubicBezTo>
                  <a:pt x="228760" y="161515"/>
                  <a:pt x="230677" y="148747"/>
                  <a:pt x="237706" y="139809"/>
                </a:cubicBezTo>
                <a:cubicBezTo>
                  <a:pt x="244735" y="132149"/>
                  <a:pt x="254319" y="127680"/>
                  <a:pt x="265182" y="127680"/>
                </a:cubicBezTo>
                <a:cubicBezTo>
                  <a:pt x="275406" y="127680"/>
                  <a:pt x="285630" y="132149"/>
                  <a:pt x="292020" y="139809"/>
                </a:cubicBezTo>
                <a:cubicBezTo>
                  <a:pt x="299049" y="148747"/>
                  <a:pt x="300966" y="161515"/>
                  <a:pt x="297132" y="177475"/>
                </a:cubicBezTo>
                <a:cubicBezTo>
                  <a:pt x="294576" y="187051"/>
                  <a:pt x="290742" y="195988"/>
                  <a:pt x="285630" y="204287"/>
                </a:cubicBezTo>
                <a:cubicBezTo>
                  <a:pt x="284991" y="208756"/>
                  <a:pt x="286269" y="213225"/>
                  <a:pt x="290103" y="216417"/>
                </a:cubicBezTo>
                <a:cubicBezTo>
                  <a:pt x="293298" y="217694"/>
                  <a:pt x="296493" y="218332"/>
                  <a:pt x="299688" y="218332"/>
                </a:cubicBezTo>
                <a:cubicBezTo>
                  <a:pt x="306078" y="218971"/>
                  <a:pt x="311829" y="220247"/>
                  <a:pt x="316941" y="223439"/>
                </a:cubicBezTo>
                <a:cubicBezTo>
                  <a:pt x="320136" y="225355"/>
                  <a:pt x="320775" y="229185"/>
                  <a:pt x="318858" y="232377"/>
                </a:cubicBezTo>
                <a:cubicBezTo>
                  <a:pt x="318858" y="233654"/>
                  <a:pt x="316302" y="234930"/>
                  <a:pt x="314385" y="234930"/>
                </a:cubicBezTo>
                <a:lnTo>
                  <a:pt x="314385" y="234930"/>
                </a:lnTo>
                <a:close/>
              </a:path>
            </a:pathLst>
          </a:custGeom>
          <a:solidFill>
            <a:srgbClr val="00ABAB"/>
          </a:solidFill>
          <a:ln w="6390" cap="flat">
            <a:noFill/>
            <a:prstDash val="solid"/>
            <a:miter/>
          </a:ln>
        </p:spPr>
        <p:txBody>
          <a:bodyPr rtlCol="0" anchor="ctr"/>
          <a:lstStyle/>
          <a:p>
            <a:endParaRPr lang="en-US"/>
          </a:p>
        </p:txBody>
      </p:sp>
      <p:sp>
        <p:nvSpPr>
          <p:cNvPr id="151" name="TextBox 150">
            <a:extLst>
              <a:ext uri="{FF2B5EF4-FFF2-40B4-BE49-F238E27FC236}">
                <a16:creationId xmlns:a16="http://schemas.microsoft.com/office/drawing/2014/main" id="{506093BB-E6F2-6D0F-3CDC-A58BD395F2F5}"/>
              </a:ext>
            </a:extLst>
          </p:cNvPr>
          <p:cNvSpPr txBox="1"/>
          <p:nvPr/>
        </p:nvSpPr>
        <p:spPr>
          <a:xfrm>
            <a:off x="6269332" y="2873006"/>
            <a:ext cx="5550756" cy="830997"/>
          </a:xfrm>
          <a:prstGeom prst="rect">
            <a:avLst/>
          </a:prstGeom>
          <a:noFill/>
        </p:spPr>
        <p:txBody>
          <a:bodyPr wrap="square">
            <a:spAutoFit/>
          </a:bodyPr>
          <a:lstStyle/>
          <a:p>
            <a:pPr algn="just"/>
            <a:r>
              <a:rPr lang="en-US" sz="1200">
                <a:latin typeface="Arial" panose="020B0604020202020204" pitchFamily="34" charset="0"/>
                <a:cs typeface="Arial" panose="020B0604020202020204" pitchFamily="34" charset="0"/>
              </a:rPr>
              <a:t>On monthly basis and as per the Work Plan the Deloitte Project team will hold requirement gathering sessions with the stakeholders and workshops on the diagnostic report and draft roadmap to jointly review progress against objectives and activities planned.</a:t>
            </a:r>
          </a:p>
        </p:txBody>
      </p:sp>
    </p:spTree>
    <p:extLst>
      <p:ext uri="{BB962C8B-B14F-4D97-AF65-F5344CB8AC3E}">
        <p14:creationId xmlns:p14="http://schemas.microsoft.com/office/powerpoint/2010/main" val="325924335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3.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4.xml><?xml version="1.0" encoding="utf-8"?>
<a:theme xmlns:a="http://schemas.openxmlformats.org/drawingml/2006/main" name="1_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67F41651-E429-4C1A-90CE-6D892B348A8C}">
  <ds:schemaRefs>
    <ds:schemaRef ds:uri="http://schemas.microsoft.com/sharepoint/v3/contenttype/forms"/>
  </ds:schemaRefs>
</ds:datastoreItem>
</file>

<file path=customXml/itemProps2.xml><?xml version="1.0" encoding="utf-8"?>
<ds:datastoreItem xmlns:ds="http://schemas.openxmlformats.org/officeDocument/2006/customXml" ds:itemID="{F476160B-BA4A-4700-9C1B-779D828FCBDB}"/>
</file>

<file path=customXml/itemProps3.xml><?xml version="1.0" encoding="utf-8"?>
<ds:datastoreItem xmlns:ds="http://schemas.openxmlformats.org/officeDocument/2006/customXml" ds:itemID="{740CAE57-E6D5-4A19-A8FF-362A28EB537E}">
  <ds:schemaRefs>
    <ds:schemaRef ds:uri="b819515e-75c3-49f8-ac49-9c15ee830e2a"/>
    <ds:schemaRef ds:uri="ccb1565e-8083-4b3a-8628-2d26264029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0</TotalTime>
  <Words>2302</Words>
  <Application>Microsoft Office PowerPoint</Application>
  <PresentationFormat>Widescreen</PresentationFormat>
  <Paragraphs>429</Paragraphs>
  <Slides>16</Slides>
  <Notes>4</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16</vt:i4>
      </vt:variant>
    </vt:vector>
  </HeadingPairs>
  <TitlesOfParts>
    <vt:vector size="27" baseType="lpstr">
      <vt:lpstr>Arial</vt:lpstr>
      <vt:lpstr>Calibri</vt:lpstr>
      <vt:lpstr>Calibri Light</vt:lpstr>
      <vt:lpstr>Nexa Black</vt:lpstr>
      <vt:lpstr>Open Sans</vt:lpstr>
      <vt:lpstr>Verdana</vt:lpstr>
      <vt:lpstr>Wingdings 2</vt:lpstr>
      <vt:lpstr>Theme1</vt:lpstr>
      <vt:lpstr>2_Deloitte 16_9 onscreen</vt:lpstr>
      <vt:lpstr>1_Deloitte 16_9 onscreen</vt:lpstr>
      <vt:lpstr>1_Theme1</vt:lpstr>
      <vt:lpstr>PowerPoint Presentation</vt:lpstr>
      <vt:lpstr>PowerPoint Presentation</vt:lpstr>
      <vt:lpstr>PowerPoint Presentation</vt:lpstr>
      <vt:lpstr>Project Context and Background …1/2</vt:lpstr>
      <vt:lpstr>Project Context and Background …2/2</vt:lpstr>
      <vt:lpstr>Here with you - Team</vt:lpstr>
      <vt:lpstr>PowerPoint Presentation</vt:lpstr>
      <vt:lpstr>Summary of Scope of Work</vt:lpstr>
      <vt:lpstr>Key  Focus Areas</vt:lpstr>
      <vt:lpstr>Work Plan (Week 1 – Week 16)</vt:lpstr>
      <vt:lpstr>PowerPoint Presentation</vt:lpstr>
      <vt:lpstr>Areas of Support and Next Steps  </vt:lpstr>
      <vt:lpstr>IT Application Inventory</vt:lpstr>
      <vt:lpstr>Indicative IT Application Inventory</vt:lpstr>
      <vt:lpstr>PowerPoint Presentation</vt:lpstr>
      <vt:lpstr>Project Management &amp; Implementation Methodology</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Siddharth Mani</dc:creator>
  <cp:lastModifiedBy>Mitra, Sayan</cp:lastModifiedBy>
  <cp:revision>1</cp:revision>
  <dcterms:created xsi:type="dcterms:W3CDTF">2020-08-21T09:31:26Z</dcterms:created>
  <dcterms:modified xsi:type="dcterms:W3CDTF">2025-03-19T10:04:37Z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2022-03-28T05:10:27Z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b1ca4e26-9ca5-4580-957f-dfa8430e580c</vt:lpwstr>
  </property>
  <property fmtid="{D5CDD505-2E9C-101B-9397-08002B2CF9AE}" pid="9" name="MSIP_Label_ea60d57e-af5b-4752-ac57-3e4f28ca11dc_ContentBits">
    <vt:lpwstr>0</vt:lpwstr>
  </property>
  <property fmtid="{D5CDD505-2E9C-101B-9397-08002B2CF9AE}" pid="10" name="MediaServiceImageTags">
    <vt:lpwstr/>
  </property>
</Properties>
</file>