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diagrams/data4.xml" ContentType="application/vnd.openxmlformats-officedocument.drawingml.diagramData+xml"/>
  <Override PartName="/ppt/diagrams/data3.xml" ContentType="application/vnd.openxmlformats-officedocument.drawingml.diagramData+xml"/>
  <Override PartName="/ppt/diagrams/data5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diagrams/drawing3.xml" ContentType="application/vnd.ms-office.drawingml.diagramDrawing+xml"/>
  <Override PartName="/ppt/diagrams/colors1.xml" ContentType="application/vnd.openxmlformats-officedocument.drawingml.diagramColors+xml"/>
  <Override PartName="/ppt/diagrams/layout2.xml" ContentType="application/vnd.openxmlformats-officedocument.drawingml.diagramLayout+xml"/>
  <Override PartName="/ppt/theme/theme2.xml" ContentType="application/vnd.openxmlformats-officedocument.theme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quickStyle5.xml" ContentType="application/vnd.openxmlformats-officedocument.drawingml.diagramStyle+xml"/>
  <Override PartName="/ppt/diagrams/layout5.xml" ContentType="application/vnd.openxmlformats-officedocument.drawingml.diagramLayout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4.xml" ContentType="application/vnd.openxmlformats-officedocument.drawingml.diagramLayout+xml"/>
  <Override PartName="/ppt/theme/theme1.xml" ContentType="application/vnd.openxmlformats-officedocument.them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quickStyle3.xml" ContentType="application/vnd.openxmlformats-officedocument.drawingml.diagramStyle+xml"/>
  <Override PartName="/ppt/diagrams/layout3.xml" ContentType="application/vnd.openxmlformats-officedocument.drawingml.diagramLayout+xml"/>
  <Override PartName="/ppt/notesMasters/notesMaster1.xml" ContentType="application/vnd.openxmlformats-officedocument.presentationml.notesMaster+xml"/>
  <Override PartName="/ppt/diagrams/colors3.xml" ContentType="application/vnd.openxmlformats-officedocument.drawingml.diagramCol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4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06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F60CBD-9EE8-4ED4-B824-8645D397E2AF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A99129-D6B4-4AE3-AF40-771BC06EE3E5}">
      <dgm:prSet phldrT="[Text]" custT="1"/>
      <dgm:spPr/>
      <dgm:t>
        <a:bodyPr/>
        <a:lstStyle/>
        <a:p>
          <a:r>
            <a:rPr lang="en-US" sz="1600" b="1" dirty="0" smtClean="0">
              <a:latin typeface="Verdana" panose="020B0604030504040204" pitchFamily="34" charset="0"/>
              <a:ea typeface="Verdana" panose="020B0604030504040204" pitchFamily="34" charset="0"/>
            </a:rPr>
            <a:t>Development Institutions</a:t>
          </a:r>
          <a:endParaRPr lang="en-US" sz="16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571E4C3-CF8A-4FC5-9FB3-E95D0DFF9367}" type="parTrans" cxnId="{639AF26F-EE6A-487D-9B69-1ECADCF25429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8547C95-2CD1-4BF5-AEDF-ED8AC4A34DA4}" type="sibTrans" cxnId="{639AF26F-EE6A-487D-9B69-1ECADCF25429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DE0FB10-0E6B-4B82-BB43-C651CD9D137D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NHAI (National Highways Authority of India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E962031-9246-4467-B81D-637B4F19854D}" type="parTrans" cxnId="{9DE15C97-90F6-46BC-A72C-7738D98265B5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ED636C0-37E5-448A-814F-02FC38C74544}" type="sibTrans" cxnId="{9DE15C97-90F6-46BC-A72C-7738D98265B5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264BE1E-8942-4A72-822C-99ADA8E54C7E}">
      <dgm:prSet phldrT="[Text]" custT="1"/>
      <dgm:spPr/>
      <dgm:t>
        <a:bodyPr/>
        <a:lstStyle/>
        <a:p>
          <a:r>
            <a:rPr lang="en-US" sz="1600" b="1" dirty="0" smtClean="0">
              <a:latin typeface="Verdana" panose="020B0604030504040204" pitchFamily="34" charset="0"/>
              <a:ea typeface="Verdana" panose="020B0604030504040204" pitchFamily="34" charset="0"/>
            </a:rPr>
            <a:t>Financial Institutions</a:t>
          </a:r>
          <a:endParaRPr lang="en-US" sz="16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53F0206-F43C-463F-A1E0-D96DCF4C48A8}" type="parTrans" cxnId="{2724931B-8296-44DF-BFA4-70A409FAE3D2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3A0AA56-6AD3-406A-9FDF-390A0F5315A5}" type="sibTrans" cxnId="{2724931B-8296-44DF-BFA4-70A409FAE3D2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4EBD4D9-97CE-40C3-87FB-7B579E784A9A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Central Road Fund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C59D98D-6095-40CB-A3B6-0D93D000032A}" type="parTrans" cxnId="{B9126A8E-8DC8-4B11-92DA-907D65325294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9EBC8B9-28AF-4E9D-B27E-BB3A7CFC81ED}" type="sibTrans" cxnId="{B9126A8E-8DC8-4B11-92DA-907D65325294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F397A17-AD9D-4EA2-B18E-5949D89F4F3C}">
      <dgm:prSet custT="1"/>
      <dgm:spPr/>
      <dgm:t>
        <a:bodyPr/>
        <a:lstStyle/>
        <a:p>
          <a:r>
            <a:rPr lang="en-US" sz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MoSRTH</a:t>
          </a:r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 (Ministry of Surface Road Transportation &amp; Highways, </a:t>
          </a:r>
          <a:r>
            <a:rPr lang="en-US" sz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Govt</a:t>
          </a:r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 of India)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65A25DE-9A32-4F96-9E73-CB2201B38C9A}" type="parTrans" cxnId="{F43A3B68-F6A9-4AB0-BB2A-C2433C771F57}">
      <dgm:prSet/>
      <dgm:spPr/>
      <dgm:t>
        <a:bodyPr/>
        <a:lstStyle/>
        <a:p>
          <a:endParaRPr lang="en-US" sz="1400"/>
        </a:p>
      </dgm:t>
    </dgm:pt>
    <dgm:pt modelId="{A2044FD3-C2ED-4EFC-A30B-8EE88E53157D}" type="sibTrans" cxnId="{F43A3B68-F6A9-4AB0-BB2A-C2433C771F57}">
      <dgm:prSet/>
      <dgm:spPr/>
      <dgm:t>
        <a:bodyPr/>
        <a:lstStyle/>
        <a:p>
          <a:endParaRPr lang="en-US" sz="1400"/>
        </a:p>
      </dgm:t>
    </dgm:pt>
    <dgm:pt modelId="{531D9596-10A0-424E-B6F1-21BF39CE1810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State Highways &amp; Transportation Departments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D315552-3696-4932-B2D4-928F75841A92}" type="parTrans" cxnId="{C050BE92-DAA5-4032-A9E4-14FC8A11B90F}">
      <dgm:prSet/>
      <dgm:spPr/>
      <dgm:t>
        <a:bodyPr/>
        <a:lstStyle/>
        <a:p>
          <a:endParaRPr lang="en-US" sz="1400"/>
        </a:p>
      </dgm:t>
    </dgm:pt>
    <dgm:pt modelId="{08560F56-AC27-421B-A4F0-447395CE2272}" type="sibTrans" cxnId="{C050BE92-DAA5-4032-A9E4-14FC8A11B90F}">
      <dgm:prSet/>
      <dgm:spPr/>
      <dgm:t>
        <a:bodyPr/>
        <a:lstStyle/>
        <a:p>
          <a:endParaRPr lang="en-US" sz="1400"/>
        </a:p>
      </dgm:t>
    </dgm:pt>
    <dgm:pt modelId="{E1140B49-9F59-4D7E-B57E-5BE3A2D8ED42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Special Agencies -Road Development Corporations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98A14C6-E131-4050-AD07-59ED82DEB6CB}" type="parTrans" cxnId="{9306EC6A-07AF-4AA6-AE9A-2F2B29C2964E}">
      <dgm:prSet/>
      <dgm:spPr/>
      <dgm:t>
        <a:bodyPr/>
        <a:lstStyle/>
        <a:p>
          <a:endParaRPr lang="en-US" sz="1400"/>
        </a:p>
      </dgm:t>
    </dgm:pt>
    <dgm:pt modelId="{32D88D9C-5ACF-4F2E-8EAA-5FA0C86A35CB}" type="sibTrans" cxnId="{9306EC6A-07AF-4AA6-AE9A-2F2B29C2964E}">
      <dgm:prSet/>
      <dgm:spPr/>
      <dgm:t>
        <a:bodyPr/>
        <a:lstStyle/>
        <a:p>
          <a:endParaRPr lang="en-US" sz="1400"/>
        </a:p>
      </dgm:t>
    </dgm:pt>
    <dgm:pt modelId="{68041726-79C5-4566-888A-342B6F2028B4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Private Developers &amp; Contractors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2C65A30-04BD-4D8C-8825-FA7534D3CF89}" type="parTrans" cxnId="{BE88E92D-415F-4E1D-91D3-9CD024E0A56F}">
      <dgm:prSet/>
      <dgm:spPr/>
      <dgm:t>
        <a:bodyPr/>
        <a:lstStyle/>
        <a:p>
          <a:endParaRPr lang="en-US" sz="1400"/>
        </a:p>
      </dgm:t>
    </dgm:pt>
    <dgm:pt modelId="{2684E546-D778-4ED7-931D-BD0CBFF0A9DB}" type="sibTrans" cxnId="{BE88E92D-415F-4E1D-91D3-9CD024E0A56F}">
      <dgm:prSet/>
      <dgm:spPr/>
      <dgm:t>
        <a:bodyPr/>
        <a:lstStyle/>
        <a:p>
          <a:endParaRPr lang="en-US" sz="1400"/>
        </a:p>
      </dgm:t>
    </dgm:pt>
    <dgm:pt modelId="{D264CC99-49D2-40CA-8699-21DBE68FF3E1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Infrastructure development firms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C7E15DB-585A-45AF-9EBA-D3034F8DC626}" type="parTrans" cxnId="{B90FB816-03A4-488C-8678-BB9DB47EB20B}">
      <dgm:prSet/>
      <dgm:spPr/>
      <dgm:t>
        <a:bodyPr/>
        <a:lstStyle/>
        <a:p>
          <a:endParaRPr lang="en-US" sz="1400"/>
        </a:p>
      </dgm:t>
    </dgm:pt>
    <dgm:pt modelId="{4D506D7D-FF4B-47CE-B57F-FE9E54094330}" type="sibTrans" cxnId="{B90FB816-03A4-488C-8678-BB9DB47EB20B}">
      <dgm:prSet/>
      <dgm:spPr/>
      <dgm:t>
        <a:bodyPr/>
        <a:lstStyle/>
        <a:p>
          <a:endParaRPr lang="en-US" sz="1400"/>
        </a:p>
      </dgm:t>
    </dgm:pt>
    <dgm:pt modelId="{0C2C4D2C-A7BA-4FE4-9A33-AEA07748A985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Material and Equipment Suppliers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F9EB235-FAD9-436A-8C46-028415F32264}" type="parTrans" cxnId="{D267452F-1CF6-433E-9A64-A4DF1258B14A}">
      <dgm:prSet/>
      <dgm:spPr/>
      <dgm:t>
        <a:bodyPr/>
        <a:lstStyle/>
        <a:p>
          <a:endParaRPr lang="en-US" sz="1400"/>
        </a:p>
      </dgm:t>
    </dgm:pt>
    <dgm:pt modelId="{8F3F9DE2-DDDA-4C63-83CD-4408B7853605}" type="sibTrans" cxnId="{D267452F-1CF6-433E-9A64-A4DF1258B14A}">
      <dgm:prSet/>
      <dgm:spPr/>
      <dgm:t>
        <a:bodyPr/>
        <a:lstStyle/>
        <a:p>
          <a:endParaRPr lang="en-US" sz="1400"/>
        </a:p>
      </dgm:t>
    </dgm:pt>
    <dgm:pt modelId="{F5D3083B-EB01-4BA7-B854-C3D821F25F4F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Consultants and Contracting Firms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A7A4974-C476-4E20-BE79-1287CD2DDA65}" type="parTrans" cxnId="{7BC027BC-8459-4211-95E8-5FBB94CDE43F}">
      <dgm:prSet/>
      <dgm:spPr/>
      <dgm:t>
        <a:bodyPr/>
        <a:lstStyle/>
        <a:p>
          <a:endParaRPr lang="en-US" sz="1400"/>
        </a:p>
      </dgm:t>
    </dgm:pt>
    <dgm:pt modelId="{0E7FF64C-D79B-4B7D-9EA9-023FAC77F5D1}" type="sibTrans" cxnId="{7BC027BC-8459-4211-95E8-5FBB94CDE43F}">
      <dgm:prSet/>
      <dgm:spPr/>
      <dgm:t>
        <a:bodyPr/>
        <a:lstStyle/>
        <a:p>
          <a:endParaRPr lang="en-US" sz="1400"/>
        </a:p>
      </dgm:t>
    </dgm:pt>
    <dgm:pt modelId="{7C4D2A6F-09E3-4B28-B1B5-D9917A3B33BF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Central and State Government (budgets)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8377284-1ED2-487D-8C8E-CFEEE6407C90}" type="parTrans" cxnId="{0DF4B64A-869F-4609-850F-E7C303D21876}">
      <dgm:prSet/>
      <dgm:spPr/>
      <dgm:t>
        <a:bodyPr/>
        <a:lstStyle/>
        <a:p>
          <a:endParaRPr lang="en-US"/>
        </a:p>
      </dgm:t>
    </dgm:pt>
    <dgm:pt modelId="{8E962EB8-501C-4765-AD3D-CA9AE0DCC20D}" type="sibTrans" cxnId="{0DF4B64A-869F-4609-850F-E7C303D21876}">
      <dgm:prSet/>
      <dgm:spPr/>
      <dgm:t>
        <a:bodyPr/>
        <a:lstStyle/>
        <a:p>
          <a:endParaRPr lang="en-US"/>
        </a:p>
      </dgm:t>
    </dgm:pt>
    <dgm:pt modelId="{D1430E14-23EF-423B-BCBD-A8C62DC86C9B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Banks and Financial Institutions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4489849-228F-4A1F-A437-94CE9D1EC51C}" type="parTrans" cxnId="{79324353-20BE-438D-9EBA-A94BC4612731}">
      <dgm:prSet/>
      <dgm:spPr/>
      <dgm:t>
        <a:bodyPr/>
        <a:lstStyle/>
        <a:p>
          <a:endParaRPr lang="en-US"/>
        </a:p>
      </dgm:t>
    </dgm:pt>
    <dgm:pt modelId="{5167B854-E114-48D9-9053-FAD42E0A60B4}" type="sibTrans" cxnId="{79324353-20BE-438D-9EBA-A94BC4612731}">
      <dgm:prSet/>
      <dgm:spPr/>
      <dgm:t>
        <a:bodyPr/>
        <a:lstStyle/>
        <a:p>
          <a:endParaRPr lang="en-US"/>
        </a:p>
      </dgm:t>
    </dgm:pt>
    <dgm:pt modelId="{395A6F95-9571-4E98-AB6E-299B0EDF0C02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Specialized Institutions –IDFC, IIFCL, LIC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866E1A8-E7EC-405D-80D6-37E50C62991B}" type="parTrans" cxnId="{2ECFCDBD-05B4-4A11-AC47-1B477D6CBA82}">
      <dgm:prSet/>
      <dgm:spPr/>
      <dgm:t>
        <a:bodyPr/>
        <a:lstStyle/>
        <a:p>
          <a:endParaRPr lang="en-US"/>
        </a:p>
      </dgm:t>
    </dgm:pt>
    <dgm:pt modelId="{4A2E20FC-02D0-4D84-B232-7AC70941C670}" type="sibTrans" cxnId="{2ECFCDBD-05B4-4A11-AC47-1B477D6CBA82}">
      <dgm:prSet/>
      <dgm:spPr/>
      <dgm:t>
        <a:bodyPr/>
        <a:lstStyle/>
        <a:p>
          <a:endParaRPr lang="en-US"/>
        </a:p>
      </dgm:t>
    </dgm:pt>
    <dgm:pt modelId="{AFEECDC8-3460-4856-88FE-EA528BFA6E50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General Public / Investors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F4DE528-C575-448F-8E0C-8ED7CA5E7E4D}" type="parTrans" cxnId="{4ABEBB80-2E5A-4C98-A935-DB8FA3AD9BC9}">
      <dgm:prSet/>
      <dgm:spPr/>
      <dgm:t>
        <a:bodyPr/>
        <a:lstStyle/>
        <a:p>
          <a:endParaRPr lang="en-US"/>
        </a:p>
      </dgm:t>
    </dgm:pt>
    <dgm:pt modelId="{1E85A9C6-1F3F-4C93-BECE-9E9A48393346}" type="sibTrans" cxnId="{4ABEBB80-2E5A-4C98-A935-DB8FA3AD9BC9}">
      <dgm:prSet/>
      <dgm:spPr/>
      <dgm:t>
        <a:bodyPr/>
        <a:lstStyle/>
        <a:p>
          <a:endParaRPr lang="en-US"/>
        </a:p>
      </dgm:t>
    </dgm:pt>
    <dgm:pt modelId="{9A6BA67F-2C86-4702-941C-9A7320F57414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Private Debt Financiers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BC2397A-BC46-4012-9E8F-FE60EF4ED455}" type="parTrans" cxnId="{A6D619B8-96D7-4544-80B4-44A9819A3D78}">
      <dgm:prSet/>
      <dgm:spPr/>
      <dgm:t>
        <a:bodyPr/>
        <a:lstStyle/>
        <a:p>
          <a:endParaRPr lang="en-US"/>
        </a:p>
      </dgm:t>
    </dgm:pt>
    <dgm:pt modelId="{524508D2-E142-43A2-A1DD-78CC38EA1D1F}" type="sibTrans" cxnId="{A6D619B8-96D7-4544-80B4-44A9819A3D78}">
      <dgm:prSet/>
      <dgm:spPr/>
      <dgm:t>
        <a:bodyPr/>
        <a:lstStyle/>
        <a:p>
          <a:endParaRPr lang="en-US"/>
        </a:p>
      </dgm:t>
    </dgm:pt>
    <dgm:pt modelId="{5AEB243E-2668-440B-B0FD-DBCEB11CBB70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Insurance and allied service firms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2C3E555-BA8A-43B9-8CB3-5D9164224B51}" type="parTrans" cxnId="{635A8622-914E-417C-8A9B-D5C9FF6F6ECD}">
      <dgm:prSet/>
      <dgm:spPr/>
      <dgm:t>
        <a:bodyPr/>
        <a:lstStyle/>
        <a:p>
          <a:endParaRPr lang="en-US"/>
        </a:p>
      </dgm:t>
    </dgm:pt>
    <dgm:pt modelId="{7BA19112-457B-4B8B-94A3-BC099D678307}" type="sibTrans" cxnId="{635A8622-914E-417C-8A9B-D5C9FF6F6ECD}">
      <dgm:prSet/>
      <dgm:spPr/>
      <dgm:t>
        <a:bodyPr/>
        <a:lstStyle/>
        <a:p>
          <a:endParaRPr lang="en-US"/>
        </a:p>
      </dgm:t>
    </dgm:pt>
    <dgm:pt modelId="{C372D812-2A0E-4F2E-A0C2-4D566889D19A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Infrastructure Debt Fund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C89CC6C-EA9D-4D3F-A2DA-D307EB390C41}" type="parTrans" cxnId="{55B0B254-353D-4EFC-9855-7E468A5CD530}">
      <dgm:prSet/>
      <dgm:spPr/>
      <dgm:t>
        <a:bodyPr/>
        <a:lstStyle/>
        <a:p>
          <a:endParaRPr lang="en-US"/>
        </a:p>
      </dgm:t>
    </dgm:pt>
    <dgm:pt modelId="{969E62ED-184F-4202-8D81-9B9C1C9DA8F5}" type="sibTrans" cxnId="{55B0B254-353D-4EFC-9855-7E468A5CD530}">
      <dgm:prSet/>
      <dgm:spPr/>
      <dgm:t>
        <a:bodyPr/>
        <a:lstStyle/>
        <a:p>
          <a:endParaRPr lang="en-US"/>
        </a:p>
      </dgm:t>
    </dgm:pt>
    <dgm:pt modelId="{B82A5F12-28C2-4BF8-8C35-6ABAC0DA307C}" type="pres">
      <dgm:prSet presAssocID="{58F60CBD-9EE8-4ED4-B824-8645D397E2AF}" presName="Name0" presStyleCnt="0">
        <dgm:presLayoutVars>
          <dgm:dir/>
          <dgm:animLvl val="lvl"/>
          <dgm:resizeHandles/>
        </dgm:presLayoutVars>
      </dgm:prSet>
      <dgm:spPr/>
    </dgm:pt>
    <dgm:pt modelId="{D6B3EBE7-74AD-431B-BC18-6D3EF7318516}" type="pres">
      <dgm:prSet presAssocID="{1AA99129-D6B4-4AE3-AF40-771BC06EE3E5}" presName="linNode" presStyleCnt="0"/>
      <dgm:spPr/>
    </dgm:pt>
    <dgm:pt modelId="{F601C357-1E53-406C-9649-943E3FDE98A0}" type="pres">
      <dgm:prSet presAssocID="{1AA99129-D6B4-4AE3-AF40-771BC06EE3E5}" presName="parentShp" presStyleLbl="node1" presStyleIdx="0" presStyleCnt="2" custScaleX="60948" custScaleY="69986">
        <dgm:presLayoutVars>
          <dgm:bulletEnabled val="1"/>
        </dgm:presLayoutVars>
      </dgm:prSet>
      <dgm:spPr/>
    </dgm:pt>
    <dgm:pt modelId="{5D7A8B48-67D2-46F8-BA26-4471EA617011}" type="pres">
      <dgm:prSet presAssocID="{1AA99129-D6B4-4AE3-AF40-771BC06EE3E5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A33D94-5BC0-4622-AFE1-B92E58F333D9}" type="pres">
      <dgm:prSet presAssocID="{28547C95-2CD1-4BF5-AEDF-ED8AC4A34DA4}" presName="spacing" presStyleCnt="0"/>
      <dgm:spPr/>
    </dgm:pt>
    <dgm:pt modelId="{5B5959B6-A9A9-43CD-A167-3BD8C89D1843}" type="pres">
      <dgm:prSet presAssocID="{F264BE1E-8942-4A72-822C-99ADA8E54C7E}" presName="linNode" presStyleCnt="0"/>
      <dgm:spPr/>
    </dgm:pt>
    <dgm:pt modelId="{D0721634-213A-43EE-819A-E06E4DB10523}" type="pres">
      <dgm:prSet presAssocID="{F264BE1E-8942-4A72-822C-99ADA8E54C7E}" presName="parentShp" presStyleLbl="node1" presStyleIdx="1" presStyleCnt="2" custScaleX="60948" custScaleY="699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B2D379-5D03-4C18-8A09-FF44120F09F5}" type="pres">
      <dgm:prSet presAssocID="{F264BE1E-8942-4A72-822C-99ADA8E54C7E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D55132-A87B-444E-A652-8C2172020913}" type="presOf" srcId="{0C2C4D2C-A7BA-4FE4-9A33-AEA07748A985}" destId="{5D7A8B48-67D2-46F8-BA26-4471EA617011}" srcOrd="0" destOrd="6" presId="urn:microsoft.com/office/officeart/2005/8/layout/vList6"/>
    <dgm:cxn modelId="{B9126A8E-8DC8-4B11-92DA-907D65325294}" srcId="{F264BE1E-8942-4A72-822C-99ADA8E54C7E}" destId="{F4EBD4D9-97CE-40C3-87FB-7B579E784A9A}" srcOrd="0" destOrd="0" parTransId="{DC59D98D-6095-40CB-A3B6-0D93D000032A}" sibTransId="{D9EBC8B9-28AF-4E9D-B27E-BB3A7CFC81ED}"/>
    <dgm:cxn modelId="{2ECFCDBD-05B4-4A11-AC47-1B477D6CBA82}" srcId="{F264BE1E-8942-4A72-822C-99ADA8E54C7E}" destId="{395A6F95-9571-4E98-AB6E-299B0EDF0C02}" srcOrd="3" destOrd="0" parTransId="{4866E1A8-E7EC-405D-80D6-37E50C62991B}" sibTransId="{4A2E20FC-02D0-4D84-B232-7AC70941C670}"/>
    <dgm:cxn modelId="{D3BD8D1C-50CF-4106-88BA-06C065D3E9ED}" type="presOf" srcId="{9A6BA67F-2C86-4702-941C-9A7320F57414}" destId="{50B2D379-5D03-4C18-8A09-FF44120F09F5}" srcOrd="0" destOrd="5" presId="urn:microsoft.com/office/officeart/2005/8/layout/vList6"/>
    <dgm:cxn modelId="{96E065D6-BB91-4D3F-9D22-826B803F300D}" type="presOf" srcId="{F4EBD4D9-97CE-40C3-87FB-7B579E784A9A}" destId="{50B2D379-5D03-4C18-8A09-FF44120F09F5}" srcOrd="0" destOrd="0" presId="urn:microsoft.com/office/officeart/2005/8/layout/vList6"/>
    <dgm:cxn modelId="{0DF4B64A-869F-4609-850F-E7C303D21876}" srcId="{F264BE1E-8942-4A72-822C-99ADA8E54C7E}" destId="{7C4D2A6F-09E3-4B28-B1B5-D9917A3B33BF}" srcOrd="1" destOrd="0" parTransId="{E8377284-1ED2-487D-8C8E-CFEEE6407C90}" sibTransId="{8E962EB8-501C-4765-AD3D-CA9AE0DCC20D}"/>
    <dgm:cxn modelId="{8DDE9F63-C198-4ADF-A097-FAEB2A08F1E8}" type="presOf" srcId="{5AEB243E-2668-440B-B0FD-DBCEB11CBB70}" destId="{50B2D379-5D03-4C18-8A09-FF44120F09F5}" srcOrd="0" destOrd="6" presId="urn:microsoft.com/office/officeart/2005/8/layout/vList6"/>
    <dgm:cxn modelId="{EFC64A3C-B9DE-41D3-86AF-787D8526A443}" type="presOf" srcId="{C372D812-2A0E-4F2E-A0C2-4D566889D19A}" destId="{50B2D379-5D03-4C18-8A09-FF44120F09F5}" srcOrd="0" destOrd="7" presId="urn:microsoft.com/office/officeart/2005/8/layout/vList6"/>
    <dgm:cxn modelId="{635A8622-914E-417C-8A9B-D5C9FF6F6ECD}" srcId="{F264BE1E-8942-4A72-822C-99ADA8E54C7E}" destId="{5AEB243E-2668-440B-B0FD-DBCEB11CBB70}" srcOrd="6" destOrd="0" parTransId="{12C3E555-BA8A-43B9-8CB3-5D9164224B51}" sibTransId="{7BA19112-457B-4B8B-94A3-BC099D678307}"/>
    <dgm:cxn modelId="{56763853-64C6-4256-A12E-560DB2A32A09}" type="presOf" srcId="{D1430E14-23EF-423B-BCBD-A8C62DC86C9B}" destId="{50B2D379-5D03-4C18-8A09-FF44120F09F5}" srcOrd="0" destOrd="2" presId="urn:microsoft.com/office/officeart/2005/8/layout/vList6"/>
    <dgm:cxn modelId="{5606FC0F-1200-4CF4-901F-2C830F90A0E8}" type="presOf" srcId="{58F60CBD-9EE8-4ED4-B824-8645D397E2AF}" destId="{B82A5F12-28C2-4BF8-8C35-6ABAC0DA307C}" srcOrd="0" destOrd="0" presId="urn:microsoft.com/office/officeart/2005/8/layout/vList6"/>
    <dgm:cxn modelId="{C050BE92-DAA5-4032-A9E4-14FC8A11B90F}" srcId="{1AA99129-D6B4-4AE3-AF40-771BC06EE3E5}" destId="{531D9596-10A0-424E-B6F1-21BF39CE1810}" srcOrd="2" destOrd="0" parTransId="{2D315552-3696-4932-B2D4-928F75841A92}" sibTransId="{08560F56-AC27-421B-A4F0-447395CE2272}"/>
    <dgm:cxn modelId="{D267452F-1CF6-433E-9A64-A4DF1258B14A}" srcId="{1AA99129-D6B4-4AE3-AF40-771BC06EE3E5}" destId="{0C2C4D2C-A7BA-4FE4-9A33-AEA07748A985}" srcOrd="6" destOrd="0" parTransId="{BF9EB235-FAD9-436A-8C46-028415F32264}" sibTransId="{8F3F9DE2-DDDA-4C63-83CD-4408B7853605}"/>
    <dgm:cxn modelId="{A6D619B8-96D7-4544-80B4-44A9819A3D78}" srcId="{F264BE1E-8942-4A72-822C-99ADA8E54C7E}" destId="{9A6BA67F-2C86-4702-941C-9A7320F57414}" srcOrd="5" destOrd="0" parTransId="{EBC2397A-BC46-4012-9E8F-FE60EF4ED455}" sibTransId="{524508D2-E142-43A2-A1DD-78CC38EA1D1F}"/>
    <dgm:cxn modelId="{F0BA0217-BADA-488D-8FC9-DE725E1CDCF6}" type="presOf" srcId="{1AA99129-D6B4-4AE3-AF40-771BC06EE3E5}" destId="{F601C357-1E53-406C-9649-943E3FDE98A0}" srcOrd="0" destOrd="0" presId="urn:microsoft.com/office/officeart/2005/8/layout/vList6"/>
    <dgm:cxn modelId="{639AF26F-EE6A-487D-9B69-1ECADCF25429}" srcId="{58F60CBD-9EE8-4ED4-B824-8645D397E2AF}" destId="{1AA99129-D6B4-4AE3-AF40-771BC06EE3E5}" srcOrd="0" destOrd="0" parTransId="{1571E4C3-CF8A-4FC5-9FB3-E95D0DFF9367}" sibTransId="{28547C95-2CD1-4BF5-AEDF-ED8AC4A34DA4}"/>
    <dgm:cxn modelId="{B90FB816-03A4-488C-8678-BB9DB47EB20B}" srcId="{1AA99129-D6B4-4AE3-AF40-771BC06EE3E5}" destId="{D264CC99-49D2-40CA-8699-21DBE68FF3E1}" srcOrd="5" destOrd="0" parTransId="{5C7E15DB-585A-45AF-9EBA-D3034F8DC626}" sibTransId="{4D506D7D-FF4B-47CE-B57F-FE9E54094330}"/>
    <dgm:cxn modelId="{4ABEBB80-2E5A-4C98-A935-DB8FA3AD9BC9}" srcId="{F264BE1E-8942-4A72-822C-99ADA8E54C7E}" destId="{AFEECDC8-3460-4856-88FE-EA528BFA6E50}" srcOrd="4" destOrd="0" parTransId="{5F4DE528-C575-448F-8E0C-8ED7CA5E7E4D}" sibTransId="{1E85A9C6-1F3F-4C93-BECE-9E9A48393346}"/>
    <dgm:cxn modelId="{D501F5DE-0024-4345-987F-165640B2005A}" type="presOf" srcId="{AFEECDC8-3460-4856-88FE-EA528BFA6E50}" destId="{50B2D379-5D03-4C18-8A09-FF44120F09F5}" srcOrd="0" destOrd="4" presId="urn:microsoft.com/office/officeart/2005/8/layout/vList6"/>
    <dgm:cxn modelId="{9DE15C97-90F6-46BC-A72C-7738D98265B5}" srcId="{1AA99129-D6B4-4AE3-AF40-771BC06EE3E5}" destId="{3DE0FB10-0E6B-4B82-BB43-C651CD9D137D}" srcOrd="0" destOrd="0" parTransId="{EE962031-9246-4467-B81D-637B4F19854D}" sibTransId="{BED636C0-37E5-448A-814F-02FC38C74544}"/>
    <dgm:cxn modelId="{6DE36B9B-84A1-4F9A-807E-5A395E1847A2}" type="presOf" srcId="{E1140B49-9F59-4D7E-B57E-5BE3A2D8ED42}" destId="{5D7A8B48-67D2-46F8-BA26-4471EA617011}" srcOrd="0" destOrd="3" presId="urn:microsoft.com/office/officeart/2005/8/layout/vList6"/>
    <dgm:cxn modelId="{C4CFA5C9-2A51-4CF4-A3C4-4F50BCF99A9E}" type="presOf" srcId="{7F397A17-AD9D-4EA2-B18E-5949D89F4F3C}" destId="{5D7A8B48-67D2-46F8-BA26-4471EA617011}" srcOrd="0" destOrd="1" presId="urn:microsoft.com/office/officeart/2005/8/layout/vList6"/>
    <dgm:cxn modelId="{0220A2FF-0E35-435C-8641-DB02372E9045}" type="presOf" srcId="{68041726-79C5-4566-888A-342B6F2028B4}" destId="{5D7A8B48-67D2-46F8-BA26-4471EA617011}" srcOrd="0" destOrd="4" presId="urn:microsoft.com/office/officeart/2005/8/layout/vList6"/>
    <dgm:cxn modelId="{BE88E92D-415F-4E1D-91D3-9CD024E0A56F}" srcId="{1AA99129-D6B4-4AE3-AF40-771BC06EE3E5}" destId="{68041726-79C5-4566-888A-342B6F2028B4}" srcOrd="4" destOrd="0" parTransId="{22C65A30-04BD-4D8C-8825-FA7534D3CF89}" sibTransId="{2684E546-D778-4ED7-931D-BD0CBFF0A9DB}"/>
    <dgm:cxn modelId="{79324353-20BE-438D-9EBA-A94BC4612731}" srcId="{F264BE1E-8942-4A72-822C-99ADA8E54C7E}" destId="{D1430E14-23EF-423B-BCBD-A8C62DC86C9B}" srcOrd="2" destOrd="0" parTransId="{B4489849-228F-4A1F-A437-94CE9D1EC51C}" sibTransId="{5167B854-E114-48D9-9053-FAD42E0A60B4}"/>
    <dgm:cxn modelId="{9306EC6A-07AF-4AA6-AE9A-2F2B29C2964E}" srcId="{1AA99129-D6B4-4AE3-AF40-771BC06EE3E5}" destId="{E1140B49-9F59-4D7E-B57E-5BE3A2D8ED42}" srcOrd="3" destOrd="0" parTransId="{798A14C6-E131-4050-AD07-59ED82DEB6CB}" sibTransId="{32D88D9C-5ACF-4F2E-8EAA-5FA0C86A35CB}"/>
    <dgm:cxn modelId="{2724931B-8296-44DF-BFA4-70A409FAE3D2}" srcId="{58F60CBD-9EE8-4ED4-B824-8645D397E2AF}" destId="{F264BE1E-8942-4A72-822C-99ADA8E54C7E}" srcOrd="1" destOrd="0" parTransId="{453F0206-F43C-463F-A1E0-D96DCF4C48A8}" sibTransId="{C3A0AA56-6AD3-406A-9FDF-390A0F5315A5}"/>
    <dgm:cxn modelId="{8CC0D062-F1D5-42BE-AEAE-ABF272D1488E}" type="presOf" srcId="{395A6F95-9571-4E98-AB6E-299B0EDF0C02}" destId="{50B2D379-5D03-4C18-8A09-FF44120F09F5}" srcOrd="0" destOrd="3" presId="urn:microsoft.com/office/officeart/2005/8/layout/vList6"/>
    <dgm:cxn modelId="{555D8C31-0663-427E-885E-762D2A3243DB}" type="presOf" srcId="{3DE0FB10-0E6B-4B82-BB43-C651CD9D137D}" destId="{5D7A8B48-67D2-46F8-BA26-4471EA617011}" srcOrd="0" destOrd="0" presId="urn:microsoft.com/office/officeart/2005/8/layout/vList6"/>
    <dgm:cxn modelId="{55B0B254-353D-4EFC-9855-7E468A5CD530}" srcId="{F264BE1E-8942-4A72-822C-99ADA8E54C7E}" destId="{C372D812-2A0E-4F2E-A0C2-4D566889D19A}" srcOrd="7" destOrd="0" parTransId="{EC89CC6C-EA9D-4D3F-A2DA-D307EB390C41}" sibTransId="{969E62ED-184F-4202-8D81-9B9C1C9DA8F5}"/>
    <dgm:cxn modelId="{7BC027BC-8459-4211-95E8-5FBB94CDE43F}" srcId="{1AA99129-D6B4-4AE3-AF40-771BC06EE3E5}" destId="{F5D3083B-EB01-4BA7-B854-C3D821F25F4F}" srcOrd="7" destOrd="0" parTransId="{0A7A4974-C476-4E20-BE79-1287CD2DDA65}" sibTransId="{0E7FF64C-D79B-4B7D-9EA9-023FAC77F5D1}"/>
    <dgm:cxn modelId="{6A713DFE-FE81-497D-B52B-987881F8938E}" type="presOf" srcId="{531D9596-10A0-424E-B6F1-21BF39CE1810}" destId="{5D7A8B48-67D2-46F8-BA26-4471EA617011}" srcOrd="0" destOrd="2" presId="urn:microsoft.com/office/officeart/2005/8/layout/vList6"/>
    <dgm:cxn modelId="{7CD25677-B886-4D8D-A04C-64440157F9AE}" type="presOf" srcId="{F264BE1E-8942-4A72-822C-99ADA8E54C7E}" destId="{D0721634-213A-43EE-819A-E06E4DB10523}" srcOrd="0" destOrd="0" presId="urn:microsoft.com/office/officeart/2005/8/layout/vList6"/>
    <dgm:cxn modelId="{7C60B96F-E869-4D11-90E5-AE3D5D82ABCD}" type="presOf" srcId="{D264CC99-49D2-40CA-8699-21DBE68FF3E1}" destId="{5D7A8B48-67D2-46F8-BA26-4471EA617011}" srcOrd="0" destOrd="5" presId="urn:microsoft.com/office/officeart/2005/8/layout/vList6"/>
    <dgm:cxn modelId="{D759E1A4-8A0E-47AB-BBFA-DC5BE9CE2A7F}" type="presOf" srcId="{F5D3083B-EB01-4BA7-B854-C3D821F25F4F}" destId="{5D7A8B48-67D2-46F8-BA26-4471EA617011}" srcOrd="0" destOrd="7" presId="urn:microsoft.com/office/officeart/2005/8/layout/vList6"/>
    <dgm:cxn modelId="{F43A3B68-F6A9-4AB0-BB2A-C2433C771F57}" srcId="{1AA99129-D6B4-4AE3-AF40-771BC06EE3E5}" destId="{7F397A17-AD9D-4EA2-B18E-5949D89F4F3C}" srcOrd="1" destOrd="0" parTransId="{F65A25DE-9A32-4F96-9E73-CB2201B38C9A}" sibTransId="{A2044FD3-C2ED-4EFC-A30B-8EE88E53157D}"/>
    <dgm:cxn modelId="{6A2A3716-452F-4664-9281-886ABEE427F1}" type="presOf" srcId="{7C4D2A6F-09E3-4B28-B1B5-D9917A3B33BF}" destId="{50B2D379-5D03-4C18-8A09-FF44120F09F5}" srcOrd="0" destOrd="1" presId="urn:microsoft.com/office/officeart/2005/8/layout/vList6"/>
    <dgm:cxn modelId="{E3D23EBE-491B-46EF-8DB9-5237E59C370B}" type="presParOf" srcId="{B82A5F12-28C2-4BF8-8C35-6ABAC0DA307C}" destId="{D6B3EBE7-74AD-431B-BC18-6D3EF7318516}" srcOrd="0" destOrd="0" presId="urn:microsoft.com/office/officeart/2005/8/layout/vList6"/>
    <dgm:cxn modelId="{7B33C3E8-2E5C-4FFE-ACF7-D8D3D9AF2D79}" type="presParOf" srcId="{D6B3EBE7-74AD-431B-BC18-6D3EF7318516}" destId="{F601C357-1E53-406C-9649-943E3FDE98A0}" srcOrd="0" destOrd="0" presId="urn:microsoft.com/office/officeart/2005/8/layout/vList6"/>
    <dgm:cxn modelId="{819EB356-2E71-437E-AB1E-6FE58393E20A}" type="presParOf" srcId="{D6B3EBE7-74AD-431B-BC18-6D3EF7318516}" destId="{5D7A8B48-67D2-46F8-BA26-4471EA617011}" srcOrd="1" destOrd="0" presId="urn:microsoft.com/office/officeart/2005/8/layout/vList6"/>
    <dgm:cxn modelId="{3A234292-6793-4F3A-BE74-8744B1140F03}" type="presParOf" srcId="{B82A5F12-28C2-4BF8-8C35-6ABAC0DA307C}" destId="{0CA33D94-5BC0-4622-AFE1-B92E58F333D9}" srcOrd="1" destOrd="0" presId="urn:microsoft.com/office/officeart/2005/8/layout/vList6"/>
    <dgm:cxn modelId="{B7B77010-6CA8-419F-A2A5-6B0E6ECCA501}" type="presParOf" srcId="{B82A5F12-28C2-4BF8-8C35-6ABAC0DA307C}" destId="{5B5959B6-A9A9-43CD-A167-3BD8C89D1843}" srcOrd="2" destOrd="0" presId="urn:microsoft.com/office/officeart/2005/8/layout/vList6"/>
    <dgm:cxn modelId="{FC1F5A4F-53D7-425E-9E3B-31807AF6D729}" type="presParOf" srcId="{5B5959B6-A9A9-43CD-A167-3BD8C89D1843}" destId="{D0721634-213A-43EE-819A-E06E4DB10523}" srcOrd="0" destOrd="0" presId="urn:microsoft.com/office/officeart/2005/8/layout/vList6"/>
    <dgm:cxn modelId="{8458AF10-3D5C-4C20-8400-9307D857BC72}" type="presParOf" srcId="{5B5959B6-A9A9-43CD-A167-3BD8C89D1843}" destId="{50B2D379-5D03-4C18-8A09-FF44120F09F5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E1E4CD-AE15-4811-AB99-F94C6C1194BC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8FD365A-8010-4A8F-A094-78013F55C6CB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BOT (Toll) mode of PPP contracting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2AD9304-878E-4DD6-B6B6-4C79AE44F3BE}" type="parTrans" cxnId="{3407F8C7-88F1-4564-A08F-D2874C3F9D60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B3DA79D-5D3C-4884-A641-7DE70B131214}" type="sibTrans" cxnId="{3407F8C7-88F1-4564-A08F-D2874C3F9D60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EF08496-A257-4E2A-94E6-246FD2782358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Authority provides clearance for road alignment, location of structures, land acquisition and environment clearance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6E1CC9D-C423-4E76-96D6-9422C1CF7499}" type="parTrans" cxnId="{218D13BB-D9A9-44E7-A455-6A635C1FEAF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8C81240-6899-48CC-B857-CB820F9B34DE}" type="sibTrans" cxnId="{218D13BB-D9A9-44E7-A455-6A635C1FEAF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FE8009C-1044-46AF-9325-A8D353CB3B07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BOT (Annuity) mode of PPP contracting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A6C2453-7943-4BE4-B50B-6D1B994AA3F0}" type="parTrans" cxnId="{45BD7CF0-8861-4C59-87EA-04DD97CF26D8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7EE51C5-3439-43CA-9CF7-51A715188CBD}" type="sibTrans" cxnId="{45BD7CF0-8861-4C59-87EA-04DD97CF26D8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EA686BF-DBAC-4760-BACB-7AD1F9A77232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Authority provides clearance for road alignment, location of structures, land acquisition and environment clearance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2C79DDE-A3AD-42D1-9385-7442831F5BBA}" type="parTrans" cxnId="{6AA316BE-0E6D-468A-B286-3A774FE723DE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8683FA1-8B91-4DF1-B0A5-0083CD1CC6FA}" type="sibTrans" cxnId="{6AA316BE-0E6D-468A-B286-3A774FE723DE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0ED3B41-F6BE-469C-BCD9-6501A31E87B5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OMT mode of PPP contracting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0427E3A-A5DE-4EE5-AC41-BC3BE36E8E48}" type="parTrans" cxnId="{B068C495-8416-4C7E-A9C0-464659ADF173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D2D3395-263A-430D-8427-208FC39C4741}" type="sibTrans" cxnId="{B068C495-8416-4C7E-A9C0-464659ADF173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B04FD56-A910-41A5-959B-4602CD94F7C2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is handed over developed road for O&amp;M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7D7CBEC-4EB0-4C5D-AA53-BC4E58F20EDE}" type="parTrans" cxnId="{18B30199-9394-4ED8-AE2B-CF4BA11203A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FD70A5C-467F-4AD3-BD7F-E6F347644DA9}" type="sibTrans" cxnId="{18B30199-9394-4ED8-AE2B-CF4BA11203A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BDCBEBE-1EF8-4FA6-BE59-CF77303C5728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No capacity augmentation is dome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9258542-3217-4AEF-BBA8-1F1901DB0CDA}" type="parTrans" cxnId="{0BADA204-284C-4706-A675-03BFE524EB7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567CD13-D572-49EA-AB69-F79F5FE48B25}" type="sibTrans" cxnId="{0BADA204-284C-4706-A675-03BFE524EB75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88BADBF-D49D-47CA-93EB-93B3D6C10DC8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 - concessionaire on the basis of </a:t>
          </a:r>
          <a:r>
            <a:rPr lang="en-US" sz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GoI</a:t>
          </a:r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 toll policy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2EDF44D-15F3-4F6D-A388-6C4B195B1FEC}" type="parTrans" cxnId="{682DD72E-21AD-42C6-B3F5-9F2B0C486382}">
      <dgm:prSet/>
      <dgm:spPr/>
      <dgm:t>
        <a:bodyPr/>
        <a:lstStyle/>
        <a:p>
          <a:endParaRPr lang="en-US" sz="1200"/>
        </a:p>
      </dgm:t>
    </dgm:pt>
    <dgm:pt modelId="{61BE5033-83CD-4453-B1C7-C467EEE8C934}" type="sibTrans" cxnId="{682DD72E-21AD-42C6-B3F5-9F2B0C486382}">
      <dgm:prSet/>
      <dgm:spPr/>
      <dgm:t>
        <a:bodyPr/>
        <a:lstStyle/>
        <a:p>
          <a:endParaRPr lang="en-US" sz="1200"/>
        </a:p>
      </dgm:t>
    </dgm:pt>
    <dgm:pt modelId="{95C1BE06-E416-4D8D-9012-92CAA785C571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depending on road capacity, subject to maximum 30 years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02A2AD4-187B-417B-BA11-C1B27F1DE291}" type="parTrans" cxnId="{9F2F3411-45CE-4C67-BBBA-01B59D3D2757}">
      <dgm:prSet/>
      <dgm:spPr/>
      <dgm:t>
        <a:bodyPr/>
        <a:lstStyle/>
        <a:p>
          <a:endParaRPr lang="en-US" sz="1200"/>
        </a:p>
      </dgm:t>
    </dgm:pt>
    <dgm:pt modelId="{B35D3F8A-8058-479B-9367-B834DFD35B8B}" type="sibTrans" cxnId="{9F2F3411-45CE-4C67-BBBA-01B59D3D2757}">
      <dgm:prSet/>
      <dgm:spPr/>
      <dgm:t>
        <a:bodyPr/>
        <a:lstStyle/>
        <a:p>
          <a:endParaRPr lang="en-US" sz="1200"/>
        </a:p>
      </dgm:t>
    </dgm:pt>
    <dgm:pt modelId="{21E9244F-0D2A-444E-8A94-DFC641832120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by the authority separately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0202AF7-3303-4E27-ADC6-5B3FBA2EC8D1}" type="parTrans" cxnId="{E6842167-F0F8-4774-AB31-313E842118DD}">
      <dgm:prSet/>
      <dgm:spPr/>
      <dgm:t>
        <a:bodyPr/>
        <a:lstStyle/>
        <a:p>
          <a:endParaRPr lang="en-US" sz="1200"/>
        </a:p>
      </dgm:t>
    </dgm:pt>
    <dgm:pt modelId="{5F0E5FBE-87F4-4FCB-8EA2-EB2BD684F91F}" type="sibTrans" cxnId="{E6842167-F0F8-4774-AB31-313E842118DD}">
      <dgm:prSet/>
      <dgm:spPr/>
      <dgm:t>
        <a:bodyPr/>
        <a:lstStyle/>
        <a:p>
          <a:endParaRPr lang="en-US" sz="1200"/>
        </a:p>
      </dgm:t>
    </dgm:pt>
    <dgm:pt modelId="{BD437955-4159-422D-88E6-FC9004C8E698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is paid fixed semi-annual annuity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07BE846-C1C1-441A-964D-508DFE46FBAD}" type="parTrans" cxnId="{3CA4ACB9-0A30-46E5-AB96-55651D4BA317}">
      <dgm:prSet/>
      <dgm:spPr/>
      <dgm:t>
        <a:bodyPr/>
        <a:lstStyle/>
        <a:p>
          <a:endParaRPr lang="en-US" sz="1200"/>
        </a:p>
      </dgm:t>
    </dgm:pt>
    <dgm:pt modelId="{18E83279-695D-4A7D-AE59-B9E20B8766FC}" type="sibTrans" cxnId="{3CA4ACB9-0A30-46E5-AB96-55651D4BA317}">
      <dgm:prSet/>
      <dgm:spPr/>
      <dgm:t>
        <a:bodyPr/>
        <a:lstStyle/>
        <a:p>
          <a:endParaRPr lang="en-US" sz="1200"/>
        </a:p>
      </dgm:t>
    </dgm:pt>
    <dgm:pt modelId="{1746C80F-9CE7-4176-9B62-4AAD994FD293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is generally 20/ 17 years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DEE06E0-1EB8-40D4-8E73-E8BFFD83B057}" type="parTrans" cxnId="{679E2E19-35B3-400A-8F12-752E7A562069}">
      <dgm:prSet/>
      <dgm:spPr/>
      <dgm:t>
        <a:bodyPr/>
        <a:lstStyle/>
        <a:p>
          <a:endParaRPr lang="en-US" sz="1200"/>
        </a:p>
      </dgm:t>
    </dgm:pt>
    <dgm:pt modelId="{8290D57E-1292-4760-ADF8-290711958899}" type="sibTrans" cxnId="{679E2E19-35B3-400A-8F12-752E7A562069}">
      <dgm:prSet/>
      <dgm:spPr/>
      <dgm:t>
        <a:bodyPr/>
        <a:lstStyle/>
        <a:p>
          <a:endParaRPr lang="en-US" sz="1200"/>
        </a:p>
      </dgm:t>
    </dgm:pt>
    <dgm:pt modelId="{67C2387B-1A8A-44A9-B14E-1155EB486D0B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 is done by the concessionaire as per </a:t>
          </a:r>
          <a:r>
            <a:rPr lang="en-US" sz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GoI</a:t>
          </a:r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 toll policy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8EB5FF8-5989-40BE-8D4A-FA1DC6D1152E}" type="parTrans" cxnId="{AE9EDDBF-0D62-4627-94D5-17FEF249EE66}">
      <dgm:prSet/>
      <dgm:spPr/>
      <dgm:t>
        <a:bodyPr/>
        <a:lstStyle/>
        <a:p>
          <a:endParaRPr lang="en-US" sz="1200"/>
        </a:p>
      </dgm:t>
    </dgm:pt>
    <dgm:pt modelId="{7C897458-966C-4CDB-AA92-898BF6895BC0}" type="sibTrans" cxnId="{AE9EDDBF-0D62-4627-94D5-17FEF249EE66}">
      <dgm:prSet/>
      <dgm:spPr/>
      <dgm:t>
        <a:bodyPr/>
        <a:lstStyle/>
        <a:p>
          <a:endParaRPr lang="en-US" sz="1200"/>
        </a:p>
      </dgm:t>
    </dgm:pt>
    <dgm:pt modelId="{F41CFFD6-0CB2-46A8-90B5-AC122D01AFD9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pays annual concession fee to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83232BB-98E8-4FCA-8656-0305AECA5DD0}" type="parTrans" cxnId="{48625881-E8B9-4206-A54C-19B13B92F92F}">
      <dgm:prSet/>
      <dgm:spPr/>
      <dgm:t>
        <a:bodyPr/>
        <a:lstStyle/>
        <a:p>
          <a:endParaRPr lang="en-US" sz="1200"/>
        </a:p>
      </dgm:t>
    </dgm:pt>
    <dgm:pt modelId="{58636A26-68C4-41F6-87F0-6865B5C148A8}" type="sibTrans" cxnId="{48625881-E8B9-4206-A54C-19B13B92F92F}">
      <dgm:prSet/>
      <dgm:spPr/>
      <dgm:t>
        <a:bodyPr/>
        <a:lstStyle/>
        <a:p>
          <a:endParaRPr lang="en-US" sz="1200"/>
        </a:p>
      </dgm:t>
    </dgm:pt>
    <dgm:pt modelId="{341653C3-F14E-4E97-B518-C4AD70BBA601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is 4-9 years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A4A0F1A-5BC2-4507-8C1B-3F20D4F8FE2D}" type="parTrans" cxnId="{B5502596-0195-4BC1-AB36-0226EC6D5BE7}">
      <dgm:prSet/>
      <dgm:spPr/>
      <dgm:t>
        <a:bodyPr/>
        <a:lstStyle/>
        <a:p>
          <a:endParaRPr lang="en-US" sz="1200"/>
        </a:p>
      </dgm:t>
    </dgm:pt>
    <dgm:pt modelId="{B792D67E-A7D9-4121-858A-301002A8577C}" type="sibTrans" cxnId="{B5502596-0195-4BC1-AB36-0226EC6D5BE7}">
      <dgm:prSet/>
      <dgm:spPr/>
      <dgm:t>
        <a:bodyPr/>
        <a:lstStyle/>
        <a:p>
          <a:endParaRPr lang="en-US" sz="1200"/>
        </a:p>
      </dgm:t>
    </dgm:pt>
    <dgm:pt modelId="{062C9B07-CD47-4D8D-AF83-3D839107DE0A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performs </a:t>
          </a:r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structural design, finance, construction and O&amp;M activity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FC6CFDE-EF80-4CBE-86FA-9AA0C48D4069}" type="parTrans" cxnId="{433A351E-365C-47B6-A40F-8F9914AC37F4}">
      <dgm:prSet/>
      <dgm:spPr/>
      <dgm:t>
        <a:bodyPr/>
        <a:lstStyle/>
        <a:p>
          <a:endParaRPr lang="en-US" sz="1200"/>
        </a:p>
      </dgm:t>
    </dgm:pt>
    <dgm:pt modelId="{ED43104D-359A-4E1C-BC49-5CC55F004965}" type="sibTrans" cxnId="{433A351E-365C-47B6-A40F-8F9914AC37F4}">
      <dgm:prSet/>
      <dgm:spPr/>
      <dgm:t>
        <a:bodyPr/>
        <a:lstStyle/>
        <a:p>
          <a:endParaRPr lang="en-US" sz="1200"/>
        </a:p>
      </dgm:t>
    </dgm:pt>
    <dgm:pt modelId="{F87D2F7B-32C2-4A63-9CCC-113F7B33EBCA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performs structural design, finance, construction and O&amp;M activity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9CDD24A-BB76-4FF8-A05F-E0F21C4EDB70}" type="parTrans" cxnId="{D3395DD8-6796-499D-8787-A331358686E0}">
      <dgm:prSet/>
      <dgm:spPr/>
      <dgm:t>
        <a:bodyPr/>
        <a:lstStyle/>
        <a:p>
          <a:endParaRPr lang="en-US" sz="1200"/>
        </a:p>
      </dgm:t>
    </dgm:pt>
    <dgm:pt modelId="{B36E1A27-F1DD-4331-A7E8-FE46F9FEC88F}" type="sibTrans" cxnId="{D3395DD8-6796-499D-8787-A331358686E0}">
      <dgm:prSet/>
      <dgm:spPr/>
      <dgm:t>
        <a:bodyPr/>
        <a:lstStyle/>
        <a:p>
          <a:endParaRPr lang="en-US" sz="1200"/>
        </a:p>
      </dgm:t>
    </dgm:pt>
    <dgm:pt modelId="{5EB1EAB2-8C5B-4F0C-98DF-9FF7B3F314B1}" type="pres">
      <dgm:prSet presAssocID="{5AE1E4CD-AE15-4811-AB99-F94C6C1194BC}" presName="Name0" presStyleCnt="0">
        <dgm:presLayoutVars>
          <dgm:dir/>
          <dgm:animLvl val="lvl"/>
          <dgm:resizeHandles val="exact"/>
        </dgm:presLayoutVars>
      </dgm:prSet>
      <dgm:spPr/>
    </dgm:pt>
    <dgm:pt modelId="{0F3E4D94-2E63-4641-AF53-5D7A7FC67171}" type="pres">
      <dgm:prSet presAssocID="{18FD365A-8010-4A8F-A094-78013F55C6CB}" presName="linNode" presStyleCnt="0"/>
      <dgm:spPr/>
    </dgm:pt>
    <dgm:pt modelId="{5D39DAB9-81E6-441E-AAB4-73142692DB74}" type="pres">
      <dgm:prSet presAssocID="{18FD365A-8010-4A8F-A094-78013F55C6CB}" presName="parentText" presStyleLbl="node1" presStyleIdx="0" presStyleCnt="3" custScaleX="5442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69779E-3A42-4AC4-8993-F3CA7339E1F7}" type="pres">
      <dgm:prSet presAssocID="{18FD365A-8010-4A8F-A094-78013F55C6CB}" presName="descendantText" presStyleLbl="alignAccFollowNode1" presStyleIdx="0" presStyleCnt="3" custScaleY="1106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BADB07-06BF-4590-8CC4-5314BA03616F}" type="pres">
      <dgm:prSet presAssocID="{0B3DA79D-5D3C-4884-A641-7DE70B131214}" presName="sp" presStyleCnt="0"/>
      <dgm:spPr/>
    </dgm:pt>
    <dgm:pt modelId="{4D7569DD-E744-47B4-9957-8A93195B87FD}" type="pres">
      <dgm:prSet presAssocID="{2FE8009C-1044-46AF-9325-A8D353CB3B07}" presName="linNode" presStyleCnt="0"/>
      <dgm:spPr/>
    </dgm:pt>
    <dgm:pt modelId="{2F45202D-DF65-44AA-A92A-A43987B544AB}" type="pres">
      <dgm:prSet presAssocID="{2FE8009C-1044-46AF-9325-A8D353CB3B07}" presName="parentText" presStyleLbl="node1" presStyleIdx="1" presStyleCnt="3" custScaleX="5442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A523CE-175E-40ED-B015-4B95F2F7EDE8}" type="pres">
      <dgm:prSet presAssocID="{2FE8009C-1044-46AF-9325-A8D353CB3B07}" presName="descendantText" presStyleLbl="alignAccFollowNode1" presStyleIdx="1" presStyleCnt="3" custScaleY="1206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930071-9BE7-47C9-8C25-D2600393A845}" type="pres">
      <dgm:prSet presAssocID="{B7EE51C5-3439-43CA-9CF7-51A715188CBD}" presName="sp" presStyleCnt="0"/>
      <dgm:spPr/>
    </dgm:pt>
    <dgm:pt modelId="{21904CE5-1754-49C0-911F-6468DF633F0B}" type="pres">
      <dgm:prSet presAssocID="{30ED3B41-F6BE-469C-BCD9-6501A31E87B5}" presName="linNode" presStyleCnt="0"/>
      <dgm:spPr/>
    </dgm:pt>
    <dgm:pt modelId="{4C1647F7-818A-4458-8F0E-5923B9CB80CD}" type="pres">
      <dgm:prSet presAssocID="{30ED3B41-F6BE-469C-BCD9-6501A31E87B5}" presName="parentText" presStyleLbl="node1" presStyleIdx="2" presStyleCnt="3" custScaleX="5442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A4AFED-F761-4E3F-BE20-A1728AB24C01}" type="pres">
      <dgm:prSet presAssocID="{30ED3B41-F6BE-469C-BCD9-6501A31E87B5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BD7CF0-8861-4C59-87EA-04DD97CF26D8}" srcId="{5AE1E4CD-AE15-4811-AB99-F94C6C1194BC}" destId="{2FE8009C-1044-46AF-9325-A8D353CB3B07}" srcOrd="1" destOrd="0" parTransId="{EA6C2453-7943-4BE4-B50B-6D1B994AA3F0}" sibTransId="{B7EE51C5-3439-43CA-9CF7-51A715188CBD}"/>
    <dgm:cxn modelId="{93DECA16-F7A3-429C-80F7-06EA0FBEE156}" type="presOf" srcId="{1B04FD56-A910-41A5-959B-4602CD94F7C2}" destId="{2FA4AFED-F761-4E3F-BE20-A1728AB24C01}" srcOrd="0" destOrd="0" presId="urn:microsoft.com/office/officeart/2005/8/layout/vList5"/>
    <dgm:cxn modelId="{F23108EF-818B-4583-9018-7C72555356D7}" type="presOf" srcId="{F87D2F7B-32C2-4A63-9CCC-113F7B33EBCA}" destId="{F2A523CE-175E-40ED-B015-4B95F2F7EDE8}" srcOrd="0" destOrd="1" presId="urn:microsoft.com/office/officeart/2005/8/layout/vList5"/>
    <dgm:cxn modelId="{38EA28AF-2C64-46ED-8930-99C18AA5EC38}" type="presOf" srcId="{95C1BE06-E416-4D8D-9012-92CAA785C571}" destId="{2969779E-3A42-4AC4-8993-F3CA7339E1F7}" srcOrd="0" destOrd="3" presId="urn:microsoft.com/office/officeart/2005/8/layout/vList5"/>
    <dgm:cxn modelId="{13B57720-E5DE-4723-9106-E73DE4779AEB}" type="presOf" srcId="{F41CFFD6-0CB2-46A8-90B5-AC122D01AFD9}" destId="{2FA4AFED-F761-4E3F-BE20-A1728AB24C01}" srcOrd="0" destOrd="3" presId="urn:microsoft.com/office/officeart/2005/8/layout/vList5"/>
    <dgm:cxn modelId="{0BADA204-284C-4706-A675-03BFE524EB75}" srcId="{30ED3B41-F6BE-469C-BCD9-6501A31E87B5}" destId="{7BDCBEBE-1EF8-4FA6-BE59-CF77303C5728}" srcOrd="1" destOrd="0" parTransId="{29258542-3217-4AEF-BBA8-1F1901DB0CDA}" sibTransId="{6567CD13-D572-49EA-AB69-F79F5FE48B25}"/>
    <dgm:cxn modelId="{D3395DD8-6796-499D-8787-A331358686E0}" srcId="{2FE8009C-1044-46AF-9325-A8D353CB3B07}" destId="{F87D2F7B-32C2-4A63-9CCC-113F7B33EBCA}" srcOrd="1" destOrd="0" parTransId="{89CDD24A-BB76-4FF8-A05F-E0F21C4EDB70}" sibTransId="{B36E1A27-F1DD-4331-A7E8-FE46F9FEC88F}"/>
    <dgm:cxn modelId="{9F2F3411-45CE-4C67-BBBA-01B59D3D2757}" srcId="{18FD365A-8010-4A8F-A094-78013F55C6CB}" destId="{95C1BE06-E416-4D8D-9012-92CAA785C571}" srcOrd="3" destOrd="0" parTransId="{D02A2AD4-187B-417B-BA11-C1B27F1DE291}" sibTransId="{B35D3F8A-8058-479B-9367-B834DFD35B8B}"/>
    <dgm:cxn modelId="{AE9EDDBF-0D62-4627-94D5-17FEF249EE66}" srcId="{30ED3B41-F6BE-469C-BCD9-6501A31E87B5}" destId="{67C2387B-1A8A-44A9-B14E-1155EB486D0B}" srcOrd="2" destOrd="0" parTransId="{98EB5FF8-5989-40BE-8D4A-FA1DC6D1152E}" sibTransId="{7C897458-966C-4CDB-AA92-898BF6895BC0}"/>
    <dgm:cxn modelId="{C3829AF6-1EF7-4A9F-B6D8-31C21D7079B5}" type="presOf" srcId="{BD437955-4159-422D-88E6-FC9004C8E698}" destId="{F2A523CE-175E-40ED-B015-4B95F2F7EDE8}" srcOrd="0" destOrd="3" presId="urn:microsoft.com/office/officeart/2005/8/layout/vList5"/>
    <dgm:cxn modelId="{679E2E19-35B3-400A-8F12-752E7A562069}" srcId="{2FE8009C-1044-46AF-9325-A8D353CB3B07}" destId="{1746C80F-9CE7-4176-9B62-4AAD994FD293}" srcOrd="4" destOrd="0" parTransId="{6DEE06E0-1EB8-40D4-8E73-E8BFFD83B057}" sibTransId="{8290D57E-1292-4760-ADF8-290711958899}"/>
    <dgm:cxn modelId="{411FBED1-8B3F-48C5-B14F-D0A6604A72E7}" type="presOf" srcId="{2FE8009C-1044-46AF-9325-A8D353CB3B07}" destId="{2F45202D-DF65-44AA-A92A-A43987B544AB}" srcOrd="0" destOrd="0" presId="urn:microsoft.com/office/officeart/2005/8/layout/vList5"/>
    <dgm:cxn modelId="{7E5CE4CF-4679-4777-A865-86FA0AFD49E2}" type="presOf" srcId="{18FD365A-8010-4A8F-A094-78013F55C6CB}" destId="{5D39DAB9-81E6-441E-AAB4-73142692DB74}" srcOrd="0" destOrd="0" presId="urn:microsoft.com/office/officeart/2005/8/layout/vList5"/>
    <dgm:cxn modelId="{218D13BB-D9A9-44E7-A455-6A635C1FEAF5}" srcId="{18FD365A-8010-4A8F-A094-78013F55C6CB}" destId="{6EF08496-A257-4E2A-94E6-246FD2782358}" srcOrd="0" destOrd="0" parTransId="{26E1CC9D-C423-4E76-96D6-9422C1CF7499}" sibTransId="{B8C81240-6899-48CC-B857-CB820F9B34DE}"/>
    <dgm:cxn modelId="{B5502596-0195-4BC1-AB36-0226EC6D5BE7}" srcId="{30ED3B41-F6BE-469C-BCD9-6501A31E87B5}" destId="{341653C3-F14E-4E97-B518-C4AD70BBA601}" srcOrd="4" destOrd="0" parTransId="{5A4A0F1A-5BC2-4507-8C1B-3F20D4F8FE2D}" sibTransId="{B792D67E-A7D9-4121-858A-301002A8577C}"/>
    <dgm:cxn modelId="{6AA316BE-0E6D-468A-B286-3A774FE723DE}" srcId="{2FE8009C-1044-46AF-9325-A8D353CB3B07}" destId="{7EA686BF-DBAC-4760-BACB-7AD1F9A77232}" srcOrd="0" destOrd="0" parTransId="{C2C79DDE-A3AD-42D1-9385-7442831F5BBA}" sibTransId="{58683FA1-8B91-4DF1-B0A5-0083CD1CC6FA}"/>
    <dgm:cxn modelId="{E6842167-F0F8-4774-AB31-313E842118DD}" srcId="{2FE8009C-1044-46AF-9325-A8D353CB3B07}" destId="{21E9244F-0D2A-444E-8A94-DFC641832120}" srcOrd="2" destOrd="0" parTransId="{00202AF7-3303-4E27-ADC6-5B3FBA2EC8D1}" sibTransId="{5F0E5FBE-87F4-4FCB-8EA2-EB2BD684F91F}"/>
    <dgm:cxn modelId="{DA8A2753-2EF9-43D5-8257-C4BF993219C4}" type="presOf" srcId="{6EF08496-A257-4E2A-94E6-246FD2782358}" destId="{2969779E-3A42-4AC4-8993-F3CA7339E1F7}" srcOrd="0" destOrd="0" presId="urn:microsoft.com/office/officeart/2005/8/layout/vList5"/>
    <dgm:cxn modelId="{B068C495-8416-4C7E-A9C0-464659ADF173}" srcId="{5AE1E4CD-AE15-4811-AB99-F94C6C1194BC}" destId="{30ED3B41-F6BE-469C-BCD9-6501A31E87B5}" srcOrd="2" destOrd="0" parTransId="{90427E3A-A5DE-4EE5-AC41-BC3BE36E8E48}" sibTransId="{4D2D3395-263A-430D-8427-208FC39C4741}"/>
    <dgm:cxn modelId="{3407F8C7-88F1-4564-A08F-D2874C3F9D60}" srcId="{5AE1E4CD-AE15-4811-AB99-F94C6C1194BC}" destId="{18FD365A-8010-4A8F-A094-78013F55C6CB}" srcOrd="0" destOrd="0" parTransId="{92AD9304-878E-4DD6-B6B6-4C79AE44F3BE}" sibTransId="{0B3DA79D-5D3C-4884-A641-7DE70B131214}"/>
    <dgm:cxn modelId="{C532D2A4-37F0-416A-96A4-A56C7227F27C}" type="presOf" srcId="{062C9B07-CD47-4D8D-AF83-3D839107DE0A}" destId="{2969779E-3A42-4AC4-8993-F3CA7339E1F7}" srcOrd="0" destOrd="1" presId="urn:microsoft.com/office/officeart/2005/8/layout/vList5"/>
    <dgm:cxn modelId="{433A351E-365C-47B6-A40F-8F9914AC37F4}" srcId="{18FD365A-8010-4A8F-A094-78013F55C6CB}" destId="{062C9B07-CD47-4D8D-AF83-3D839107DE0A}" srcOrd="1" destOrd="0" parTransId="{DFC6CFDE-EF80-4CBE-86FA-9AA0C48D4069}" sibTransId="{ED43104D-359A-4E1C-BC49-5CC55F004965}"/>
    <dgm:cxn modelId="{682DD72E-21AD-42C6-B3F5-9F2B0C486382}" srcId="{18FD365A-8010-4A8F-A094-78013F55C6CB}" destId="{788BADBF-D49D-47CA-93EB-93B3D6C10DC8}" srcOrd="2" destOrd="0" parTransId="{F2EDF44D-15F3-4F6D-A388-6C4B195B1FEC}" sibTransId="{61BE5033-83CD-4453-B1C7-C467EEE8C934}"/>
    <dgm:cxn modelId="{74BF9677-3B25-4F0A-AB29-037D6E76B53E}" type="presOf" srcId="{21E9244F-0D2A-444E-8A94-DFC641832120}" destId="{F2A523CE-175E-40ED-B015-4B95F2F7EDE8}" srcOrd="0" destOrd="2" presId="urn:microsoft.com/office/officeart/2005/8/layout/vList5"/>
    <dgm:cxn modelId="{7D84EC51-9508-4D49-A78D-D89D11FE6BAE}" type="presOf" srcId="{7BDCBEBE-1EF8-4FA6-BE59-CF77303C5728}" destId="{2FA4AFED-F761-4E3F-BE20-A1728AB24C01}" srcOrd="0" destOrd="1" presId="urn:microsoft.com/office/officeart/2005/8/layout/vList5"/>
    <dgm:cxn modelId="{402F8B55-7A34-40EE-B5E1-AD294319E123}" type="presOf" srcId="{341653C3-F14E-4E97-B518-C4AD70BBA601}" destId="{2FA4AFED-F761-4E3F-BE20-A1728AB24C01}" srcOrd="0" destOrd="4" presId="urn:microsoft.com/office/officeart/2005/8/layout/vList5"/>
    <dgm:cxn modelId="{726AC8C6-836E-4418-8981-E9F67E909690}" type="presOf" srcId="{788BADBF-D49D-47CA-93EB-93B3D6C10DC8}" destId="{2969779E-3A42-4AC4-8993-F3CA7339E1F7}" srcOrd="0" destOrd="2" presId="urn:microsoft.com/office/officeart/2005/8/layout/vList5"/>
    <dgm:cxn modelId="{18B30199-9394-4ED8-AE2B-CF4BA11203A5}" srcId="{30ED3B41-F6BE-469C-BCD9-6501A31E87B5}" destId="{1B04FD56-A910-41A5-959B-4602CD94F7C2}" srcOrd="0" destOrd="0" parTransId="{07D7CBEC-4EB0-4C5D-AA53-BC4E58F20EDE}" sibTransId="{0FD70A5C-467F-4AD3-BD7F-E6F347644DA9}"/>
    <dgm:cxn modelId="{48625881-E8B9-4206-A54C-19B13B92F92F}" srcId="{30ED3B41-F6BE-469C-BCD9-6501A31E87B5}" destId="{F41CFFD6-0CB2-46A8-90B5-AC122D01AFD9}" srcOrd="3" destOrd="0" parTransId="{983232BB-98E8-4FCA-8656-0305AECA5DD0}" sibTransId="{58636A26-68C4-41F6-87F0-6865B5C148A8}"/>
    <dgm:cxn modelId="{703962A8-4168-4AF5-8B78-A68837234765}" type="presOf" srcId="{5AE1E4CD-AE15-4811-AB99-F94C6C1194BC}" destId="{5EB1EAB2-8C5B-4F0C-98DF-9FF7B3F314B1}" srcOrd="0" destOrd="0" presId="urn:microsoft.com/office/officeart/2005/8/layout/vList5"/>
    <dgm:cxn modelId="{063DE41B-F2F9-4410-A5BD-04572340C2F7}" type="presOf" srcId="{67C2387B-1A8A-44A9-B14E-1155EB486D0B}" destId="{2FA4AFED-F761-4E3F-BE20-A1728AB24C01}" srcOrd="0" destOrd="2" presId="urn:microsoft.com/office/officeart/2005/8/layout/vList5"/>
    <dgm:cxn modelId="{E2FD63F8-D833-4D9C-B7FB-E7083FF6FC51}" type="presOf" srcId="{7EA686BF-DBAC-4760-BACB-7AD1F9A77232}" destId="{F2A523CE-175E-40ED-B015-4B95F2F7EDE8}" srcOrd="0" destOrd="0" presId="urn:microsoft.com/office/officeart/2005/8/layout/vList5"/>
    <dgm:cxn modelId="{80045258-2165-4238-AB6C-400EB7CFAD32}" type="presOf" srcId="{30ED3B41-F6BE-469C-BCD9-6501A31E87B5}" destId="{4C1647F7-818A-4458-8F0E-5923B9CB80CD}" srcOrd="0" destOrd="0" presId="urn:microsoft.com/office/officeart/2005/8/layout/vList5"/>
    <dgm:cxn modelId="{3CA4ACB9-0A30-46E5-AB96-55651D4BA317}" srcId="{2FE8009C-1044-46AF-9325-A8D353CB3B07}" destId="{BD437955-4159-422D-88E6-FC9004C8E698}" srcOrd="3" destOrd="0" parTransId="{707BE846-C1C1-441A-964D-508DFE46FBAD}" sibTransId="{18E83279-695D-4A7D-AE59-B9E20B8766FC}"/>
    <dgm:cxn modelId="{CCC84DDD-1D4F-4014-B7FE-70C95B59AEFD}" type="presOf" srcId="{1746C80F-9CE7-4176-9B62-4AAD994FD293}" destId="{F2A523CE-175E-40ED-B015-4B95F2F7EDE8}" srcOrd="0" destOrd="4" presId="urn:microsoft.com/office/officeart/2005/8/layout/vList5"/>
    <dgm:cxn modelId="{9F243287-8CE8-451B-A6B6-673650CB943E}" type="presParOf" srcId="{5EB1EAB2-8C5B-4F0C-98DF-9FF7B3F314B1}" destId="{0F3E4D94-2E63-4641-AF53-5D7A7FC67171}" srcOrd="0" destOrd="0" presId="urn:microsoft.com/office/officeart/2005/8/layout/vList5"/>
    <dgm:cxn modelId="{69053A4C-9742-4F43-B352-8940FD0593D1}" type="presParOf" srcId="{0F3E4D94-2E63-4641-AF53-5D7A7FC67171}" destId="{5D39DAB9-81E6-441E-AAB4-73142692DB74}" srcOrd="0" destOrd="0" presId="urn:microsoft.com/office/officeart/2005/8/layout/vList5"/>
    <dgm:cxn modelId="{DD58AA8F-DEDD-4FAE-8204-0B8CE2EE89BB}" type="presParOf" srcId="{0F3E4D94-2E63-4641-AF53-5D7A7FC67171}" destId="{2969779E-3A42-4AC4-8993-F3CA7339E1F7}" srcOrd="1" destOrd="0" presId="urn:microsoft.com/office/officeart/2005/8/layout/vList5"/>
    <dgm:cxn modelId="{D455DF59-EB1F-4BEA-AA01-E83CB5837F64}" type="presParOf" srcId="{5EB1EAB2-8C5B-4F0C-98DF-9FF7B3F314B1}" destId="{07BADB07-06BF-4590-8CC4-5314BA03616F}" srcOrd="1" destOrd="0" presId="urn:microsoft.com/office/officeart/2005/8/layout/vList5"/>
    <dgm:cxn modelId="{25A14DA9-ED1B-4AC1-9FC0-9B76F55AD941}" type="presParOf" srcId="{5EB1EAB2-8C5B-4F0C-98DF-9FF7B3F314B1}" destId="{4D7569DD-E744-47B4-9957-8A93195B87FD}" srcOrd="2" destOrd="0" presId="urn:microsoft.com/office/officeart/2005/8/layout/vList5"/>
    <dgm:cxn modelId="{A714AA6E-B298-4E1E-8B29-212B51746C17}" type="presParOf" srcId="{4D7569DD-E744-47B4-9957-8A93195B87FD}" destId="{2F45202D-DF65-44AA-A92A-A43987B544AB}" srcOrd="0" destOrd="0" presId="urn:microsoft.com/office/officeart/2005/8/layout/vList5"/>
    <dgm:cxn modelId="{9262D1EF-809E-4F99-877C-89F2358B99A7}" type="presParOf" srcId="{4D7569DD-E744-47B4-9957-8A93195B87FD}" destId="{F2A523CE-175E-40ED-B015-4B95F2F7EDE8}" srcOrd="1" destOrd="0" presId="urn:microsoft.com/office/officeart/2005/8/layout/vList5"/>
    <dgm:cxn modelId="{39E95EC5-A59E-454A-9640-7A12435D72B9}" type="presParOf" srcId="{5EB1EAB2-8C5B-4F0C-98DF-9FF7B3F314B1}" destId="{E4930071-9BE7-47C9-8C25-D2600393A845}" srcOrd="3" destOrd="0" presId="urn:microsoft.com/office/officeart/2005/8/layout/vList5"/>
    <dgm:cxn modelId="{6187F3B0-86E7-4022-8AF5-8539BCB9801F}" type="presParOf" srcId="{5EB1EAB2-8C5B-4F0C-98DF-9FF7B3F314B1}" destId="{21904CE5-1754-49C0-911F-6468DF633F0B}" srcOrd="4" destOrd="0" presId="urn:microsoft.com/office/officeart/2005/8/layout/vList5"/>
    <dgm:cxn modelId="{7D189C0A-EF33-43B9-BD3C-407C0B55B183}" type="presParOf" srcId="{21904CE5-1754-49C0-911F-6468DF633F0B}" destId="{4C1647F7-818A-4458-8F0E-5923B9CB80CD}" srcOrd="0" destOrd="0" presId="urn:microsoft.com/office/officeart/2005/8/layout/vList5"/>
    <dgm:cxn modelId="{F5D46BBE-50BC-49B7-AA9A-132447772006}" type="presParOf" srcId="{21904CE5-1754-49C0-911F-6468DF633F0B}" destId="{2FA4AFED-F761-4E3F-BE20-A1728AB24C0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B87A6A-89DF-4A36-9805-4D1A7BE6F689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8AB16D8C-3675-46D0-9F2D-4C13D37EDF40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Service contracts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69D022A-3537-49E4-A53C-7A1A415E78D6}" type="parTrans" cxnId="{BCEDDA9A-CBDA-412E-9796-8F560010BF6D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F4368CF-0C9A-4D03-A600-272B46F33CC1}" type="sibTrans" cxnId="{BCEDDA9A-CBDA-412E-9796-8F560010BF6D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90B08DA-6FD4-4F68-B3A1-4FC6EB8D3B8C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Management contracts	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A6E05E3-3444-4370-9E46-F287E5BC12DF}" type="parTrans" cxnId="{8A65B7F6-A2BD-48AA-96C0-CF45C510FD1C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43259E0-3FA8-4CE2-897E-298E88A95CA5}" type="sibTrans" cxnId="{8A65B7F6-A2BD-48AA-96C0-CF45C510FD1C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15DBB70-E487-49E2-8C44-EB17D4AB5F2E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Lease contract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8CB22A1-5578-4CBC-86D9-56EC34C715CF}" type="parTrans" cxnId="{5D059222-E57A-4F23-BB1F-1066E8EE1AF3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81DDB33-C673-4AE7-A22A-B59903D9FE5F}" type="sibTrans" cxnId="{5D059222-E57A-4F23-BB1F-1066E8EE1AF3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27C483C-05AA-4943-9B38-A869798768F4}">
      <dgm:prSet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Concession BOT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7F3D2B5-8C79-4134-B32A-6DCB80EC9FDD}" type="parTrans" cxnId="{063E83D3-0C46-4918-87B6-5B9A04262F38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C7DC8B0-EAB8-4E59-A919-82666F3DF0AA}" type="sibTrans" cxnId="{063E83D3-0C46-4918-87B6-5B9A04262F38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9C14766-B38B-4D89-9D54-C0D3577C9FFD}">
      <dgm:prSet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BOO/BOOT divestiture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77F331B-59F1-4384-8CE3-8BA1B76BAF7F}" type="parTrans" cxnId="{2023E7B2-B124-48DA-9638-582A9F145924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2F350AB-499A-4BCD-B4D4-3F7154448C8E}" type="sibTrans" cxnId="{2023E7B2-B124-48DA-9638-582A9F145924}">
      <dgm:prSet/>
      <dgm:spPr/>
      <dgm:t>
        <a:bodyPr/>
        <a:lstStyle/>
        <a:p>
          <a:endParaRPr lang="en-US" sz="1200" b="1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A7D130-AE51-4F92-8A02-DF32A902D141}" type="pres">
      <dgm:prSet presAssocID="{7DB87A6A-89DF-4A36-9805-4D1A7BE6F689}" presName="Name0" presStyleCnt="0">
        <dgm:presLayoutVars>
          <dgm:dir/>
          <dgm:resizeHandles val="exact"/>
        </dgm:presLayoutVars>
      </dgm:prSet>
      <dgm:spPr/>
    </dgm:pt>
    <dgm:pt modelId="{A8573875-AB1F-4709-9AB9-6EF3B38DB08C}" type="pres">
      <dgm:prSet presAssocID="{8AB16D8C-3675-46D0-9F2D-4C13D37EDF40}" presName="parTxOnly" presStyleLbl="node1" presStyleIdx="0" presStyleCnt="5">
        <dgm:presLayoutVars>
          <dgm:bulletEnabled val="1"/>
        </dgm:presLayoutVars>
      </dgm:prSet>
      <dgm:spPr/>
    </dgm:pt>
    <dgm:pt modelId="{77200CDB-9CCC-4335-80C3-11EDD64213AE}" type="pres">
      <dgm:prSet presAssocID="{BF4368CF-0C9A-4D03-A600-272B46F33CC1}" presName="parSpace" presStyleCnt="0"/>
      <dgm:spPr/>
    </dgm:pt>
    <dgm:pt modelId="{EB12CD6A-47EE-4B9E-9952-7CE2AC1D3E79}" type="pres">
      <dgm:prSet presAssocID="{790B08DA-6FD4-4F68-B3A1-4FC6EB8D3B8C}" presName="parTxOnly" presStyleLbl="node1" presStyleIdx="1" presStyleCnt="5">
        <dgm:presLayoutVars>
          <dgm:bulletEnabled val="1"/>
        </dgm:presLayoutVars>
      </dgm:prSet>
      <dgm:spPr/>
    </dgm:pt>
    <dgm:pt modelId="{E1F0BABE-3489-428C-801E-C4653A29CC7C}" type="pres">
      <dgm:prSet presAssocID="{243259E0-3FA8-4CE2-897E-298E88A95CA5}" presName="parSpace" presStyleCnt="0"/>
      <dgm:spPr/>
    </dgm:pt>
    <dgm:pt modelId="{916B9F81-71CB-44C4-9A5A-9D0EAFC6F7C7}" type="pres">
      <dgm:prSet presAssocID="{615DBB70-E487-49E2-8C44-EB17D4AB5F2E}" presName="parTxOnly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2E74D2-9314-4903-8822-7B66AA4CB861}" type="pres">
      <dgm:prSet presAssocID="{E81DDB33-C673-4AE7-A22A-B59903D9FE5F}" presName="parSpace" presStyleCnt="0"/>
      <dgm:spPr/>
    </dgm:pt>
    <dgm:pt modelId="{DEA6F805-BB1B-4A4B-8D21-5C88679DF265}" type="pres">
      <dgm:prSet presAssocID="{727C483C-05AA-4943-9B38-A869798768F4}" presName="parTxOnly" presStyleLbl="node1" presStyleIdx="3" presStyleCnt="5">
        <dgm:presLayoutVars>
          <dgm:bulletEnabled val="1"/>
        </dgm:presLayoutVars>
      </dgm:prSet>
      <dgm:spPr/>
    </dgm:pt>
    <dgm:pt modelId="{638D3629-7DC4-4400-A46E-5F4427465C74}" type="pres">
      <dgm:prSet presAssocID="{8C7DC8B0-EAB8-4E59-A919-82666F3DF0AA}" presName="parSpace" presStyleCnt="0"/>
      <dgm:spPr/>
    </dgm:pt>
    <dgm:pt modelId="{E33918DF-55B3-40CF-83BB-753DDC2970C5}" type="pres">
      <dgm:prSet presAssocID="{19C14766-B38B-4D89-9D54-C0D3577C9FFD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0F97D16-5583-48C4-A120-3EF40904D22A}" type="presOf" srcId="{8AB16D8C-3675-46D0-9F2D-4C13D37EDF40}" destId="{A8573875-AB1F-4709-9AB9-6EF3B38DB08C}" srcOrd="0" destOrd="0" presId="urn:microsoft.com/office/officeart/2005/8/layout/hChevron3"/>
    <dgm:cxn modelId="{F5D164D3-4228-44DB-9F54-CB6A1DB4250E}" type="presOf" srcId="{615DBB70-E487-49E2-8C44-EB17D4AB5F2E}" destId="{916B9F81-71CB-44C4-9A5A-9D0EAFC6F7C7}" srcOrd="0" destOrd="0" presId="urn:microsoft.com/office/officeart/2005/8/layout/hChevron3"/>
    <dgm:cxn modelId="{13278B15-C10C-463B-A39C-12683F6EC6CC}" type="presOf" srcId="{19C14766-B38B-4D89-9D54-C0D3577C9FFD}" destId="{E33918DF-55B3-40CF-83BB-753DDC2970C5}" srcOrd="0" destOrd="0" presId="urn:microsoft.com/office/officeart/2005/8/layout/hChevron3"/>
    <dgm:cxn modelId="{5D059222-E57A-4F23-BB1F-1066E8EE1AF3}" srcId="{7DB87A6A-89DF-4A36-9805-4D1A7BE6F689}" destId="{615DBB70-E487-49E2-8C44-EB17D4AB5F2E}" srcOrd="2" destOrd="0" parTransId="{98CB22A1-5578-4CBC-86D9-56EC34C715CF}" sibTransId="{E81DDB33-C673-4AE7-A22A-B59903D9FE5F}"/>
    <dgm:cxn modelId="{9AE81896-6C8E-407A-8BA5-10847C45DE74}" type="presOf" srcId="{7DB87A6A-89DF-4A36-9805-4D1A7BE6F689}" destId="{33A7D130-AE51-4F92-8A02-DF32A902D141}" srcOrd="0" destOrd="0" presId="urn:microsoft.com/office/officeart/2005/8/layout/hChevron3"/>
    <dgm:cxn modelId="{063E83D3-0C46-4918-87B6-5B9A04262F38}" srcId="{7DB87A6A-89DF-4A36-9805-4D1A7BE6F689}" destId="{727C483C-05AA-4943-9B38-A869798768F4}" srcOrd="3" destOrd="0" parTransId="{E7F3D2B5-8C79-4134-B32A-6DCB80EC9FDD}" sibTransId="{8C7DC8B0-EAB8-4E59-A919-82666F3DF0AA}"/>
    <dgm:cxn modelId="{BCEDDA9A-CBDA-412E-9796-8F560010BF6D}" srcId="{7DB87A6A-89DF-4A36-9805-4D1A7BE6F689}" destId="{8AB16D8C-3675-46D0-9F2D-4C13D37EDF40}" srcOrd="0" destOrd="0" parTransId="{169D022A-3537-49E4-A53C-7A1A415E78D6}" sibTransId="{BF4368CF-0C9A-4D03-A600-272B46F33CC1}"/>
    <dgm:cxn modelId="{0210FB8B-3633-4F91-A75D-E4149F4F0511}" type="presOf" srcId="{790B08DA-6FD4-4F68-B3A1-4FC6EB8D3B8C}" destId="{EB12CD6A-47EE-4B9E-9952-7CE2AC1D3E79}" srcOrd="0" destOrd="0" presId="urn:microsoft.com/office/officeart/2005/8/layout/hChevron3"/>
    <dgm:cxn modelId="{2023E7B2-B124-48DA-9638-582A9F145924}" srcId="{7DB87A6A-89DF-4A36-9805-4D1A7BE6F689}" destId="{19C14766-B38B-4D89-9D54-C0D3577C9FFD}" srcOrd="4" destOrd="0" parTransId="{F77F331B-59F1-4384-8CE3-8BA1B76BAF7F}" sibTransId="{C2F350AB-499A-4BCD-B4D4-3F7154448C8E}"/>
    <dgm:cxn modelId="{611D03E4-D087-4BB6-8F10-A459AC228121}" type="presOf" srcId="{727C483C-05AA-4943-9B38-A869798768F4}" destId="{DEA6F805-BB1B-4A4B-8D21-5C88679DF265}" srcOrd="0" destOrd="0" presId="urn:microsoft.com/office/officeart/2005/8/layout/hChevron3"/>
    <dgm:cxn modelId="{8A65B7F6-A2BD-48AA-96C0-CF45C510FD1C}" srcId="{7DB87A6A-89DF-4A36-9805-4D1A7BE6F689}" destId="{790B08DA-6FD4-4F68-B3A1-4FC6EB8D3B8C}" srcOrd="1" destOrd="0" parTransId="{5A6E05E3-3444-4370-9E46-F287E5BC12DF}" sibTransId="{243259E0-3FA8-4CE2-897E-298E88A95CA5}"/>
    <dgm:cxn modelId="{16875F9D-647D-4CDA-A6A9-6900AE5F84A0}" type="presParOf" srcId="{33A7D130-AE51-4F92-8A02-DF32A902D141}" destId="{A8573875-AB1F-4709-9AB9-6EF3B38DB08C}" srcOrd="0" destOrd="0" presId="urn:microsoft.com/office/officeart/2005/8/layout/hChevron3"/>
    <dgm:cxn modelId="{952C4F88-55B1-4E37-A61A-C81BE9AE2515}" type="presParOf" srcId="{33A7D130-AE51-4F92-8A02-DF32A902D141}" destId="{77200CDB-9CCC-4335-80C3-11EDD64213AE}" srcOrd="1" destOrd="0" presId="urn:microsoft.com/office/officeart/2005/8/layout/hChevron3"/>
    <dgm:cxn modelId="{3C4A7CB9-9D69-4A06-B655-1F2F510D993E}" type="presParOf" srcId="{33A7D130-AE51-4F92-8A02-DF32A902D141}" destId="{EB12CD6A-47EE-4B9E-9952-7CE2AC1D3E79}" srcOrd="2" destOrd="0" presId="urn:microsoft.com/office/officeart/2005/8/layout/hChevron3"/>
    <dgm:cxn modelId="{5D071D71-1511-419E-8AA5-4012FDC3A689}" type="presParOf" srcId="{33A7D130-AE51-4F92-8A02-DF32A902D141}" destId="{E1F0BABE-3489-428C-801E-C4653A29CC7C}" srcOrd="3" destOrd="0" presId="urn:microsoft.com/office/officeart/2005/8/layout/hChevron3"/>
    <dgm:cxn modelId="{AB590095-5F2D-47E1-8D91-82C44FEF1E09}" type="presParOf" srcId="{33A7D130-AE51-4F92-8A02-DF32A902D141}" destId="{916B9F81-71CB-44C4-9A5A-9D0EAFC6F7C7}" srcOrd="4" destOrd="0" presId="urn:microsoft.com/office/officeart/2005/8/layout/hChevron3"/>
    <dgm:cxn modelId="{1C01E8AF-3544-4FAD-AF76-F6AD06DCD8B5}" type="presParOf" srcId="{33A7D130-AE51-4F92-8A02-DF32A902D141}" destId="{D22E74D2-9314-4903-8822-7B66AA4CB861}" srcOrd="5" destOrd="0" presId="urn:microsoft.com/office/officeart/2005/8/layout/hChevron3"/>
    <dgm:cxn modelId="{F6C5B877-648B-4D41-98B9-ED3359B832D3}" type="presParOf" srcId="{33A7D130-AE51-4F92-8A02-DF32A902D141}" destId="{DEA6F805-BB1B-4A4B-8D21-5C88679DF265}" srcOrd="6" destOrd="0" presId="urn:microsoft.com/office/officeart/2005/8/layout/hChevron3"/>
    <dgm:cxn modelId="{DFC52C9D-D697-4DAD-AA56-419BB8BDF3AC}" type="presParOf" srcId="{33A7D130-AE51-4F92-8A02-DF32A902D141}" destId="{638D3629-7DC4-4400-A46E-5F4427465C74}" srcOrd="7" destOrd="0" presId="urn:microsoft.com/office/officeart/2005/8/layout/hChevron3"/>
    <dgm:cxn modelId="{C630160D-E76E-4E50-BEE6-577FD083A129}" type="presParOf" srcId="{33A7D130-AE51-4F92-8A02-DF32A902D141}" destId="{E33918DF-55B3-40CF-83BB-753DDC2970C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9F80D-7AB7-4EE6-A92F-43FBF012B5D2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A08BC0-4798-42D8-A8C0-695E1E99B9A5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Bill of Quantity/</a:t>
          </a:r>
        </a:p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Item Rate</a:t>
          </a:r>
        </a:p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Contracts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503F39C-D304-47DE-B0AA-7101A47C3CF3}" type="parTrans" cxnId="{B72FA767-BE63-467E-B079-4EF3C15557BA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DCC74AC-1480-4A7B-89FF-0AB26EFE099C}" type="sibTrans" cxnId="{B72FA767-BE63-467E-B079-4EF3C15557BA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83001D6-1C9B-4DE9-A448-C820D6B2053B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Design, engineering and quantity estimation -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2B6AD9D-6696-48E7-A8C3-76823022C3A7}" type="parTrans" cxnId="{C62BE5B6-328A-4557-B25E-89743E1700C7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264E34C-9AF2-4D6E-8907-EA43196CF4A7}" type="sibTrans" cxnId="{C62BE5B6-328A-4557-B25E-89743E1700C7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AE45992-10EF-490C-A1E3-4A46EC96EBFF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Engineering</a:t>
          </a:r>
        </a:p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Procurement</a:t>
          </a:r>
        </a:p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Construction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4927760-0659-4583-8A27-412311239D72}" type="parTrans" cxnId="{FFF7DB16-7F56-4295-AFEF-446D97F38190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47FDE96-AAF8-495E-8AFC-A3B1AC5E7D2E}" type="sibTrans" cxnId="{FFF7DB16-7F56-4295-AFEF-446D97F38190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4DB0985-2AF4-4F10-8B13-52D996B94BE6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Items and output specification -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F9433E9-F50B-4546-8B1C-BB158FB3B076}" type="parTrans" cxnId="{D669BE28-0F95-4989-AD29-81B3250B4CBD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2DD2511-5235-41FB-AF87-6F60CA09F147}" type="sibTrans" cxnId="{D669BE28-0F95-4989-AD29-81B3250B4CBD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B84603D-82CF-4B89-A4AE-C2134329C053}">
      <dgm:prSet phldrT="[Text]" custT="1"/>
      <dgm:spPr/>
      <dgm:t>
        <a:bodyPr/>
        <a:lstStyle/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Operation and</a:t>
          </a:r>
        </a:p>
        <a:p>
          <a:r>
            <a:rPr lang="en-US" sz="1200" b="1" dirty="0" smtClean="0">
              <a:latin typeface="Verdana" panose="020B0604030504040204" pitchFamily="34" charset="0"/>
              <a:ea typeface="Verdana" panose="020B0604030504040204" pitchFamily="34" charset="0"/>
            </a:rPr>
            <a:t>maintenance</a:t>
          </a:r>
          <a:endParaRPr lang="en-US" sz="1200" b="1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7376B86-52AD-4C89-ADF4-6D9D6F652438}" type="parTrans" cxnId="{2C892958-D016-46A6-BFE8-EDDF07B58C62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99BF865-8C50-4D1D-B8BE-1FC218D7C13F}" type="sibTrans" cxnId="{2C892958-D016-46A6-BFE8-EDDF07B58C62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F9B4612-38A0-496E-ADD4-2F22C588F02B}">
      <dgm:prSet phldrT="[Text]"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 need to maintain road as per standard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9B1F5AA-44B6-43E1-9B67-71DF965C372F}" type="parTrans" cxnId="{1AB42492-E072-4796-93B5-527F2EBDF041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2E8309B-BFBA-4E57-8144-66E4930A8A1B}" type="sibTrans" cxnId="{1AB42492-E072-4796-93B5-527F2EBDF041}">
      <dgm:prSet/>
      <dgm:spPr/>
      <dgm:t>
        <a:bodyPr/>
        <a:lstStyle/>
        <a:p>
          <a:endParaRPr lang="en-US" sz="12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92C92FE-BDC2-48F7-9AA2-F50CE34382A2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Contractors need to quote rates against each item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884CA20-C7ED-4BDD-AFFE-D8975A2880E9}" type="parTrans" cxnId="{8E3E7CF6-B075-4575-84D6-E222FE63C045}">
      <dgm:prSet/>
      <dgm:spPr/>
      <dgm:t>
        <a:bodyPr/>
        <a:lstStyle/>
        <a:p>
          <a:endParaRPr lang="en-US" sz="1200"/>
        </a:p>
      </dgm:t>
    </dgm:pt>
    <dgm:pt modelId="{F01E8D78-CA1F-4CA0-9BE0-B681473DBB82}" type="sibTrans" cxnId="{8E3E7CF6-B075-4575-84D6-E222FE63C045}">
      <dgm:prSet/>
      <dgm:spPr/>
      <dgm:t>
        <a:bodyPr/>
        <a:lstStyle/>
        <a:p>
          <a:endParaRPr lang="en-US" sz="1200"/>
        </a:p>
      </dgm:t>
    </dgm:pt>
    <dgm:pt modelId="{EFDDBF15-C89F-42BB-B2B3-C9B900C5DE45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to contractors is based on quantum of work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E4B577C-23E8-4F68-B62B-B6BA098FA75E}" type="parTrans" cxnId="{6EA8D3A7-3E85-4AD3-8F56-73E1117C1CB5}">
      <dgm:prSet/>
      <dgm:spPr/>
      <dgm:t>
        <a:bodyPr/>
        <a:lstStyle/>
        <a:p>
          <a:endParaRPr lang="en-US" sz="1200"/>
        </a:p>
      </dgm:t>
    </dgm:pt>
    <dgm:pt modelId="{F3EA4ADE-3FF9-47A0-A8B3-0E171F653128}" type="sibTrans" cxnId="{6EA8D3A7-3E85-4AD3-8F56-73E1117C1CB5}">
      <dgm:prSet/>
      <dgm:spPr/>
      <dgm:t>
        <a:bodyPr/>
        <a:lstStyle/>
        <a:p>
          <a:endParaRPr lang="en-US" sz="1200"/>
        </a:p>
      </dgm:t>
    </dgm:pt>
    <dgm:pt modelId="{7AF2E707-1A0F-486B-863F-FC82D9640686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8D261C6-7252-4300-9190-D0285559371A}" type="parTrans" cxnId="{39A2A010-98A7-4296-B64C-66D06740D8DF}">
      <dgm:prSet/>
      <dgm:spPr/>
      <dgm:t>
        <a:bodyPr/>
        <a:lstStyle/>
        <a:p>
          <a:endParaRPr lang="en-US" sz="1200"/>
        </a:p>
      </dgm:t>
    </dgm:pt>
    <dgm:pt modelId="{EFDFF6A1-C3FB-4462-879E-9C65390A859F}" type="sibTrans" cxnId="{39A2A010-98A7-4296-B64C-66D06740D8DF}">
      <dgm:prSet/>
      <dgm:spPr/>
      <dgm:t>
        <a:bodyPr/>
        <a:lstStyle/>
        <a:p>
          <a:endParaRPr lang="en-US" sz="1200"/>
        </a:p>
      </dgm:t>
    </dgm:pt>
    <dgm:pt modelId="{3C8BC648-FD00-434E-A39C-7C6940E0756C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Design engineering and quantity estimation - developers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3801E51-9830-4B64-87C5-A81735584C57}" type="parTrans" cxnId="{C88E7F9C-A432-46D9-B665-DFAD7EA07FC0}">
      <dgm:prSet/>
      <dgm:spPr/>
      <dgm:t>
        <a:bodyPr/>
        <a:lstStyle/>
        <a:p>
          <a:endParaRPr lang="en-US" sz="1200"/>
        </a:p>
      </dgm:t>
    </dgm:pt>
    <dgm:pt modelId="{8B832339-1615-4ECF-958D-E6981EBA54BA}" type="sibTrans" cxnId="{C88E7F9C-A432-46D9-B665-DFAD7EA07FC0}">
      <dgm:prSet/>
      <dgm:spPr/>
      <dgm:t>
        <a:bodyPr/>
        <a:lstStyle/>
        <a:p>
          <a:endParaRPr lang="en-US" sz="1200"/>
        </a:p>
      </dgm:t>
    </dgm:pt>
    <dgm:pt modelId="{98AF822B-DD54-479F-B213-FF107D8A7790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Contractors quote lump sum amount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C38159A-4C98-4695-9962-328E5543720A}" type="parTrans" cxnId="{91557ECC-6558-49A6-836F-367769909B0F}">
      <dgm:prSet/>
      <dgm:spPr/>
      <dgm:t>
        <a:bodyPr/>
        <a:lstStyle/>
        <a:p>
          <a:endParaRPr lang="en-US" sz="1200"/>
        </a:p>
      </dgm:t>
    </dgm:pt>
    <dgm:pt modelId="{C6B4D432-4CEF-4068-A16E-5235664C8F42}" type="sibTrans" cxnId="{91557ECC-6558-49A6-836F-367769909B0F}">
      <dgm:prSet/>
      <dgm:spPr/>
      <dgm:t>
        <a:bodyPr/>
        <a:lstStyle/>
        <a:p>
          <a:endParaRPr lang="en-US" sz="1200"/>
        </a:p>
      </dgm:t>
    </dgm:pt>
    <dgm:pt modelId="{28ADF8A3-FA5F-451C-93F1-690D7A9ED241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to contractors is based on quantum of work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EA0FE5B7-6688-4705-B7EC-58796F5D9A8C}" type="parTrans" cxnId="{568747B8-6CB2-4475-921A-19C21C277F54}">
      <dgm:prSet/>
      <dgm:spPr/>
      <dgm:t>
        <a:bodyPr/>
        <a:lstStyle/>
        <a:p>
          <a:endParaRPr lang="en-US" sz="1200"/>
        </a:p>
      </dgm:t>
    </dgm:pt>
    <dgm:pt modelId="{13BF506D-4B14-4934-9E1F-055349052914}" type="sibTrans" cxnId="{568747B8-6CB2-4475-921A-19C21C277F54}">
      <dgm:prSet/>
      <dgm:spPr/>
      <dgm:t>
        <a:bodyPr/>
        <a:lstStyle/>
        <a:p>
          <a:endParaRPr lang="en-US" sz="1200"/>
        </a:p>
      </dgm:t>
    </dgm:pt>
    <dgm:pt modelId="{791A0336-7970-47FF-A7EC-341BE9A9FCBF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FA2E057-7E82-4717-8192-58D9879F8330}" type="parTrans" cxnId="{BF27A2A7-795F-479D-AFBF-9B127D171347}">
      <dgm:prSet/>
      <dgm:spPr/>
      <dgm:t>
        <a:bodyPr/>
        <a:lstStyle/>
        <a:p>
          <a:endParaRPr lang="en-US" sz="1200"/>
        </a:p>
      </dgm:t>
    </dgm:pt>
    <dgm:pt modelId="{DB18F35B-0D0F-4E65-8B03-99374ECFCE11}" type="sibTrans" cxnId="{BF27A2A7-795F-479D-AFBF-9B127D171347}">
      <dgm:prSet/>
      <dgm:spPr/>
      <dgm:t>
        <a:bodyPr/>
        <a:lstStyle/>
        <a:p>
          <a:endParaRPr lang="en-US" sz="1200"/>
        </a:p>
      </dgm:t>
    </dgm:pt>
    <dgm:pt modelId="{6946E31A-28A0-4ECD-B410-09DF60771309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is routine maintenance and incidental items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128123B-ABBE-4C16-98A4-31D9EBA877BC}" type="parTrans" cxnId="{4B40BACA-B767-4D3D-8A5D-4899AD181924}">
      <dgm:prSet/>
      <dgm:spPr/>
      <dgm:t>
        <a:bodyPr/>
        <a:lstStyle/>
        <a:p>
          <a:endParaRPr lang="en-US" sz="1200"/>
        </a:p>
      </dgm:t>
    </dgm:pt>
    <dgm:pt modelId="{A5688D33-970A-480D-A42B-00908B73ABA0}" type="sibTrans" cxnId="{4B40BACA-B767-4D3D-8A5D-4899AD181924}">
      <dgm:prSet/>
      <dgm:spPr/>
      <dgm:t>
        <a:bodyPr/>
        <a:lstStyle/>
        <a:p>
          <a:endParaRPr lang="en-US" sz="1200"/>
        </a:p>
      </dgm:t>
    </dgm:pt>
    <dgm:pt modelId="{AAA38FF6-90FB-4EBD-892E-57418D958896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 period generally one year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72E291B-8C9E-4FF4-855A-C5F291907ECA}" type="parTrans" cxnId="{A6F4075D-8D54-4A56-9004-F98934785717}">
      <dgm:prSet/>
      <dgm:spPr/>
      <dgm:t>
        <a:bodyPr/>
        <a:lstStyle/>
        <a:p>
          <a:endParaRPr lang="en-US" sz="1200"/>
        </a:p>
      </dgm:t>
    </dgm:pt>
    <dgm:pt modelId="{97B40952-D832-4B9A-81FA-557237CBF2A5}" type="sibTrans" cxnId="{A6F4075D-8D54-4A56-9004-F98934785717}">
      <dgm:prSet/>
      <dgm:spPr/>
      <dgm:t>
        <a:bodyPr/>
        <a:lstStyle/>
        <a:p>
          <a:endParaRPr lang="en-US" sz="1200"/>
        </a:p>
      </dgm:t>
    </dgm:pt>
    <dgm:pt modelId="{3922BD62-AF64-49FF-8D5F-4720A5B9793E}">
      <dgm:prSet custT="1"/>
      <dgm:spPr/>
      <dgm:t>
        <a:bodyPr/>
        <a:lstStyle/>
        <a:p>
          <a:r>
            <a:rPr lang="en-US" sz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DAD0C3B-26D3-4712-BCBF-01784DC4FA1F}" type="parTrans" cxnId="{D341EFF8-7A98-40FB-ADC0-425A136518B3}">
      <dgm:prSet/>
      <dgm:spPr/>
      <dgm:t>
        <a:bodyPr/>
        <a:lstStyle/>
        <a:p>
          <a:endParaRPr lang="en-US" sz="1200"/>
        </a:p>
      </dgm:t>
    </dgm:pt>
    <dgm:pt modelId="{B0FC1DFF-F5CD-455A-A77C-60D2555E6A35}" type="sibTrans" cxnId="{D341EFF8-7A98-40FB-ADC0-425A136518B3}">
      <dgm:prSet/>
      <dgm:spPr/>
      <dgm:t>
        <a:bodyPr/>
        <a:lstStyle/>
        <a:p>
          <a:endParaRPr lang="en-US" sz="1200"/>
        </a:p>
      </dgm:t>
    </dgm:pt>
    <dgm:pt modelId="{CCB3DFA1-BC25-4947-A05A-6C5E480B5DCC}" type="pres">
      <dgm:prSet presAssocID="{99D9F80D-7AB7-4EE6-A92F-43FBF012B5D2}" presName="Name0" presStyleCnt="0">
        <dgm:presLayoutVars>
          <dgm:dir/>
          <dgm:animLvl val="lvl"/>
          <dgm:resizeHandles val="exact"/>
        </dgm:presLayoutVars>
      </dgm:prSet>
      <dgm:spPr/>
    </dgm:pt>
    <dgm:pt modelId="{147A25CF-B64E-4AD8-B035-247F171A7074}" type="pres">
      <dgm:prSet presAssocID="{5FA08BC0-4798-42D8-A8C0-695E1E99B9A5}" presName="composite" presStyleCnt="0"/>
      <dgm:spPr/>
    </dgm:pt>
    <dgm:pt modelId="{88647B24-6D1E-4A66-9DB7-589A66D09514}" type="pres">
      <dgm:prSet presAssocID="{5FA08BC0-4798-42D8-A8C0-695E1E99B9A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CB57AF-3F40-4DC1-AC5B-16306D1D4629}" type="pres">
      <dgm:prSet presAssocID="{5FA08BC0-4798-42D8-A8C0-695E1E99B9A5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D91E1D-DCA8-4340-8185-86A180D168AA}" type="pres">
      <dgm:prSet presAssocID="{CDCC74AC-1480-4A7B-89FF-0AB26EFE099C}" presName="space" presStyleCnt="0"/>
      <dgm:spPr/>
    </dgm:pt>
    <dgm:pt modelId="{2E653133-0444-4853-8EFD-8A62F9B04CCA}" type="pres">
      <dgm:prSet presAssocID="{DAE45992-10EF-490C-A1E3-4A46EC96EBFF}" presName="composite" presStyleCnt="0"/>
      <dgm:spPr/>
    </dgm:pt>
    <dgm:pt modelId="{F2D7F933-F1C6-4EB7-8FEA-F7E596C6875E}" type="pres">
      <dgm:prSet presAssocID="{DAE45992-10EF-490C-A1E3-4A46EC96EBF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A0A51E-6D52-4FFF-AE72-90DAD10772D4}" type="pres">
      <dgm:prSet presAssocID="{DAE45992-10EF-490C-A1E3-4A46EC96EBFF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EA34CA-F49B-438F-8066-81298C1C6523}" type="pres">
      <dgm:prSet presAssocID="{947FDE96-AAF8-495E-8AFC-A3B1AC5E7D2E}" presName="space" presStyleCnt="0"/>
      <dgm:spPr/>
    </dgm:pt>
    <dgm:pt modelId="{136F8001-F076-490C-8490-15125219AA5B}" type="pres">
      <dgm:prSet presAssocID="{EB84603D-82CF-4B89-A4AE-C2134329C053}" presName="composite" presStyleCnt="0"/>
      <dgm:spPr/>
    </dgm:pt>
    <dgm:pt modelId="{93BC77B1-0BA2-4510-8EE7-388C1A69F374}" type="pres">
      <dgm:prSet presAssocID="{EB84603D-82CF-4B89-A4AE-C2134329C05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253195-4716-41FF-AB56-78FC43257D19}" type="pres">
      <dgm:prSet presAssocID="{EB84603D-82CF-4B89-A4AE-C2134329C053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018C45-51B2-4F01-A445-7574CF077C4B}" type="presOf" srcId="{AAA38FF6-90FB-4EBD-892E-57418D958896}" destId="{9F253195-4716-41FF-AB56-78FC43257D19}" srcOrd="0" destOrd="2" presId="urn:microsoft.com/office/officeart/2005/8/layout/hList1"/>
    <dgm:cxn modelId="{4685AAA3-5855-479C-8A30-EBCDDD30D782}" type="presOf" srcId="{98AF822B-DD54-479F-B213-FF107D8A7790}" destId="{EFA0A51E-6D52-4FFF-AE72-90DAD10772D4}" srcOrd="0" destOrd="2" presId="urn:microsoft.com/office/officeart/2005/8/layout/hList1"/>
    <dgm:cxn modelId="{DCE9DAF6-74FC-4D2B-8E23-528056DDFDAE}" type="presOf" srcId="{0F9B4612-38A0-496E-ADD4-2F22C588F02B}" destId="{9F253195-4716-41FF-AB56-78FC43257D19}" srcOrd="0" destOrd="0" presId="urn:microsoft.com/office/officeart/2005/8/layout/hList1"/>
    <dgm:cxn modelId="{B72FA767-BE63-467E-B079-4EF3C15557BA}" srcId="{99D9F80D-7AB7-4EE6-A92F-43FBF012B5D2}" destId="{5FA08BC0-4798-42D8-A8C0-695E1E99B9A5}" srcOrd="0" destOrd="0" parTransId="{4503F39C-D304-47DE-B0AA-7101A47C3CF3}" sibTransId="{CDCC74AC-1480-4A7B-89FF-0AB26EFE099C}"/>
    <dgm:cxn modelId="{19F30254-1BF4-41B8-AF33-4BF20302F0F9}" type="presOf" srcId="{DAE45992-10EF-490C-A1E3-4A46EC96EBFF}" destId="{F2D7F933-F1C6-4EB7-8FEA-F7E596C6875E}" srcOrd="0" destOrd="0" presId="urn:microsoft.com/office/officeart/2005/8/layout/hList1"/>
    <dgm:cxn modelId="{6EA8D3A7-3E85-4AD3-8F56-73E1117C1CB5}" srcId="{5FA08BC0-4798-42D8-A8C0-695E1E99B9A5}" destId="{EFDDBF15-C89F-42BB-B2B3-C9B900C5DE45}" srcOrd="2" destOrd="0" parTransId="{1E4B577C-23E8-4F68-B62B-B6BA098FA75E}" sibTransId="{F3EA4ADE-3FF9-47A0-A8B3-0E171F653128}"/>
    <dgm:cxn modelId="{12E29192-BA1C-4A0D-9ED5-C3927980277D}" type="presOf" srcId="{99D9F80D-7AB7-4EE6-A92F-43FBF012B5D2}" destId="{CCB3DFA1-BC25-4947-A05A-6C5E480B5DCC}" srcOrd="0" destOrd="0" presId="urn:microsoft.com/office/officeart/2005/8/layout/hList1"/>
    <dgm:cxn modelId="{BF27A2A7-795F-479D-AFBF-9B127D171347}" srcId="{DAE45992-10EF-490C-A1E3-4A46EC96EBFF}" destId="{791A0336-7970-47FF-A7EC-341BE9A9FCBF}" srcOrd="4" destOrd="0" parTransId="{BFA2E057-7E82-4717-8192-58D9879F8330}" sibTransId="{DB18F35B-0D0F-4E65-8B03-99374ECFCE11}"/>
    <dgm:cxn modelId="{FA35EFD1-EDA3-4589-A79C-AD4561E3B261}" type="presOf" srcId="{3C8BC648-FD00-434E-A39C-7C6940E0756C}" destId="{EFA0A51E-6D52-4FFF-AE72-90DAD10772D4}" srcOrd="0" destOrd="1" presId="urn:microsoft.com/office/officeart/2005/8/layout/hList1"/>
    <dgm:cxn modelId="{8E3E7CF6-B075-4575-84D6-E222FE63C045}" srcId="{5FA08BC0-4798-42D8-A8C0-695E1E99B9A5}" destId="{992C92FE-BDC2-48F7-9AA2-F50CE34382A2}" srcOrd="1" destOrd="0" parTransId="{8884CA20-C7ED-4BDD-AFFE-D8975A2880E9}" sibTransId="{F01E8D78-CA1F-4CA0-9BE0-B681473DBB82}"/>
    <dgm:cxn modelId="{3C493B19-6CFB-4332-AD2A-75F4CEF99F7C}" type="presOf" srcId="{791A0336-7970-47FF-A7EC-341BE9A9FCBF}" destId="{EFA0A51E-6D52-4FFF-AE72-90DAD10772D4}" srcOrd="0" destOrd="4" presId="urn:microsoft.com/office/officeart/2005/8/layout/hList1"/>
    <dgm:cxn modelId="{FDBADB90-0BC7-4E4D-94E2-EA9C46D476A6}" type="presOf" srcId="{5FA08BC0-4798-42D8-A8C0-695E1E99B9A5}" destId="{88647B24-6D1E-4A66-9DB7-589A66D09514}" srcOrd="0" destOrd="0" presId="urn:microsoft.com/office/officeart/2005/8/layout/hList1"/>
    <dgm:cxn modelId="{91557ECC-6558-49A6-836F-367769909B0F}" srcId="{DAE45992-10EF-490C-A1E3-4A46EC96EBFF}" destId="{98AF822B-DD54-479F-B213-FF107D8A7790}" srcOrd="2" destOrd="0" parTransId="{2C38159A-4C98-4695-9962-328E5543720A}" sibTransId="{C6B4D432-4CEF-4068-A16E-5235664C8F42}"/>
    <dgm:cxn modelId="{D341EFF8-7A98-40FB-ADC0-425A136518B3}" srcId="{EB84603D-82CF-4B89-A4AE-C2134329C053}" destId="{3922BD62-AF64-49FF-8D5F-4720A5B9793E}" srcOrd="3" destOrd="0" parTransId="{8DAD0C3B-26D3-4712-BCBF-01784DC4FA1F}" sibTransId="{B0FC1DFF-F5CD-455A-A77C-60D2555E6A35}"/>
    <dgm:cxn modelId="{4B40BACA-B767-4D3D-8A5D-4899AD181924}" srcId="{EB84603D-82CF-4B89-A4AE-C2134329C053}" destId="{6946E31A-28A0-4ECD-B410-09DF60771309}" srcOrd="1" destOrd="0" parTransId="{9128123B-ABBE-4C16-98A4-31D9EBA877BC}" sibTransId="{A5688D33-970A-480D-A42B-00908B73ABA0}"/>
    <dgm:cxn modelId="{A6F4075D-8D54-4A56-9004-F98934785717}" srcId="{EB84603D-82CF-4B89-A4AE-C2134329C053}" destId="{AAA38FF6-90FB-4EBD-892E-57418D958896}" srcOrd="2" destOrd="0" parTransId="{072E291B-8C9E-4FF4-855A-C5F291907ECA}" sibTransId="{97B40952-D832-4B9A-81FA-557237CBF2A5}"/>
    <dgm:cxn modelId="{C88E7F9C-A432-46D9-B665-DFAD7EA07FC0}" srcId="{DAE45992-10EF-490C-A1E3-4A46EC96EBFF}" destId="{3C8BC648-FD00-434E-A39C-7C6940E0756C}" srcOrd="1" destOrd="0" parTransId="{63801E51-9830-4B64-87C5-A81735584C57}" sibTransId="{8B832339-1615-4ECF-958D-E6981EBA54BA}"/>
    <dgm:cxn modelId="{39A2A010-98A7-4296-B64C-66D06740D8DF}" srcId="{5FA08BC0-4798-42D8-A8C0-695E1E99B9A5}" destId="{7AF2E707-1A0F-486B-863F-FC82D9640686}" srcOrd="3" destOrd="0" parTransId="{88D261C6-7252-4300-9190-D0285559371A}" sibTransId="{EFDFF6A1-C3FB-4462-879E-9C65390A859F}"/>
    <dgm:cxn modelId="{7871E2CB-559D-4A1F-A968-8200E3316C20}" type="presOf" srcId="{3922BD62-AF64-49FF-8D5F-4720A5B9793E}" destId="{9F253195-4716-41FF-AB56-78FC43257D19}" srcOrd="0" destOrd="3" presId="urn:microsoft.com/office/officeart/2005/8/layout/hList1"/>
    <dgm:cxn modelId="{568747B8-6CB2-4475-921A-19C21C277F54}" srcId="{DAE45992-10EF-490C-A1E3-4A46EC96EBFF}" destId="{28ADF8A3-FA5F-451C-93F1-690D7A9ED241}" srcOrd="3" destOrd="0" parTransId="{EA0FE5B7-6688-4705-B7EC-58796F5D9A8C}" sibTransId="{13BF506D-4B14-4934-9E1F-055349052914}"/>
    <dgm:cxn modelId="{75DA041B-3683-4B4D-8C54-76E0CB2C679F}" type="presOf" srcId="{EB84603D-82CF-4B89-A4AE-C2134329C053}" destId="{93BC77B1-0BA2-4510-8EE7-388C1A69F374}" srcOrd="0" destOrd="0" presId="urn:microsoft.com/office/officeart/2005/8/layout/hList1"/>
    <dgm:cxn modelId="{E593BF76-A5F8-4AEA-BAE0-C33EF0E5AB21}" type="presOf" srcId="{992C92FE-BDC2-48F7-9AA2-F50CE34382A2}" destId="{43CB57AF-3F40-4DC1-AC5B-16306D1D4629}" srcOrd="0" destOrd="1" presId="urn:microsoft.com/office/officeart/2005/8/layout/hList1"/>
    <dgm:cxn modelId="{C25D6477-895A-4458-BD27-0ADA56400EEE}" type="presOf" srcId="{28ADF8A3-FA5F-451C-93F1-690D7A9ED241}" destId="{EFA0A51E-6D52-4FFF-AE72-90DAD10772D4}" srcOrd="0" destOrd="3" presId="urn:microsoft.com/office/officeart/2005/8/layout/hList1"/>
    <dgm:cxn modelId="{FED2A0F1-431B-4454-9770-7579E229D6CE}" type="presOf" srcId="{F83001D6-1C9B-4DE9-A448-C820D6B2053B}" destId="{43CB57AF-3F40-4DC1-AC5B-16306D1D4629}" srcOrd="0" destOrd="0" presId="urn:microsoft.com/office/officeart/2005/8/layout/hList1"/>
    <dgm:cxn modelId="{77D2500A-2319-4725-9637-E67C212F2E4D}" type="presOf" srcId="{7AF2E707-1A0F-486B-863F-FC82D9640686}" destId="{43CB57AF-3F40-4DC1-AC5B-16306D1D4629}" srcOrd="0" destOrd="3" presId="urn:microsoft.com/office/officeart/2005/8/layout/hList1"/>
    <dgm:cxn modelId="{FFF7DB16-7F56-4295-AFEF-446D97F38190}" srcId="{99D9F80D-7AB7-4EE6-A92F-43FBF012B5D2}" destId="{DAE45992-10EF-490C-A1E3-4A46EC96EBFF}" srcOrd="1" destOrd="0" parTransId="{54927760-0659-4583-8A27-412311239D72}" sibTransId="{947FDE96-AAF8-495E-8AFC-A3B1AC5E7D2E}"/>
    <dgm:cxn modelId="{1AB42492-E072-4796-93B5-527F2EBDF041}" srcId="{EB84603D-82CF-4B89-A4AE-C2134329C053}" destId="{0F9B4612-38A0-496E-ADD4-2F22C588F02B}" srcOrd="0" destOrd="0" parTransId="{C9B1F5AA-44B6-43E1-9B67-71DF965C372F}" sibTransId="{D2E8309B-BFBA-4E57-8144-66E4930A8A1B}"/>
    <dgm:cxn modelId="{BB254A2A-2D5D-4B09-97DA-42438FF37EA0}" type="presOf" srcId="{94DB0985-2AF4-4F10-8B13-52D996B94BE6}" destId="{EFA0A51E-6D52-4FFF-AE72-90DAD10772D4}" srcOrd="0" destOrd="0" presId="urn:microsoft.com/office/officeart/2005/8/layout/hList1"/>
    <dgm:cxn modelId="{2C892958-D016-46A6-BFE8-EDDF07B58C62}" srcId="{99D9F80D-7AB7-4EE6-A92F-43FBF012B5D2}" destId="{EB84603D-82CF-4B89-A4AE-C2134329C053}" srcOrd="2" destOrd="0" parTransId="{F7376B86-52AD-4C89-ADF4-6D9D6F652438}" sibTransId="{299BF865-8C50-4D1D-B8BE-1FC218D7C13F}"/>
    <dgm:cxn modelId="{C62BE5B6-328A-4557-B25E-89743E1700C7}" srcId="{5FA08BC0-4798-42D8-A8C0-695E1E99B9A5}" destId="{F83001D6-1C9B-4DE9-A448-C820D6B2053B}" srcOrd="0" destOrd="0" parTransId="{C2B6AD9D-6696-48E7-A8C3-76823022C3A7}" sibTransId="{7264E34C-9AF2-4D6E-8907-EA43196CF4A7}"/>
    <dgm:cxn modelId="{D669BE28-0F95-4989-AD29-81B3250B4CBD}" srcId="{DAE45992-10EF-490C-A1E3-4A46EC96EBFF}" destId="{94DB0985-2AF4-4F10-8B13-52D996B94BE6}" srcOrd="0" destOrd="0" parTransId="{8F9433E9-F50B-4546-8B1C-BB158FB3B076}" sibTransId="{A2DD2511-5235-41FB-AF87-6F60CA09F147}"/>
    <dgm:cxn modelId="{EC1C89D4-078B-4D91-ACE0-75AD7E3D58E0}" type="presOf" srcId="{EFDDBF15-C89F-42BB-B2B3-C9B900C5DE45}" destId="{43CB57AF-3F40-4DC1-AC5B-16306D1D4629}" srcOrd="0" destOrd="2" presId="urn:microsoft.com/office/officeart/2005/8/layout/hList1"/>
    <dgm:cxn modelId="{95745084-AB7E-4E68-869A-7E3DFC929ED0}" type="presOf" srcId="{6946E31A-28A0-4ECD-B410-09DF60771309}" destId="{9F253195-4716-41FF-AB56-78FC43257D19}" srcOrd="0" destOrd="1" presId="urn:microsoft.com/office/officeart/2005/8/layout/hList1"/>
    <dgm:cxn modelId="{74182B21-7946-4A95-8382-254BC9CDCC23}" type="presParOf" srcId="{CCB3DFA1-BC25-4947-A05A-6C5E480B5DCC}" destId="{147A25CF-B64E-4AD8-B035-247F171A7074}" srcOrd="0" destOrd="0" presId="urn:microsoft.com/office/officeart/2005/8/layout/hList1"/>
    <dgm:cxn modelId="{245EF26B-5A5B-4B5D-868A-A8B6FA65A6F7}" type="presParOf" srcId="{147A25CF-B64E-4AD8-B035-247F171A7074}" destId="{88647B24-6D1E-4A66-9DB7-589A66D09514}" srcOrd="0" destOrd="0" presId="urn:microsoft.com/office/officeart/2005/8/layout/hList1"/>
    <dgm:cxn modelId="{5501F23C-DA78-4035-B7D7-43D33AD66B62}" type="presParOf" srcId="{147A25CF-B64E-4AD8-B035-247F171A7074}" destId="{43CB57AF-3F40-4DC1-AC5B-16306D1D4629}" srcOrd="1" destOrd="0" presId="urn:microsoft.com/office/officeart/2005/8/layout/hList1"/>
    <dgm:cxn modelId="{85011A5B-DA9D-4960-BD21-C5D8B6277E71}" type="presParOf" srcId="{CCB3DFA1-BC25-4947-A05A-6C5E480B5DCC}" destId="{2DD91E1D-DCA8-4340-8185-86A180D168AA}" srcOrd="1" destOrd="0" presId="urn:microsoft.com/office/officeart/2005/8/layout/hList1"/>
    <dgm:cxn modelId="{471552DF-A89D-4E98-A49D-B3DFD68BD47B}" type="presParOf" srcId="{CCB3DFA1-BC25-4947-A05A-6C5E480B5DCC}" destId="{2E653133-0444-4853-8EFD-8A62F9B04CCA}" srcOrd="2" destOrd="0" presId="urn:microsoft.com/office/officeart/2005/8/layout/hList1"/>
    <dgm:cxn modelId="{8850EE76-7CA0-4FC1-B1E7-36A41B874E4D}" type="presParOf" srcId="{2E653133-0444-4853-8EFD-8A62F9B04CCA}" destId="{F2D7F933-F1C6-4EB7-8FEA-F7E596C6875E}" srcOrd="0" destOrd="0" presId="urn:microsoft.com/office/officeart/2005/8/layout/hList1"/>
    <dgm:cxn modelId="{548D3C63-C5AD-4179-8615-E88D9E6DDBD3}" type="presParOf" srcId="{2E653133-0444-4853-8EFD-8A62F9B04CCA}" destId="{EFA0A51E-6D52-4FFF-AE72-90DAD10772D4}" srcOrd="1" destOrd="0" presId="urn:microsoft.com/office/officeart/2005/8/layout/hList1"/>
    <dgm:cxn modelId="{24A58A0B-F079-46A9-912A-0FBF2B80FC69}" type="presParOf" srcId="{CCB3DFA1-BC25-4947-A05A-6C5E480B5DCC}" destId="{D7EA34CA-F49B-438F-8066-81298C1C6523}" srcOrd="3" destOrd="0" presId="urn:microsoft.com/office/officeart/2005/8/layout/hList1"/>
    <dgm:cxn modelId="{C038A674-E96A-40D5-92E3-09811B528C03}" type="presParOf" srcId="{CCB3DFA1-BC25-4947-A05A-6C5E480B5DCC}" destId="{136F8001-F076-490C-8490-15125219AA5B}" srcOrd="4" destOrd="0" presId="urn:microsoft.com/office/officeart/2005/8/layout/hList1"/>
    <dgm:cxn modelId="{CFC906A3-7623-4FCF-B324-C53FBF99B164}" type="presParOf" srcId="{136F8001-F076-490C-8490-15125219AA5B}" destId="{93BC77B1-0BA2-4510-8EE7-388C1A69F374}" srcOrd="0" destOrd="0" presId="urn:microsoft.com/office/officeart/2005/8/layout/hList1"/>
    <dgm:cxn modelId="{96BF412C-AD13-4EC5-8E28-F336DEAFAF3F}" type="presParOf" srcId="{136F8001-F076-490C-8490-15125219AA5B}" destId="{9F253195-4716-41FF-AB56-78FC43257D1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B8FE7F-4FA1-49DF-9744-1009D451728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B3F26A-4EE6-4864-A23B-3FD6EAC5D948}">
      <dgm:prSet phldrT="[Text]"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Inefficient transfer of commercial risk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562046D-97F8-4B4F-863E-158C52ED58BA}" type="parTrans" cxnId="{31D7539F-3595-4ECD-8DCC-521086B273C0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9D4633A-17DE-4111-8B56-1360B0D9C9E0}" type="sibTrans" cxnId="{31D7539F-3595-4ECD-8DCC-521086B273C0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BD0DCBC8-4D6F-4324-A7E5-30FD0C8522E2}">
      <dgm:prSet phldrT="[Text]"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Arbitration and litigation complications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359BAD4-1D85-418A-9FA5-DD0F9CEBF458}" type="parTrans" cxnId="{18EBFC9C-9A18-4B72-B218-C7D206453DDE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2E250D1-D2D3-4855-91E8-A89CBD72EADC}" type="sibTrans" cxnId="{18EBFC9C-9A18-4B72-B218-C7D206453DDE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9DB9CFE-F6D7-482B-9D1A-503603CBF33C}">
      <dgm:prSet phldrT="[Text]"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Delay and default during construction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69E6BC3-B9FE-44EE-9CF5-1D1B68F7ED67}" type="parTrans" cxnId="{C58B3952-51FE-4967-9DC5-3FE0DA6E70C1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56FA05A9-8F63-4FC1-A273-7F82BFB0270F}" type="sibTrans" cxnId="{C58B3952-51FE-4967-9DC5-3FE0DA6E70C1}">
      <dgm:prSet/>
      <dgm:spPr/>
      <dgm:t>
        <a:bodyPr/>
        <a:lstStyle/>
        <a:p>
          <a:endParaRPr lang="en-US" sz="14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CA19C6E-BD03-4E2D-B2C4-BCC81B7AFBBC}">
      <dgm:prSet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Improper financial availability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D332AB1-C30B-4908-8FBB-30600E021A0A}" type="parTrans" cxnId="{FAE83A8F-72FE-4113-9A9D-C82525D56A90}">
      <dgm:prSet/>
      <dgm:spPr/>
      <dgm:t>
        <a:bodyPr/>
        <a:lstStyle/>
        <a:p>
          <a:endParaRPr lang="en-US"/>
        </a:p>
      </dgm:t>
    </dgm:pt>
    <dgm:pt modelId="{0FC72F7D-13FA-4D65-9804-0AC44CC0B588}" type="sibTrans" cxnId="{FAE83A8F-72FE-4113-9A9D-C82525D56A90}">
      <dgm:prSet/>
      <dgm:spPr/>
      <dgm:t>
        <a:bodyPr/>
        <a:lstStyle/>
        <a:p>
          <a:endParaRPr lang="en-US"/>
        </a:p>
      </dgm:t>
    </dgm:pt>
    <dgm:pt modelId="{E3A723EF-9317-4DFF-BD03-3B3817994B6C}">
      <dgm:prSet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Declining participation of private sector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1EB94CDA-9DE9-4FCA-8B9D-67AE202672EE}" type="parTrans" cxnId="{7CD9DF53-4C6D-40B2-B4F8-8F531C467DF0}">
      <dgm:prSet/>
      <dgm:spPr/>
      <dgm:t>
        <a:bodyPr/>
        <a:lstStyle/>
        <a:p>
          <a:endParaRPr lang="en-US"/>
        </a:p>
      </dgm:t>
    </dgm:pt>
    <dgm:pt modelId="{486D5566-4821-4DA3-B3E4-DE9709F85456}" type="sibTrans" cxnId="{7CD9DF53-4C6D-40B2-B4F8-8F531C467DF0}">
      <dgm:prSet/>
      <dgm:spPr/>
      <dgm:t>
        <a:bodyPr/>
        <a:lstStyle/>
        <a:p>
          <a:endParaRPr lang="en-US"/>
        </a:p>
      </dgm:t>
    </dgm:pt>
    <dgm:pt modelId="{2A8673F0-BBD3-4039-88F2-BED96F9D6B0D}">
      <dgm:prSet custT="1"/>
      <dgm:spPr/>
      <dgm:t>
        <a:bodyPr/>
        <a:lstStyle/>
        <a:p>
          <a:r>
            <a:rPr lang="en-US" sz="1400" dirty="0" smtClean="0">
              <a:latin typeface="Verdana" panose="020B0604030504040204" pitchFamily="34" charset="0"/>
              <a:ea typeface="Verdana" panose="020B0604030504040204" pitchFamily="34" charset="0"/>
            </a:rPr>
            <a:t>Delay in land acquisition</a:t>
          </a:r>
          <a:endParaRPr lang="en-US" sz="14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D98BB03A-6C97-4652-A157-A18C31D436ED}" type="parTrans" cxnId="{25CC40D8-2EFA-46B3-9C6C-C04E30DDADA6}">
      <dgm:prSet/>
      <dgm:spPr/>
      <dgm:t>
        <a:bodyPr/>
        <a:lstStyle/>
        <a:p>
          <a:endParaRPr lang="en-US"/>
        </a:p>
      </dgm:t>
    </dgm:pt>
    <dgm:pt modelId="{4FC95360-8E30-4386-AADA-4D9116D80D8B}" type="sibTrans" cxnId="{25CC40D8-2EFA-46B3-9C6C-C04E30DDADA6}">
      <dgm:prSet/>
      <dgm:spPr/>
      <dgm:t>
        <a:bodyPr/>
        <a:lstStyle/>
        <a:p>
          <a:endParaRPr lang="en-US"/>
        </a:p>
      </dgm:t>
    </dgm:pt>
    <dgm:pt modelId="{E2F92B5F-3743-4EFF-8C7A-28243A86AA06}" type="pres">
      <dgm:prSet presAssocID="{D9B8FE7F-4FA1-49DF-9744-1009D4517285}" presName="Name0" presStyleCnt="0">
        <dgm:presLayoutVars>
          <dgm:chMax val="7"/>
          <dgm:chPref val="7"/>
          <dgm:dir/>
        </dgm:presLayoutVars>
      </dgm:prSet>
      <dgm:spPr/>
    </dgm:pt>
    <dgm:pt modelId="{8E5FA4C6-81C2-4C02-B797-440434467453}" type="pres">
      <dgm:prSet presAssocID="{D9B8FE7F-4FA1-49DF-9744-1009D4517285}" presName="Name1" presStyleCnt="0"/>
      <dgm:spPr/>
    </dgm:pt>
    <dgm:pt modelId="{71F3A57E-AAD9-45EB-B004-50C2CEE78E41}" type="pres">
      <dgm:prSet presAssocID="{D9B8FE7F-4FA1-49DF-9744-1009D4517285}" presName="cycle" presStyleCnt="0"/>
      <dgm:spPr/>
    </dgm:pt>
    <dgm:pt modelId="{E2D063C5-D4F1-44A5-A684-599AE27057FA}" type="pres">
      <dgm:prSet presAssocID="{D9B8FE7F-4FA1-49DF-9744-1009D4517285}" presName="srcNode" presStyleLbl="node1" presStyleIdx="0" presStyleCnt="6"/>
      <dgm:spPr/>
    </dgm:pt>
    <dgm:pt modelId="{AE52998B-46DB-460B-84CF-02AD3016E0AC}" type="pres">
      <dgm:prSet presAssocID="{D9B8FE7F-4FA1-49DF-9744-1009D4517285}" presName="conn" presStyleLbl="parChTrans1D2" presStyleIdx="0" presStyleCnt="1"/>
      <dgm:spPr/>
    </dgm:pt>
    <dgm:pt modelId="{9A8E206D-3A39-4693-95C9-8A1613BD4BD9}" type="pres">
      <dgm:prSet presAssocID="{D9B8FE7F-4FA1-49DF-9744-1009D4517285}" presName="extraNode" presStyleLbl="node1" presStyleIdx="0" presStyleCnt="6"/>
      <dgm:spPr/>
    </dgm:pt>
    <dgm:pt modelId="{260D34B4-59B6-48B9-AC3F-464215E4FD6F}" type="pres">
      <dgm:prSet presAssocID="{D9B8FE7F-4FA1-49DF-9744-1009D4517285}" presName="dstNode" presStyleLbl="node1" presStyleIdx="0" presStyleCnt="6"/>
      <dgm:spPr/>
    </dgm:pt>
    <dgm:pt modelId="{AE86279E-53A3-4437-B91B-8D8066744E00}" type="pres">
      <dgm:prSet presAssocID="{A9B3F26A-4EE6-4864-A23B-3FD6EAC5D948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E582D6-F9D7-4C16-B572-19754E23DB31}" type="pres">
      <dgm:prSet presAssocID="{A9B3F26A-4EE6-4864-A23B-3FD6EAC5D948}" presName="accent_1" presStyleCnt="0"/>
      <dgm:spPr/>
    </dgm:pt>
    <dgm:pt modelId="{9CF0F4ED-D191-423E-A87D-6CE1538577B5}" type="pres">
      <dgm:prSet presAssocID="{A9B3F26A-4EE6-4864-A23B-3FD6EAC5D948}" presName="accentRepeatNode" presStyleLbl="solidFgAcc1" presStyleIdx="0" presStyleCnt="6"/>
      <dgm:spPr/>
    </dgm:pt>
    <dgm:pt modelId="{D0BCAED8-0544-4334-99F8-9C49FE96570F}" type="pres">
      <dgm:prSet presAssocID="{2A8673F0-BBD3-4039-88F2-BED96F9D6B0D}" presName="text_2" presStyleLbl="node1" presStyleIdx="1" presStyleCnt="6">
        <dgm:presLayoutVars>
          <dgm:bulletEnabled val="1"/>
        </dgm:presLayoutVars>
      </dgm:prSet>
      <dgm:spPr/>
    </dgm:pt>
    <dgm:pt modelId="{D1A48B27-E17E-40D6-8BF8-B2898068CB58}" type="pres">
      <dgm:prSet presAssocID="{2A8673F0-BBD3-4039-88F2-BED96F9D6B0D}" presName="accent_2" presStyleCnt="0"/>
      <dgm:spPr/>
    </dgm:pt>
    <dgm:pt modelId="{D4A73BEC-9F12-49B7-A8A8-C407964FCD97}" type="pres">
      <dgm:prSet presAssocID="{2A8673F0-BBD3-4039-88F2-BED96F9D6B0D}" presName="accentRepeatNode" presStyleLbl="solidFgAcc1" presStyleIdx="1" presStyleCnt="6"/>
      <dgm:spPr/>
    </dgm:pt>
    <dgm:pt modelId="{51F1A2E4-73B2-42D5-B800-871078C17B4F}" type="pres">
      <dgm:prSet presAssocID="{BD0DCBC8-4D6F-4324-A7E5-30FD0C8522E2}" presName="text_3" presStyleLbl="node1" presStyleIdx="2" presStyleCnt="6">
        <dgm:presLayoutVars>
          <dgm:bulletEnabled val="1"/>
        </dgm:presLayoutVars>
      </dgm:prSet>
      <dgm:spPr/>
    </dgm:pt>
    <dgm:pt modelId="{7782D160-5B71-4E64-B0A7-0AC19CE968A7}" type="pres">
      <dgm:prSet presAssocID="{BD0DCBC8-4D6F-4324-A7E5-30FD0C8522E2}" presName="accent_3" presStyleCnt="0"/>
      <dgm:spPr/>
    </dgm:pt>
    <dgm:pt modelId="{E3C3E129-F3C6-4F96-ADA7-EE30BC71E221}" type="pres">
      <dgm:prSet presAssocID="{BD0DCBC8-4D6F-4324-A7E5-30FD0C8522E2}" presName="accentRepeatNode" presStyleLbl="solidFgAcc1" presStyleIdx="2" presStyleCnt="6"/>
      <dgm:spPr/>
    </dgm:pt>
    <dgm:pt modelId="{DB9DF0DE-B0FC-4054-8F16-EB983A932086}" type="pres">
      <dgm:prSet presAssocID="{D9DB9CFE-F6D7-482B-9D1A-503603CBF33C}" presName="text_4" presStyleLbl="node1" presStyleIdx="3" presStyleCnt="6">
        <dgm:presLayoutVars>
          <dgm:bulletEnabled val="1"/>
        </dgm:presLayoutVars>
      </dgm:prSet>
      <dgm:spPr/>
    </dgm:pt>
    <dgm:pt modelId="{39DE514F-79C7-4B09-BC27-ABB082B36A50}" type="pres">
      <dgm:prSet presAssocID="{D9DB9CFE-F6D7-482B-9D1A-503603CBF33C}" presName="accent_4" presStyleCnt="0"/>
      <dgm:spPr/>
    </dgm:pt>
    <dgm:pt modelId="{F3FC3B76-079B-454B-9DAB-EE91506D7D9F}" type="pres">
      <dgm:prSet presAssocID="{D9DB9CFE-F6D7-482B-9D1A-503603CBF33C}" presName="accentRepeatNode" presStyleLbl="solidFgAcc1" presStyleIdx="3" presStyleCnt="6"/>
      <dgm:spPr/>
    </dgm:pt>
    <dgm:pt modelId="{FC8A5762-8A59-4349-9703-F56C37DC805B}" type="pres">
      <dgm:prSet presAssocID="{2CA19C6E-BD03-4E2D-B2C4-BCC81B7AFBBC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D7898C-9B9C-4831-B7EE-45AF0D08E339}" type="pres">
      <dgm:prSet presAssocID="{2CA19C6E-BD03-4E2D-B2C4-BCC81B7AFBBC}" presName="accent_5" presStyleCnt="0"/>
      <dgm:spPr/>
    </dgm:pt>
    <dgm:pt modelId="{CE3315B7-EBF1-4D98-B828-B0A683D42C04}" type="pres">
      <dgm:prSet presAssocID="{2CA19C6E-BD03-4E2D-B2C4-BCC81B7AFBBC}" presName="accentRepeatNode" presStyleLbl="solidFgAcc1" presStyleIdx="4" presStyleCnt="6"/>
      <dgm:spPr/>
    </dgm:pt>
    <dgm:pt modelId="{197550DF-02DE-4D35-8876-377095676AA0}" type="pres">
      <dgm:prSet presAssocID="{E3A723EF-9317-4DFF-BD03-3B3817994B6C}" presName="text_6" presStyleLbl="node1" presStyleIdx="5" presStyleCnt="6">
        <dgm:presLayoutVars>
          <dgm:bulletEnabled val="1"/>
        </dgm:presLayoutVars>
      </dgm:prSet>
      <dgm:spPr/>
    </dgm:pt>
    <dgm:pt modelId="{B1455446-769C-46F1-9019-85B12556D10F}" type="pres">
      <dgm:prSet presAssocID="{E3A723EF-9317-4DFF-BD03-3B3817994B6C}" presName="accent_6" presStyleCnt="0"/>
      <dgm:spPr/>
    </dgm:pt>
    <dgm:pt modelId="{DD0CC840-A980-49AA-9B9C-A2A933CB9C3A}" type="pres">
      <dgm:prSet presAssocID="{E3A723EF-9317-4DFF-BD03-3B3817994B6C}" presName="accentRepeatNode" presStyleLbl="solidFgAcc1" presStyleIdx="5" presStyleCnt="6"/>
      <dgm:spPr/>
    </dgm:pt>
  </dgm:ptLst>
  <dgm:cxnLst>
    <dgm:cxn modelId="{A60B634A-0CE8-4A21-950C-F2AAC49E0039}" type="presOf" srcId="{2CA19C6E-BD03-4E2D-B2C4-BCC81B7AFBBC}" destId="{FC8A5762-8A59-4349-9703-F56C37DC805B}" srcOrd="0" destOrd="0" presId="urn:microsoft.com/office/officeart/2008/layout/VerticalCurvedList"/>
    <dgm:cxn modelId="{F717C3A1-534F-4C95-9B83-960D6A75C5D9}" type="presOf" srcId="{BD0DCBC8-4D6F-4324-A7E5-30FD0C8522E2}" destId="{51F1A2E4-73B2-42D5-B800-871078C17B4F}" srcOrd="0" destOrd="0" presId="urn:microsoft.com/office/officeart/2008/layout/VerticalCurvedList"/>
    <dgm:cxn modelId="{268069DB-93B0-42CA-8EB1-707893DC060B}" type="presOf" srcId="{A9B3F26A-4EE6-4864-A23B-3FD6EAC5D948}" destId="{AE86279E-53A3-4437-B91B-8D8066744E00}" srcOrd="0" destOrd="0" presId="urn:microsoft.com/office/officeart/2008/layout/VerticalCurvedList"/>
    <dgm:cxn modelId="{FAE83A8F-72FE-4113-9A9D-C82525D56A90}" srcId="{D9B8FE7F-4FA1-49DF-9744-1009D4517285}" destId="{2CA19C6E-BD03-4E2D-B2C4-BCC81B7AFBBC}" srcOrd="4" destOrd="0" parTransId="{6D332AB1-C30B-4908-8FBB-30600E021A0A}" sibTransId="{0FC72F7D-13FA-4D65-9804-0AC44CC0B588}"/>
    <dgm:cxn modelId="{64C98830-F65C-4EAD-AA95-7A8E59352F14}" type="presOf" srcId="{D9DB9CFE-F6D7-482B-9D1A-503603CBF33C}" destId="{DB9DF0DE-B0FC-4054-8F16-EB983A932086}" srcOrd="0" destOrd="0" presId="urn:microsoft.com/office/officeart/2008/layout/VerticalCurvedList"/>
    <dgm:cxn modelId="{18EBFC9C-9A18-4B72-B218-C7D206453DDE}" srcId="{D9B8FE7F-4FA1-49DF-9744-1009D4517285}" destId="{BD0DCBC8-4D6F-4324-A7E5-30FD0C8522E2}" srcOrd="2" destOrd="0" parTransId="{A359BAD4-1D85-418A-9FA5-DD0F9CEBF458}" sibTransId="{D2E250D1-D2D3-4855-91E8-A89CBD72EADC}"/>
    <dgm:cxn modelId="{E65B83EB-B689-4965-9D7D-C993319FCACF}" type="presOf" srcId="{D9B8FE7F-4FA1-49DF-9744-1009D4517285}" destId="{E2F92B5F-3743-4EFF-8C7A-28243A86AA06}" srcOrd="0" destOrd="0" presId="urn:microsoft.com/office/officeart/2008/layout/VerticalCurvedList"/>
    <dgm:cxn modelId="{C58B3952-51FE-4967-9DC5-3FE0DA6E70C1}" srcId="{D9B8FE7F-4FA1-49DF-9744-1009D4517285}" destId="{D9DB9CFE-F6D7-482B-9D1A-503603CBF33C}" srcOrd="3" destOrd="0" parTransId="{569E6BC3-B9FE-44EE-9CF5-1D1B68F7ED67}" sibTransId="{56FA05A9-8F63-4FC1-A273-7F82BFB0270F}"/>
    <dgm:cxn modelId="{31D7539F-3595-4ECD-8DCC-521086B273C0}" srcId="{D9B8FE7F-4FA1-49DF-9744-1009D4517285}" destId="{A9B3F26A-4EE6-4864-A23B-3FD6EAC5D948}" srcOrd="0" destOrd="0" parTransId="{8562046D-97F8-4B4F-863E-158C52ED58BA}" sibTransId="{39D4633A-17DE-4111-8B56-1360B0D9C9E0}"/>
    <dgm:cxn modelId="{25CC40D8-2EFA-46B3-9C6C-C04E30DDADA6}" srcId="{D9B8FE7F-4FA1-49DF-9744-1009D4517285}" destId="{2A8673F0-BBD3-4039-88F2-BED96F9D6B0D}" srcOrd="1" destOrd="0" parTransId="{D98BB03A-6C97-4652-A157-A18C31D436ED}" sibTransId="{4FC95360-8E30-4386-AADA-4D9116D80D8B}"/>
    <dgm:cxn modelId="{7CD9DF53-4C6D-40B2-B4F8-8F531C467DF0}" srcId="{D9B8FE7F-4FA1-49DF-9744-1009D4517285}" destId="{E3A723EF-9317-4DFF-BD03-3B3817994B6C}" srcOrd="5" destOrd="0" parTransId="{1EB94CDA-9DE9-4FCA-8B9D-67AE202672EE}" sibTransId="{486D5566-4821-4DA3-B3E4-DE9709F85456}"/>
    <dgm:cxn modelId="{9B2E83CB-3BD7-483A-90A8-85F1F7A97C75}" type="presOf" srcId="{2A8673F0-BBD3-4039-88F2-BED96F9D6B0D}" destId="{D0BCAED8-0544-4334-99F8-9C49FE96570F}" srcOrd="0" destOrd="0" presId="urn:microsoft.com/office/officeart/2008/layout/VerticalCurvedList"/>
    <dgm:cxn modelId="{8E74556B-BE8A-4DED-A2C2-462981D2D32B}" type="presOf" srcId="{E3A723EF-9317-4DFF-BD03-3B3817994B6C}" destId="{197550DF-02DE-4D35-8876-377095676AA0}" srcOrd="0" destOrd="0" presId="urn:microsoft.com/office/officeart/2008/layout/VerticalCurvedList"/>
    <dgm:cxn modelId="{7B965B45-0992-4A25-9D38-F391B407EEEC}" type="presOf" srcId="{39D4633A-17DE-4111-8B56-1360B0D9C9E0}" destId="{AE52998B-46DB-460B-84CF-02AD3016E0AC}" srcOrd="0" destOrd="0" presId="urn:microsoft.com/office/officeart/2008/layout/VerticalCurvedList"/>
    <dgm:cxn modelId="{173BAFB3-D4AD-4C6A-B47F-549E68D5520E}" type="presParOf" srcId="{E2F92B5F-3743-4EFF-8C7A-28243A86AA06}" destId="{8E5FA4C6-81C2-4C02-B797-440434467453}" srcOrd="0" destOrd="0" presId="urn:microsoft.com/office/officeart/2008/layout/VerticalCurvedList"/>
    <dgm:cxn modelId="{A6D40462-390A-4033-8462-09EB3D4BFD70}" type="presParOf" srcId="{8E5FA4C6-81C2-4C02-B797-440434467453}" destId="{71F3A57E-AAD9-45EB-B004-50C2CEE78E41}" srcOrd="0" destOrd="0" presId="urn:microsoft.com/office/officeart/2008/layout/VerticalCurvedList"/>
    <dgm:cxn modelId="{72507D08-F20A-408F-928C-72B0EB380B1F}" type="presParOf" srcId="{71F3A57E-AAD9-45EB-B004-50C2CEE78E41}" destId="{E2D063C5-D4F1-44A5-A684-599AE27057FA}" srcOrd="0" destOrd="0" presId="urn:microsoft.com/office/officeart/2008/layout/VerticalCurvedList"/>
    <dgm:cxn modelId="{77944792-F764-48BC-A2E9-FC326D539121}" type="presParOf" srcId="{71F3A57E-AAD9-45EB-B004-50C2CEE78E41}" destId="{AE52998B-46DB-460B-84CF-02AD3016E0AC}" srcOrd="1" destOrd="0" presId="urn:microsoft.com/office/officeart/2008/layout/VerticalCurvedList"/>
    <dgm:cxn modelId="{88A7B69F-D8ED-44BC-896A-6A67FD5E8385}" type="presParOf" srcId="{71F3A57E-AAD9-45EB-B004-50C2CEE78E41}" destId="{9A8E206D-3A39-4693-95C9-8A1613BD4BD9}" srcOrd="2" destOrd="0" presId="urn:microsoft.com/office/officeart/2008/layout/VerticalCurvedList"/>
    <dgm:cxn modelId="{D62DE901-6CB4-4083-AA1E-AA2CA5470462}" type="presParOf" srcId="{71F3A57E-AAD9-45EB-B004-50C2CEE78E41}" destId="{260D34B4-59B6-48B9-AC3F-464215E4FD6F}" srcOrd="3" destOrd="0" presId="urn:microsoft.com/office/officeart/2008/layout/VerticalCurvedList"/>
    <dgm:cxn modelId="{B9DAE464-C039-4BDF-9796-65B81DAEDA55}" type="presParOf" srcId="{8E5FA4C6-81C2-4C02-B797-440434467453}" destId="{AE86279E-53A3-4437-B91B-8D8066744E00}" srcOrd="1" destOrd="0" presId="urn:microsoft.com/office/officeart/2008/layout/VerticalCurvedList"/>
    <dgm:cxn modelId="{D1662C6B-5105-4CEF-8C41-667E5423720C}" type="presParOf" srcId="{8E5FA4C6-81C2-4C02-B797-440434467453}" destId="{99E582D6-F9D7-4C16-B572-19754E23DB31}" srcOrd="2" destOrd="0" presId="urn:microsoft.com/office/officeart/2008/layout/VerticalCurvedList"/>
    <dgm:cxn modelId="{20282665-D131-4578-AB9F-BF1D54496504}" type="presParOf" srcId="{99E582D6-F9D7-4C16-B572-19754E23DB31}" destId="{9CF0F4ED-D191-423E-A87D-6CE1538577B5}" srcOrd="0" destOrd="0" presId="urn:microsoft.com/office/officeart/2008/layout/VerticalCurvedList"/>
    <dgm:cxn modelId="{89357CF7-15EE-45DC-A7AD-6129EB9417F5}" type="presParOf" srcId="{8E5FA4C6-81C2-4C02-B797-440434467453}" destId="{D0BCAED8-0544-4334-99F8-9C49FE96570F}" srcOrd="3" destOrd="0" presId="urn:microsoft.com/office/officeart/2008/layout/VerticalCurvedList"/>
    <dgm:cxn modelId="{C845D6DE-2546-493D-8EFD-CEB08E2BF16D}" type="presParOf" srcId="{8E5FA4C6-81C2-4C02-B797-440434467453}" destId="{D1A48B27-E17E-40D6-8BF8-B2898068CB58}" srcOrd="4" destOrd="0" presId="urn:microsoft.com/office/officeart/2008/layout/VerticalCurvedList"/>
    <dgm:cxn modelId="{4CCADC90-1333-43D7-B359-F151F07EBFEF}" type="presParOf" srcId="{D1A48B27-E17E-40D6-8BF8-B2898068CB58}" destId="{D4A73BEC-9F12-49B7-A8A8-C407964FCD97}" srcOrd="0" destOrd="0" presId="urn:microsoft.com/office/officeart/2008/layout/VerticalCurvedList"/>
    <dgm:cxn modelId="{B2A1E6AD-178F-4FAB-BED2-331ACEA1617D}" type="presParOf" srcId="{8E5FA4C6-81C2-4C02-B797-440434467453}" destId="{51F1A2E4-73B2-42D5-B800-871078C17B4F}" srcOrd="5" destOrd="0" presId="urn:microsoft.com/office/officeart/2008/layout/VerticalCurvedList"/>
    <dgm:cxn modelId="{5DA5313C-9ADC-4223-9295-749DC7F2805F}" type="presParOf" srcId="{8E5FA4C6-81C2-4C02-B797-440434467453}" destId="{7782D160-5B71-4E64-B0A7-0AC19CE968A7}" srcOrd="6" destOrd="0" presId="urn:microsoft.com/office/officeart/2008/layout/VerticalCurvedList"/>
    <dgm:cxn modelId="{528A4531-7BCE-4699-B7EA-E9D47C372387}" type="presParOf" srcId="{7782D160-5B71-4E64-B0A7-0AC19CE968A7}" destId="{E3C3E129-F3C6-4F96-ADA7-EE30BC71E221}" srcOrd="0" destOrd="0" presId="urn:microsoft.com/office/officeart/2008/layout/VerticalCurvedList"/>
    <dgm:cxn modelId="{3D65C2B3-F5F1-4E15-95BD-79D3F3817862}" type="presParOf" srcId="{8E5FA4C6-81C2-4C02-B797-440434467453}" destId="{DB9DF0DE-B0FC-4054-8F16-EB983A932086}" srcOrd="7" destOrd="0" presId="urn:microsoft.com/office/officeart/2008/layout/VerticalCurvedList"/>
    <dgm:cxn modelId="{A6FA958E-315A-4847-8B9B-BF4BCBD70167}" type="presParOf" srcId="{8E5FA4C6-81C2-4C02-B797-440434467453}" destId="{39DE514F-79C7-4B09-BC27-ABB082B36A50}" srcOrd="8" destOrd="0" presId="urn:microsoft.com/office/officeart/2008/layout/VerticalCurvedList"/>
    <dgm:cxn modelId="{DE1CF597-6BFB-4639-BE82-52FF9643345F}" type="presParOf" srcId="{39DE514F-79C7-4B09-BC27-ABB082B36A50}" destId="{F3FC3B76-079B-454B-9DAB-EE91506D7D9F}" srcOrd="0" destOrd="0" presId="urn:microsoft.com/office/officeart/2008/layout/VerticalCurvedList"/>
    <dgm:cxn modelId="{077F8F08-4F54-45C2-A4AA-A3CFB402AC81}" type="presParOf" srcId="{8E5FA4C6-81C2-4C02-B797-440434467453}" destId="{FC8A5762-8A59-4349-9703-F56C37DC805B}" srcOrd="9" destOrd="0" presId="urn:microsoft.com/office/officeart/2008/layout/VerticalCurvedList"/>
    <dgm:cxn modelId="{C949D3F0-D68C-4153-8CFA-AD35385B437A}" type="presParOf" srcId="{8E5FA4C6-81C2-4C02-B797-440434467453}" destId="{E4D7898C-9B9C-4831-B7EE-45AF0D08E339}" srcOrd="10" destOrd="0" presId="urn:microsoft.com/office/officeart/2008/layout/VerticalCurvedList"/>
    <dgm:cxn modelId="{3864BCF3-A342-4F9B-BA6D-CD6D7F828371}" type="presParOf" srcId="{E4D7898C-9B9C-4831-B7EE-45AF0D08E339}" destId="{CE3315B7-EBF1-4D98-B828-B0A683D42C04}" srcOrd="0" destOrd="0" presId="urn:microsoft.com/office/officeart/2008/layout/VerticalCurvedList"/>
    <dgm:cxn modelId="{D7BCEB24-E4C6-4ED2-A039-CF548668353B}" type="presParOf" srcId="{8E5FA4C6-81C2-4C02-B797-440434467453}" destId="{197550DF-02DE-4D35-8876-377095676AA0}" srcOrd="11" destOrd="0" presId="urn:microsoft.com/office/officeart/2008/layout/VerticalCurvedList"/>
    <dgm:cxn modelId="{C1C71085-E9FB-4453-B5F1-2D56FD212043}" type="presParOf" srcId="{8E5FA4C6-81C2-4C02-B797-440434467453}" destId="{B1455446-769C-46F1-9019-85B12556D10F}" srcOrd="12" destOrd="0" presId="urn:microsoft.com/office/officeart/2008/layout/VerticalCurvedList"/>
    <dgm:cxn modelId="{7ED16178-FB75-40A3-A495-5C7E7D39E1D5}" type="presParOf" srcId="{B1455446-769C-46F1-9019-85B12556D10F}" destId="{DD0CC840-A980-49AA-9B9C-A2A933CB9C3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7A8B48-67D2-46F8-BA26-4471EA617011}">
      <dsp:nvSpPr>
        <dsp:cNvPr id="0" name=""/>
        <dsp:cNvSpPr/>
      </dsp:nvSpPr>
      <dsp:spPr>
        <a:xfrm>
          <a:off x="2656492" y="608"/>
          <a:ext cx="4951585" cy="237251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NHAI (National Highways Authority of India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MoSRTH</a:t>
          </a: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 (Ministry of Surface Road Transportation &amp; Highways, </a:t>
          </a:r>
          <a:r>
            <a:rPr lang="en-US" sz="1200" kern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Govt</a:t>
          </a: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 of India)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State Highways &amp; Transportation Departments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Special Agencies -Road Development Corporations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Private Developers &amp; Contractors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Infrastructure development firms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Material and Equipment Suppliers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Consultants and Contracting Firms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656492" y="297172"/>
        <a:ext cx="4061894" cy="1779382"/>
      </dsp:txXfrm>
    </dsp:sp>
    <dsp:sp modelId="{F601C357-1E53-406C-9649-943E3FDE98A0}">
      <dsp:nvSpPr>
        <dsp:cNvPr id="0" name=""/>
        <dsp:cNvSpPr/>
      </dsp:nvSpPr>
      <dsp:spPr>
        <a:xfrm>
          <a:off x="644564" y="356651"/>
          <a:ext cx="2011928" cy="1660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Development Institutions</a:t>
          </a:r>
          <a:endParaRPr lang="en-US" sz="16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25619" y="437706"/>
        <a:ext cx="1849818" cy="1498315"/>
      </dsp:txXfrm>
    </dsp:sp>
    <dsp:sp modelId="{50B2D379-5D03-4C18-8A09-FF44120F09F5}">
      <dsp:nvSpPr>
        <dsp:cNvPr id="0" name=""/>
        <dsp:cNvSpPr/>
      </dsp:nvSpPr>
      <dsp:spPr>
        <a:xfrm>
          <a:off x="2656492" y="2610370"/>
          <a:ext cx="4951585" cy="2372510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Central Road Fund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Central and State Government (budgets)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Banks and Financial Institutions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Specialized Institutions –IDFC, IIFCL, LIC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General Public / Investors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Private Debt Financiers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Insurance and allied service firms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Infrastructure Debt Fund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656492" y="2906934"/>
        <a:ext cx="4061894" cy="1779382"/>
      </dsp:txXfrm>
    </dsp:sp>
    <dsp:sp modelId="{D0721634-213A-43EE-819A-E06E4DB10523}">
      <dsp:nvSpPr>
        <dsp:cNvPr id="0" name=""/>
        <dsp:cNvSpPr/>
      </dsp:nvSpPr>
      <dsp:spPr>
        <a:xfrm>
          <a:off x="644564" y="2966412"/>
          <a:ext cx="2011928" cy="16604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Financial Institutions</a:t>
          </a:r>
          <a:endParaRPr lang="en-US" sz="16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25619" y="3047467"/>
        <a:ext cx="1849818" cy="1498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9779E-3A42-4AC4-8993-F3CA7339E1F7}">
      <dsp:nvSpPr>
        <dsp:cNvPr id="0" name=""/>
        <dsp:cNvSpPr/>
      </dsp:nvSpPr>
      <dsp:spPr>
        <a:xfrm rot="5400000">
          <a:off x="5793833" y="-2739731"/>
          <a:ext cx="1207900" cy="684763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Authority provides clearance for road alignment, location of structures, land acquisition and environment clearance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performs </a:t>
          </a: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structural design, finance, construction and O&amp;M activity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 - concessionaire on the basis of </a:t>
          </a:r>
          <a:r>
            <a:rPr lang="en-US" sz="1200" kern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GoI</a:t>
          </a: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 toll policy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depending on road capacity, subject to maximum 30 years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-5400000">
        <a:off x="2973969" y="139098"/>
        <a:ext cx="6788665" cy="1089970"/>
      </dsp:txXfrm>
    </dsp:sp>
    <dsp:sp modelId="{5D39DAB9-81E6-441E-AAB4-73142692DB74}">
      <dsp:nvSpPr>
        <dsp:cNvPr id="0" name=""/>
        <dsp:cNvSpPr/>
      </dsp:nvSpPr>
      <dsp:spPr>
        <a:xfrm>
          <a:off x="877823" y="2066"/>
          <a:ext cx="2096145" cy="13640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BOT (Toll) mode of PPP contracting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944410" y="68653"/>
        <a:ext cx="1962971" cy="1230858"/>
      </dsp:txXfrm>
    </dsp:sp>
    <dsp:sp modelId="{F2A523CE-175E-40ED-B015-4B95F2F7EDE8}">
      <dsp:nvSpPr>
        <dsp:cNvPr id="0" name=""/>
        <dsp:cNvSpPr/>
      </dsp:nvSpPr>
      <dsp:spPr>
        <a:xfrm rot="5400000">
          <a:off x="5739528" y="-1307497"/>
          <a:ext cx="1316509" cy="6847630"/>
        </a:xfrm>
        <a:prstGeom prst="round2SameRect">
          <a:avLst/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Authority provides clearance for road alignment, location of structures, land acquisition and environment clearance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performs structural design, finance, construction and O&amp;M activity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by the authority separately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is paid fixed semi-annual annuity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is generally 20/ 17 years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-5400000">
        <a:off x="2973968" y="1522330"/>
        <a:ext cx="6783363" cy="1187975"/>
      </dsp:txXfrm>
    </dsp:sp>
    <dsp:sp modelId="{2F45202D-DF65-44AA-A92A-A43987B544AB}">
      <dsp:nvSpPr>
        <dsp:cNvPr id="0" name=""/>
        <dsp:cNvSpPr/>
      </dsp:nvSpPr>
      <dsp:spPr>
        <a:xfrm>
          <a:off x="877823" y="1434301"/>
          <a:ext cx="2096145" cy="1364032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BOT (Annuity) mode of PPP contracting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944410" y="1500888"/>
        <a:ext cx="1962971" cy="1230858"/>
      </dsp:txXfrm>
    </dsp:sp>
    <dsp:sp modelId="{2FA4AFED-F761-4E3F-BE20-A1728AB24C01}">
      <dsp:nvSpPr>
        <dsp:cNvPr id="0" name=""/>
        <dsp:cNvSpPr/>
      </dsp:nvSpPr>
      <dsp:spPr>
        <a:xfrm rot="5400000">
          <a:off x="5852170" y="124736"/>
          <a:ext cx="1091226" cy="6847630"/>
        </a:xfrm>
        <a:prstGeom prst="round2Same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is handed over developed road for O&amp;M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No capacity augmentation is dome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 is done by the concessionaire as per </a:t>
          </a:r>
          <a:r>
            <a:rPr lang="en-US" sz="1200" kern="1200" dirty="0" err="1" smtClean="0">
              <a:latin typeface="Verdana" panose="020B0604030504040204" pitchFamily="34" charset="0"/>
              <a:ea typeface="Verdana" panose="020B0604030504040204" pitchFamily="34" charset="0"/>
            </a:rPr>
            <a:t>GoI</a:t>
          </a: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 toll policy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Concessionaire pays annual concession fee to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period is 4-9 years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-5400000">
        <a:off x="2973969" y="3056207"/>
        <a:ext cx="6794361" cy="984688"/>
      </dsp:txXfrm>
    </dsp:sp>
    <dsp:sp modelId="{4C1647F7-818A-4458-8F0E-5923B9CB80CD}">
      <dsp:nvSpPr>
        <dsp:cNvPr id="0" name=""/>
        <dsp:cNvSpPr/>
      </dsp:nvSpPr>
      <dsp:spPr>
        <a:xfrm>
          <a:off x="877823" y="2866535"/>
          <a:ext cx="2096145" cy="1364032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OMT mode of PPP contracting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944410" y="2933122"/>
        <a:ext cx="1962971" cy="12308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73875-AB1F-4709-9AB9-6EF3B38DB08C}">
      <dsp:nvSpPr>
        <dsp:cNvPr id="0" name=""/>
        <dsp:cNvSpPr/>
      </dsp:nvSpPr>
      <dsp:spPr>
        <a:xfrm>
          <a:off x="1093" y="355878"/>
          <a:ext cx="2132730" cy="85309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Service contracts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93" y="355878"/>
        <a:ext cx="1919457" cy="853092"/>
      </dsp:txXfrm>
    </dsp:sp>
    <dsp:sp modelId="{EB12CD6A-47EE-4B9E-9952-7CE2AC1D3E79}">
      <dsp:nvSpPr>
        <dsp:cNvPr id="0" name=""/>
        <dsp:cNvSpPr/>
      </dsp:nvSpPr>
      <dsp:spPr>
        <a:xfrm>
          <a:off x="1707277" y="355878"/>
          <a:ext cx="2132730" cy="8530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Management contracts	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133823" y="355878"/>
        <a:ext cx="1279638" cy="853092"/>
      </dsp:txXfrm>
    </dsp:sp>
    <dsp:sp modelId="{916B9F81-71CB-44C4-9A5A-9D0EAFC6F7C7}">
      <dsp:nvSpPr>
        <dsp:cNvPr id="0" name=""/>
        <dsp:cNvSpPr/>
      </dsp:nvSpPr>
      <dsp:spPr>
        <a:xfrm>
          <a:off x="3413461" y="355878"/>
          <a:ext cx="2132730" cy="8530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Lease contract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840007" y="355878"/>
        <a:ext cx="1279638" cy="853092"/>
      </dsp:txXfrm>
    </dsp:sp>
    <dsp:sp modelId="{DEA6F805-BB1B-4A4B-8D21-5C88679DF265}">
      <dsp:nvSpPr>
        <dsp:cNvPr id="0" name=""/>
        <dsp:cNvSpPr/>
      </dsp:nvSpPr>
      <dsp:spPr>
        <a:xfrm>
          <a:off x="5119646" y="355878"/>
          <a:ext cx="2132730" cy="8530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Concession BOT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546192" y="355878"/>
        <a:ext cx="1279638" cy="853092"/>
      </dsp:txXfrm>
    </dsp:sp>
    <dsp:sp modelId="{E33918DF-55B3-40CF-83BB-753DDC2970C5}">
      <dsp:nvSpPr>
        <dsp:cNvPr id="0" name=""/>
        <dsp:cNvSpPr/>
      </dsp:nvSpPr>
      <dsp:spPr>
        <a:xfrm>
          <a:off x="6825830" y="355878"/>
          <a:ext cx="2132730" cy="8530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BOO/BOOT divestiture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252376" y="355878"/>
        <a:ext cx="1279638" cy="8530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47B24-6D1E-4A66-9DB7-589A66D09514}">
      <dsp:nvSpPr>
        <dsp:cNvPr id="0" name=""/>
        <dsp:cNvSpPr/>
      </dsp:nvSpPr>
      <dsp:spPr>
        <a:xfrm>
          <a:off x="3286" y="12876"/>
          <a:ext cx="3203971" cy="12815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Bill of Quantity/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Item Rate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Contracts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286" y="12876"/>
        <a:ext cx="3203971" cy="1281588"/>
      </dsp:txXfrm>
    </dsp:sp>
    <dsp:sp modelId="{43CB57AF-3F40-4DC1-AC5B-16306D1D4629}">
      <dsp:nvSpPr>
        <dsp:cNvPr id="0" name=""/>
        <dsp:cNvSpPr/>
      </dsp:nvSpPr>
      <dsp:spPr>
        <a:xfrm>
          <a:off x="3286" y="1294464"/>
          <a:ext cx="3203971" cy="202032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Design, engineering and quantity estimation -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Contractors need to quote rates against each item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to contractors is based on quantum of work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286" y="1294464"/>
        <a:ext cx="3203971" cy="2020320"/>
      </dsp:txXfrm>
    </dsp:sp>
    <dsp:sp modelId="{F2D7F933-F1C6-4EB7-8FEA-F7E596C6875E}">
      <dsp:nvSpPr>
        <dsp:cNvPr id="0" name=""/>
        <dsp:cNvSpPr/>
      </dsp:nvSpPr>
      <dsp:spPr>
        <a:xfrm>
          <a:off x="3655814" y="12876"/>
          <a:ext cx="3203971" cy="1281588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Engineering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Procurement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Construction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655814" y="12876"/>
        <a:ext cx="3203971" cy="1281588"/>
      </dsp:txXfrm>
    </dsp:sp>
    <dsp:sp modelId="{EFA0A51E-6D52-4FFF-AE72-90DAD10772D4}">
      <dsp:nvSpPr>
        <dsp:cNvPr id="0" name=""/>
        <dsp:cNvSpPr/>
      </dsp:nvSpPr>
      <dsp:spPr>
        <a:xfrm>
          <a:off x="3655814" y="1294464"/>
          <a:ext cx="3203971" cy="2020320"/>
        </a:xfrm>
        <a:prstGeom prst="rect">
          <a:avLst/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Items and output specification -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Design engineering and quantity estimation - developers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Contractors quote lump sum amount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to contractors is based on quantum of work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655814" y="1294464"/>
        <a:ext cx="3203971" cy="2020320"/>
      </dsp:txXfrm>
    </dsp:sp>
    <dsp:sp modelId="{93BC77B1-0BA2-4510-8EE7-388C1A69F374}">
      <dsp:nvSpPr>
        <dsp:cNvPr id="0" name=""/>
        <dsp:cNvSpPr/>
      </dsp:nvSpPr>
      <dsp:spPr>
        <a:xfrm>
          <a:off x="7308342" y="12876"/>
          <a:ext cx="3203971" cy="1281588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Operation and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>
              <a:latin typeface="Verdana" panose="020B0604030504040204" pitchFamily="34" charset="0"/>
              <a:ea typeface="Verdana" panose="020B0604030504040204" pitchFamily="34" charset="0"/>
            </a:rPr>
            <a:t>maintenance</a:t>
          </a:r>
          <a:endParaRPr lang="en-US" sz="1200" b="1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308342" y="12876"/>
        <a:ext cx="3203971" cy="1281588"/>
      </dsp:txXfrm>
    </dsp:sp>
    <dsp:sp modelId="{9F253195-4716-41FF-AB56-78FC43257D19}">
      <dsp:nvSpPr>
        <dsp:cNvPr id="0" name=""/>
        <dsp:cNvSpPr/>
      </dsp:nvSpPr>
      <dsp:spPr>
        <a:xfrm>
          <a:off x="7308342" y="1294464"/>
          <a:ext cx="3203971" cy="2020320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Contractor need to maintain road as per standard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Payment is routine maintenance and incidental items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Contract period generally one year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Tolling, if any, is done separately by the authority</a:t>
          </a:r>
          <a:endParaRPr lang="en-US" sz="12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308342" y="1294464"/>
        <a:ext cx="3203971" cy="20203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2998B-46DB-460B-84CF-02AD3016E0AC}">
      <dsp:nvSpPr>
        <dsp:cNvPr id="0" name=""/>
        <dsp:cNvSpPr/>
      </dsp:nvSpPr>
      <dsp:spPr>
        <a:xfrm>
          <a:off x="-4856061" y="-744197"/>
          <a:ext cx="5783727" cy="5783727"/>
        </a:xfrm>
        <a:prstGeom prst="blockArc">
          <a:avLst>
            <a:gd name="adj1" fmla="val 18900000"/>
            <a:gd name="adj2" fmla="val 2700000"/>
            <a:gd name="adj3" fmla="val 37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86279E-53A3-4437-B91B-8D8066744E00}">
      <dsp:nvSpPr>
        <dsp:cNvPr id="0" name=""/>
        <dsp:cNvSpPr/>
      </dsp:nvSpPr>
      <dsp:spPr>
        <a:xfrm>
          <a:off x="346209" y="226192"/>
          <a:ext cx="4622530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Inefficient transfer of commercial risk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46209" y="226192"/>
        <a:ext cx="4622530" cy="452212"/>
      </dsp:txXfrm>
    </dsp:sp>
    <dsp:sp modelId="{9CF0F4ED-D191-423E-A87D-6CE1538577B5}">
      <dsp:nvSpPr>
        <dsp:cNvPr id="0" name=""/>
        <dsp:cNvSpPr/>
      </dsp:nvSpPr>
      <dsp:spPr>
        <a:xfrm>
          <a:off x="63576" y="169665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BCAED8-0544-4334-99F8-9C49FE96570F}">
      <dsp:nvSpPr>
        <dsp:cNvPr id="0" name=""/>
        <dsp:cNvSpPr/>
      </dsp:nvSpPr>
      <dsp:spPr>
        <a:xfrm>
          <a:off x="718185" y="904425"/>
          <a:ext cx="4250554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Delay in land acquisition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18185" y="904425"/>
        <a:ext cx="4250554" cy="452212"/>
      </dsp:txXfrm>
    </dsp:sp>
    <dsp:sp modelId="{D4A73BEC-9F12-49B7-A8A8-C407964FCD97}">
      <dsp:nvSpPr>
        <dsp:cNvPr id="0" name=""/>
        <dsp:cNvSpPr/>
      </dsp:nvSpPr>
      <dsp:spPr>
        <a:xfrm>
          <a:off x="435552" y="847898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1A2E4-73B2-42D5-B800-871078C17B4F}">
      <dsp:nvSpPr>
        <dsp:cNvPr id="0" name=""/>
        <dsp:cNvSpPr/>
      </dsp:nvSpPr>
      <dsp:spPr>
        <a:xfrm>
          <a:off x="888280" y="1582658"/>
          <a:ext cx="4080459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Arbitration and litigation complications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888280" y="1582658"/>
        <a:ext cx="4080459" cy="452212"/>
      </dsp:txXfrm>
    </dsp:sp>
    <dsp:sp modelId="{E3C3E129-F3C6-4F96-ADA7-EE30BC71E221}">
      <dsp:nvSpPr>
        <dsp:cNvPr id="0" name=""/>
        <dsp:cNvSpPr/>
      </dsp:nvSpPr>
      <dsp:spPr>
        <a:xfrm>
          <a:off x="605647" y="1526131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DF0DE-B0FC-4054-8F16-EB983A932086}">
      <dsp:nvSpPr>
        <dsp:cNvPr id="0" name=""/>
        <dsp:cNvSpPr/>
      </dsp:nvSpPr>
      <dsp:spPr>
        <a:xfrm>
          <a:off x="888280" y="2260461"/>
          <a:ext cx="4080459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Delay and default during construction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888280" y="2260461"/>
        <a:ext cx="4080459" cy="452212"/>
      </dsp:txXfrm>
    </dsp:sp>
    <dsp:sp modelId="{F3FC3B76-079B-454B-9DAB-EE91506D7D9F}">
      <dsp:nvSpPr>
        <dsp:cNvPr id="0" name=""/>
        <dsp:cNvSpPr/>
      </dsp:nvSpPr>
      <dsp:spPr>
        <a:xfrm>
          <a:off x="605647" y="2203935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A5762-8A59-4349-9703-F56C37DC805B}">
      <dsp:nvSpPr>
        <dsp:cNvPr id="0" name=""/>
        <dsp:cNvSpPr/>
      </dsp:nvSpPr>
      <dsp:spPr>
        <a:xfrm>
          <a:off x="718185" y="2938695"/>
          <a:ext cx="4250554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Improper financial availability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718185" y="2938695"/>
        <a:ext cx="4250554" cy="452212"/>
      </dsp:txXfrm>
    </dsp:sp>
    <dsp:sp modelId="{CE3315B7-EBF1-4D98-B828-B0A683D42C04}">
      <dsp:nvSpPr>
        <dsp:cNvPr id="0" name=""/>
        <dsp:cNvSpPr/>
      </dsp:nvSpPr>
      <dsp:spPr>
        <a:xfrm>
          <a:off x="435552" y="2882168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550DF-02DE-4D35-8876-377095676AA0}">
      <dsp:nvSpPr>
        <dsp:cNvPr id="0" name=""/>
        <dsp:cNvSpPr/>
      </dsp:nvSpPr>
      <dsp:spPr>
        <a:xfrm>
          <a:off x="346209" y="3616928"/>
          <a:ext cx="4622530" cy="4522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8944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Verdana" panose="020B0604030504040204" pitchFamily="34" charset="0"/>
              <a:ea typeface="Verdana" panose="020B0604030504040204" pitchFamily="34" charset="0"/>
            </a:rPr>
            <a:t>Declining participation of private sector</a:t>
          </a:r>
          <a:endParaRPr lang="en-US" sz="14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46209" y="3616928"/>
        <a:ext cx="4622530" cy="452212"/>
      </dsp:txXfrm>
    </dsp:sp>
    <dsp:sp modelId="{DD0CC840-A980-49AA-9B9C-A2A933CB9C3A}">
      <dsp:nvSpPr>
        <dsp:cNvPr id="0" name=""/>
        <dsp:cNvSpPr/>
      </dsp:nvSpPr>
      <dsp:spPr>
        <a:xfrm>
          <a:off x="63576" y="3560401"/>
          <a:ext cx="565265" cy="56526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3BC9D-9175-42DB-87DF-6CE2479C12DE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F4B34-B89A-4D90-9432-F9DD47B19B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9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ctimes.indiatimes.com/news/economy/infrastructure/nhai-identifies-950-km-highway-projects-to-be-built-at-rs-30000-cr-under-ppp/articleshow/71202337.cms?utm_source=contentofinterest&amp;utm_medium=text&amp;utm_campaign=cppst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ilfsindia.com/stories/pioneering-the-ppp-model-for-roads/" TargetMode="External"/><Relationship Id="rId4" Type="http://schemas.openxmlformats.org/officeDocument/2006/relationships/hyperlink" Target="https://pib.gov.in/newsite/PrintRelease.aspx?relid=196000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smtClean="0"/>
              <a:t>http://royal-civil.blogspot.com/2008/08/classification-of-roads-in-india.html </a:t>
            </a:r>
          </a:p>
          <a:p>
            <a:pPr marL="228600" indent="-228600">
              <a:buAutoNum type="arabicParenR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4F4B34-B89A-4D90-9432-F9DD47B19B3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36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hlinkClick r:id="rId3"/>
              </a:rPr>
              <a:t>https://economictimes.indiatimes.com/news/economy/infrastructure/nhai-identifies-950-km-highway-projects-to-be-built-at-rs-30000-cr-under-ppp/articleshow/71202337.cms?utm_source=contentofinterest&amp;utm_medium=text&amp;utm_campaign=cppst</a:t>
            </a:r>
            <a:endParaRPr lang="en-US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IN" dirty="0" smtClean="0">
                <a:hlinkClick r:id="rId4"/>
              </a:rPr>
              <a:t>https://pib.gov.in/newsite/PrintRelease.aspx?relid=196000</a:t>
            </a:r>
            <a:endParaRPr lang="en-IN" dirty="0" smtClean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IN" dirty="0" smtClean="0">
                <a:hlinkClick r:id="rId5"/>
              </a:rPr>
              <a:t>https://www.ilfsindia.com/stories/pioneering-the-ppp-model-for-roads/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4F4B34-B89A-4D90-9432-F9DD47B19B3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97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13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10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1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957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47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0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5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217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5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9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2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BEE1D-5B72-4D87-80E8-0B7A9AE5B4B4}" type="datetimeFigureOut">
              <a:rPr lang="en-IN" smtClean="0"/>
              <a:t>30-01-2020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DB5F3-C8AA-4B39-8F36-BFC65D5C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37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Road </a:t>
            </a:r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network</a:t>
            </a:r>
            <a:r>
              <a:rPr lang="en-US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in India</a:t>
            </a:r>
            <a:endParaRPr lang="en-I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711106"/>
            <a:ext cx="47424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Road network in India consists of Expressways, National Highways (NH), State Highways (SH), Major District roads,  Other District Roads, Village roads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National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Highways and Expressways carry the major chunk of total road traffic but constitute only % of the total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length.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India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has the second largest road network across the world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at 4.7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million km. This road network transports more than 60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per cent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of all goods in the country and 85 per cent of India’s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total 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passenger traffic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Ø"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Together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, road sector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contribute 4.7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% to India’s GDP.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093653"/>
              </p:ext>
            </p:extLst>
          </p:nvPr>
        </p:nvGraphicFramePr>
        <p:xfrm>
          <a:off x="5580670" y="1762811"/>
          <a:ext cx="6117993" cy="452329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9331">
                  <a:extLst>
                    <a:ext uri="{9D8B030D-6E8A-4147-A177-3AD203B41FA5}">
                      <a16:colId xmlns:a16="http://schemas.microsoft.com/office/drawing/2014/main" val="2898554665"/>
                    </a:ext>
                  </a:extLst>
                </a:gridCol>
                <a:gridCol w="2039331">
                  <a:extLst>
                    <a:ext uri="{9D8B030D-6E8A-4147-A177-3AD203B41FA5}">
                      <a16:colId xmlns:a16="http://schemas.microsoft.com/office/drawing/2014/main" val="2317474608"/>
                    </a:ext>
                  </a:extLst>
                </a:gridCol>
                <a:gridCol w="2039331">
                  <a:extLst>
                    <a:ext uri="{9D8B030D-6E8A-4147-A177-3AD203B41FA5}">
                      <a16:colId xmlns:a16="http://schemas.microsoft.com/office/drawing/2014/main" val="3549472087"/>
                    </a:ext>
                  </a:extLst>
                </a:gridCol>
              </a:tblGrid>
              <a:tr h="30368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Type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Stakeholders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Description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047587"/>
                  </a:ext>
                </a:extLst>
              </a:tr>
              <a:tr h="151135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Government</a:t>
                      </a:r>
                      <a:r>
                        <a:rPr lang="en-US" sz="1200" baseline="0" dirty="0" smtClean="0"/>
                        <a:t> (Centre)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 smtClean="0"/>
                        <a:t>► Ministry of Roads, Transport &amp; Highways</a:t>
                      </a:r>
                    </a:p>
                    <a:p>
                      <a:r>
                        <a:rPr lang="en-US" sz="1200" u="none" strike="noStrike" kern="1200" baseline="0" dirty="0" smtClean="0"/>
                        <a:t>► National Highways Authority of India (NHAI)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 Planning Commission/ NITI </a:t>
                      </a:r>
                      <a:r>
                        <a:rPr lang="en-IN" sz="1200" u="none" strike="noStrike" kern="1200" baseline="0" dirty="0" err="1" smtClean="0"/>
                        <a:t>Aayog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►Overall policy framework, integration</a:t>
                      </a:r>
                    </a:p>
                    <a:p>
                      <a:r>
                        <a:rPr lang="en-IN" sz="1200" u="none" strike="noStrike" kern="1200" baseline="0" dirty="0" smtClean="0"/>
                        <a:t>and plans approval</a:t>
                      </a:r>
                    </a:p>
                    <a:p>
                      <a:r>
                        <a:rPr lang="en-US" sz="1200" u="none" strike="noStrike" kern="1200" baseline="0" dirty="0" smtClean="0"/>
                        <a:t>►Development and maintenance of NHs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552117"/>
                  </a:ext>
                </a:extLst>
              </a:tr>
              <a:tr h="119317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Government (State/ Urban Local Bodies)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 State Roads &amp; Buildings Department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 State Highways Development Bodies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 Public Works Department (PWD)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►Framing state level policies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►Developing and executing projects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967159"/>
                  </a:ext>
                </a:extLst>
              </a:tr>
              <a:tr h="55681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Financial Institutions</a:t>
                      </a:r>
                      <a:endParaRPr lang="en-US" sz="1200" dirty="0" smtClean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 Public &amp; Private Sector Banks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 Private equity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u="none" strike="noStrike" kern="1200" baseline="0" dirty="0" smtClean="0"/>
                        <a:t>►Provide financing for roads sector</a:t>
                      </a:r>
                    </a:p>
                    <a:p>
                      <a:r>
                        <a:rPr lang="en-IN" sz="1200" u="none" strike="noStrike" kern="1200" baseline="0" dirty="0" smtClean="0"/>
                        <a:t>projects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621160"/>
                  </a:ext>
                </a:extLst>
              </a:tr>
              <a:tr h="874997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Developers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 Private Developers</a:t>
                      </a:r>
                    </a:p>
                    <a:p>
                      <a:r>
                        <a:rPr lang="en-IN" sz="1200" u="none" strike="noStrike" kern="1200" baseline="0" dirty="0" smtClean="0"/>
                        <a:t>► Public Sector Enterprises e.g. NHAI ,</a:t>
                      </a:r>
                    </a:p>
                    <a:p>
                      <a:r>
                        <a:rPr lang="en-IN" sz="1200" u="none" strike="noStrike" kern="1200" baseline="0" dirty="0" smtClean="0"/>
                        <a:t>etc</a:t>
                      </a:r>
                      <a:r>
                        <a:rPr lang="en-IN" sz="1200" u="none" strike="noStrike" kern="1200" baseline="0" dirty="0" smtClean="0"/>
                        <a:t>.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u="none" strike="noStrike" kern="1200" baseline="0" dirty="0" smtClean="0"/>
                        <a:t>►Developing and executing projects</a:t>
                      </a:r>
                      <a:endParaRPr lang="en-IN" sz="12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48835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3855182"/>
            <a:ext cx="4667054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PPP model in India</a:t>
            </a:r>
            <a:endParaRPr lang="en-IN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4306240"/>
            <a:ext cx="47424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PPP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model started in mid 1990s. Initial model 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was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BOT (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Toll)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Rau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Pitampura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(11.5 km) state highway of Madhya Pradesh – First PPP project in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road 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awarded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in 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1993</a:t>
            </a:r>
            <a:endParaRPr lang="en-US" sz="12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Ministry of Civil Aviation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first used in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2002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BOT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(Annuity) model for NH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projects was started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in 2002-03 – NHAI awarded 8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projects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In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2009, NHAI introduced PPP model for maintenance of NHs - OMT (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Operate </a:t>
            </a:r>
            <a:r>
              <a:rPr lang="en-IN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Maintain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Transfer) model</a:t>
            </a:r>
            <a:endParaRPr lang="en-IN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86303" y="1357418"/>
            <a:ext cx="5729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Key stakeholders in the Indian road sector</a:t>
            </a:r>
            <a:endParaRPr lang="en-IN" b="1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9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Institutional Framework for road development in India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923997499"/>
              </p:ext>
            </p:extLst>
          </p:nvPr>
        </p:nvGraphicFramePr>
        <p:xfrm>
          <a:off x="-258714" y="1389030"/>
          <a:ext cx="8252643" cy="4983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3935" y="1765896"/>
            <a:ext cx="4124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Initiatives to push private sector funding in road sector</a:t>
            </a: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3935" y="2581989"/>
            <a:ext cx="4124527" cy="286232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Viability </a:t>
            </a:r>
            <a:r>
              <a:rPr lang="en-US" dirty="0"/>
              <a:t>Gap Funding for Highway development projects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Model </a:t>
            </a:r>
            <a:r>
              <a:rPr lang="en-US" dirty="0"/>
              <a:t>Concession Agreement for Small and Large Road Projects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Project </a:t>
            </a:r>
            <a:r>
              <a:rPr lang="en-US" dirty="0"/>
              <a:t>Development Fund for meeting expenses of DPR preparation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smtClean="0"/>
              <a:t>PPP </a:t>
            </a:r>
            <a:r>
              <a:rPr lang="en-US" dirty="0"/>
              <a:t>Advisory Committee for the Project Scrutiny and Clearance </a:t>
            </a:r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Subsidies and Grants for Special Projects/ Purposes </a:t>
            </a:r>
          </a:p>
        </p:txBody>
      </p:sp>
    </p:spTree>
    <p:extLst>
      <p:ext uri="{BB962C8B-B14F-4D97-AF65-F5344CB8AC3E}">
        <p14:creationId xmlns:p14="http://schemas.microsoft.com/office/powerpoint/2010/main" val="364823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Traditional PPP models</a:t>
            </a:r>
            <a:endParaRPr lang="en-I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30061386"/>
              </p:ext>
            </p:extLst>
          </p:nvPr>
        </p:nvGraphicFramePr>
        <p:xfrm>
          <a:off x="518474" y="2290712"/>
          <a:ext cx="10699422" cy="4232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9068727"/>
              </p:ext>
            </p:extLst>
          </p:nvPr>
        </p:nvGraphicFramePr>
        <p:xfrm>
          <a:off x="1390977" y="908263"/>
          <a:ext cx="8959654" cy="156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77196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12283436"/>
              </p:ext>
            </p:extLst>
          </p:nvPr>
        </p:nvGraphicFramePr>
        <p:xfrm>
          <a:off x="838200" y="2941163"/>
          <a:ext cx="10515600" cy="3327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55698"/>
            <a:ext cx="10515600" cy="1325563"/>
          </a:xfrm>
        </p:spPr>
        <p:txBody>
          <a:bodyPr>
            <a:normAutofit/>
          </a:bodyPr>
          <a:lstStyle/>
          <a:p>
            <a:r>
              <a:rPr lang="en-IN" sz="1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Non-PPP models for road projects</a:t>
            </a:r>
            <a:endParaRPr lang="en-I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2035" y="1373748"/>
            <a:ext cx="1509259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Investment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6777872" y="132026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Arrow 7"/>
          <p:cNvSpPr/>
          <p:nvPr/>
        </p:nvSpPr>
        <p:spPr>
          <a:xfrm rot="10800000">
            <a:off x="3964614" y="132026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069436" y="1380609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Private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53002" y="137374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Public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58045" y="2095636"/>
            <a:ext cx="1617238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Government</a:t>
            </a:r>
            <a:endParaRPr lang="en-IN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6786309" y="2037986"/>
            <a:ext cx="97840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 rot="10800000">
            <a:off x="3964614" y="2037986"/>
            <a:ext cx="97840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069436" y="2099805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Enabler &amp; Regulator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8083" y="2095636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Service Provider</a:t>
            </a: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01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New PPP models in India (1/2)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flipH="1">
            <a:off x="838200" y="1882698"/>
            <a:ext cx="52043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Modified Annuity (Grant + Annuity+ Toll)</a:t>
            </a: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2413262"/>
            <a:ext cx="5204380" cy="3539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Concessionaire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partly finance, construct, toll &amp; manage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Authority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pay part of construction cost as capital grant during construction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and balance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as annuity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Separate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payment for O&amp;M as a % of project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O&amp;M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is delinked to annuity payment and subject to adherence to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Recommended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for stretches where BOT Toll in its traditional form is unviable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due to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high project cost and the absence of commensurate revenue streams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334812" y="1882698"/>
            <a:ext cx="18854" cy="4621797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6645898" y="1882698"/>
            <a:ext cx="520438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Hybrid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PPP (Interest free loan + Toll)</a:t>
            </a: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45898" y="2413262"/>
            <a:ext cx="5204380" cy="35394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Concessionaire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construct, toll &amp; manage the road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Authority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pay part of the construction cost as interest free loan during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Repayment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of interest free loan after a predetermined PCU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Bidding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parameter is the amount of interest free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loan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Project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is jointly funded by the authority and the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concessionaire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Repayment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is after stabilization of cash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69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New PPP models in India (2/2)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flipH="1">
            <a:off x="838200" y="1759587"/>
            <a:ext cx="520438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BOT model </a:t>
            </a:r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with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construction </a:t>
            </a:r>
            <a:r>
              <a:rPr lang="en-US" sz="1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financed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by authority</a:t>
            </a: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2413262"/>
            <a:ext cx="5204380" cy="36933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Same </a:t>
            </a:r>
            <a:r>
              <a:rPr lang="en-US" dirty="0"/>
              <a:t>as BOT (Toll) model but construction is financed by authority separately </a:t>
            </a:r>
            <a:r>
              <a:rPr lang="en-US" dirty="0" smtClean="0"/>
              <a:t>as per </a:t>
            </a:r>
            <a:r>
              <a:rPr lang="en-US" dirty="0"/>
              <a:t>payment terms similar to EPC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Same </a:t>
            </a:r>
            <a:r>
              <a:rPr lang="en-US" dirty="0"/>
              <a:t>concessionaire undertakes construction, O&amp;M and tolling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Annual </a:t>
            </a:r>
            <a:r>
              <a:rPr lang="en-US" dirty="0"/>
              <a:t>concession fee is paid by the concessionaire in lieu of tolling throughout </a:t>
            </a:r>
            <a:r>
              <a:rPr lang="en-US" dirty="0" smtClean="0"/>
              <a:t>the </a:t>
            </a:r>
            <a:r>
              <a:rPr lang="en-IN" dirty="0" smtClean="0"/>
              <a:t>concession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financing risk is not with the concessionaire - financing at a lower </a:t>
            </a:r>
            <a:r>
              <a:rPr lang="en-US" dirty="0" smtClean="0"/>
              <a:t>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Timely completion of the project </a:t>
            </a:r>
            <a:r>
              <a:rPr lang="en-US" dirty="0" smtClean="0"/>
              <a:t>with better </a:t>
            </a:r>
            <a:r>
              <a:rPr lang="en-US" dirty="0"/>
              <a:t>management of cost and </a:t>
            </a:r>
            <a:r>
              <a:rPr lang="en-US" dirty="0" smtClean="0"/>
              <a:t>reduction </a:t>
            </a:r>
            <a:r>
              <a:rPr lang="en-US" dirty="0"/>
              <a:t>of residual default and abandonment risk</a:t>
            </a:r>
            <a:endParaRPr lang="en-IN" dirty="0" smtClean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334812" y="1882698"/>
            <a:ext cx="18854" cy="4621797"/>
          </a:xfrm>
          <a:prstGeom prst="line">
            <a:avLst/>
          </a:prstGeom>
          <a:ln w="127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6645898" y="1882698"/>
            <a:ext cx="5204380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BOT Toll with funded EPC for structures</a:t>
            </a: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45898" y="2413262"/>
            <a:ext cx="5204380" cy="36625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Critical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and complex project infrastructures like tunnels, bridges etc. in a BOT Toll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stretch developed on EPC basis by the same 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Authority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funds the critical and complex project infrastructures separately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Such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bundling will improve the viability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EPC payment and the milestones for critical structures are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predetermined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Better </a:t>
            </a:r>
            <a:r>
              <a:rPr lang="en-US" dirty="0"/>
              <a:t>availability of capital to finance the project and a better managed cost </a:t>
            </a:r>
            <a:r>
              <a:rPr lang="en-US" dirty="0" smtClean="0"/>
              <a:t>of </a:t>
            </a:r>
            <a:r>
              <a:rPr lang="en-IN" dirty="0" smtClean="0"/>
              <a:t>finance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Balanced </a:t>
            </a:r>
            <a:r>
              <a:rPr lang="en-US" dirty="0"/>
              <a:t>construction risk in the complex </a:t>
            </a:r>
            <a:r>
              <a:rPr lang="en-US" dirty="0" smtClean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383792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Incentives and Challenges to PPP in road sector in India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254542085"/>
              </p:ext>
            </p:extLst>
          </p:nvPr>
        </p:nvGraphicFramePr>
        <p:xfrm>
          <a:off x="6326220" y="1622593"/>
          <a:ext cx="5027580" cy="4295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1642561"/>
            <a:ext cx="4708187" cy="440120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Declaration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of road as an industry and allowing 100% FDI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Government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 carry out all preparatory work including land acquisition and utility removal. Right of way (ROW) to be made available to concessionaires free from all encumbrances.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NHAI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 GOI to provide capital grant up to 40% of project cost to enhance viability on a case to case basis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100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% tax exemption for 5 years and 30% relief for next 5 years, which may be availed of in 20 years.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Higher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Concession period allowed up to 30 years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Arbitration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and Conciliation Act 1996 based on UNICITRAL provisions.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BOT projects entrepreneur are allowed to collect and retain tolls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4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Duty </a:t>
            </a:r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free import of specified modern high capacity equipment for highway construction. </a:t>
            </a:r>
          </a:p>
        </p:txBody>
      </p:sp>
    </p:spTree>
    <p:extLst>
      <p:ext uri="{BB962C8B-B14F-4D97-AF65-F5344CB8AC3E}">
        <p14:creationId xmlns:p14="http://schemas.microsoft.com/office/powerpoint/2010/main" val="229703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PPP road projects in India at glance and outlook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6426" y="1379403"/>
            <a:ext cx="9797373" cy="3554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In 1992, the Governments of Delhi and Uttar Pradesh with the Government of India established a Steering Committee to consider options for a greenfield bridge linking Noida to Delhi. To develop and finance the bridge, the authorities approached IL&amp;FS, who conceived the Delhi-Noida Toll Bridge as a Public Private Partnership (PPP) project.</a:t>
            </a:r>
            <a:endParaRPr lang="en-US" sz="1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national highways authority of India (NHAI) is set to offer around 950 kilometres of road stretches worth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Rs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. 30,000 crores on Build-Operate-Transfer (BOT), and has invited pre-qualification bids to gauge investors’ sentiments at a time when the government is working to revive public-private partnership (PPP) in the sector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1400" dirty="0">
                <a:latin typeface="Verdana" panose="020B0604030504040204" pitchFamily="34" charset="0"/>
                <a:ea typeface="Verdana" panose="020B0604030504040204" pitchFamily="34" charset="0"/>
              </a:rPr>
              <a:t>The identified stretches cover about 950 km with a cost of about Rs.30,000 Crore in the states of Andhra Pradesh, Haryana, Maharashtra, Karnataka, Tamil Nadu, West Bengal, Chhattisgarh and Madhya Pradesh</a:t>
            </a:r>
            <a:r>
              <a:rPr lang="en-IN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The Asian Development Bank (ADB) and the Government of India today signed a $490 million loan for public-private partnership (PPP) project to upgrade about 1,600 km of state highways and major district roads (MDRs) from single-lane to two-lane widths in the state of Madhya Pradesh. An additional $286 million investment will be mobilised through private sector participation under the PPP modality.</a:t>
            </a:r>
            <a:endParaRPr lang="en-IN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reeform 703"/>
          <p:cNvSpPr>
            <a:spLocks noChangeAspect="1" noEditPoints="1"/>
          </p:cNvSpPr>
          <p:nvPr/>
        </p:nvSpPr>
        <p:spPr bwMode="auto">
          <a:xfrm>
            <a:off x="535826" y="1379403"/>
            <a:ext cx="855227" cy="855227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224 w 512"/>
              <a:gd name="T11" fmla="*/ 330 h 512"/>
              <a:gd name="T12" fmla="*/ 221 w 512"/>
              <a:gd name="T13" fmla="*/ 338 h 512"/>
              <a:gd name="T14" fmla="*/ 189 w 512"/>
              <a:gd name="T15" fmla="*/ 370 h 512"/>
              <a:gd name="T16" fmla="*/ 181 w 512"/>
              <a:gd name="T17" fmla="*/ 373 h 512"/>
              <a:gd name="T18" fmla="*/ 173 w 512"/>
              <a:gd name="T19" fmla="*/ 370 h 512"/>
              <a:gd name="T20" fmla="*/ 173 w 512"/>
              <a:gd name="T21" fmla="*/ 355 h 512"/>
              <a:gd name="T22" fmla="*/ 202 w 512"/>
              <a:gd name="T23" fmla="*/ 326 h 512"/>
              <a:gd name="T24" fmla="*/ 202 w 512"/>
              <a:gd name="T25" fmla="*/ 298 h 512"/>
              <a:gd name="T26" fmla="*/ 106 w 512"/>
              <a:gd name="T27" fmla="*/ 298 h 512"/>
              <a:gd name="T28" fmla="*/ 96 w 512"/>
              <a:gd name="T29" fmla="*/ 288 h 512"/>
              <a:gd name="T30" fmla="*/ 106 w 512"/>
              <a:gd name="T31" fmla="*/ 277 h 512"/>
              <a:gd name="T32" fmla="*/ 202 w 512"/>
              <a:gd name="T33" fmla="*/ 277 h 512"/>
              <a:gd name="T34" fmla="*/ 202 w 512"/>
              <a:gd name="T35" fmla="*/ 234 h 512"/>
              <a:gd name="T36" fmla="*/ 106 w 512"/>
              <a:gd name="T37" fmla="*/ 234 h 512"/>
              <a:gd name="T38" fmla="*/ 96 w 512"/>
              <a:gd name="T39" fmla="*/ 224 h 512"/>
              <a:gd name="T40" fmla="*/ 106 w 512"/>
              <a:gd name="T41" fmla="*/ 213 h 512"/>
              <a:gd name="T42" fmla="*/ 202 w 512"/>
              <a:gd name="T43" fmla="*/ 213 h 512"/>
              <a:gd name="T44" fmla="*/ 202 w 512"/>
              <a:gd name="T45" fmla="*/ 185 h 512"/>
              <a:gd name="T46" fmla="*/ 173 w 512"/>
              <a:gd name="T47" fmla="*/ 157 h 512"/>
              <a:gd name="T48" fmla="*/ 173 w 512"/>
              <a:gd name="T49" fmla="*/ 141 h 512"/>
              <a:gd name="T50" fmla="*/ 189 w 512"/>
              <a:gd name="T51" fmla="*/ 141 h 512"/>
              <a:gd name="T52" fmla="*/ 221 w 512"/>
              <a:gd name="T53" fmla="*/ 173 h 512"/>
              <a:gd name="T54" fmla="*/ 224 w 512"/>
              <a:gd name="T55" fmla="*/ 181 h 512"/>
              <a:gd name="T56" fmla="*/ 224 w 512"/>
              <a:gd name="T57" fmla="*/ 330 h 512"/>
              <a:gd name="T58" fmla="*/ 405 w 512"/>
              <a:gd name="T59" fmla="*/ 277 h 512"/>
              <a:gd name="T60" fmla="*/ 416 w 512"/>
              <a:gd name="T61" fmla="*/ 288 h 512"/>
              <a:gd name="T62" fmla="*/ 405 w 512"/>
              <a:gd name="T63" fmla="*/ 298 h 512"/>
              <a:gd name="T64" fmla="*/ 309 w 512"/>
              <a:gd name="T65" fmla="*/ 298 h 512"/>
              <a:gd name="T66" fmla="*/ 309 w 512"/>
              <a:gd name="T67" fmla="*/ 326 h 512"/>
              <a:gd name="T68" fmla="*/ 338 w 512"/>
              <a:gd name="T69" fmla="*/ 355 h 512"/>
              <a:gd name="T70" fmla="*/ 338 w 512"/>
              <a:gd name="T71" fmla="*/ 370 h 512"/>
              <a:gd name="T72" fmla="*/ 330 w 512"/>
              <a:gd name="T73" fmla="*/ 373 h 512"/>
              <a:gd name="T74" fmla="*/ 323 w 512"/>
              <a:gd name="T75" fmla="*/ 370 h 512"/>
              <a:gd name="T76" fmla="*/ 291 w 512"/>
              <a:gd name="T77" fmla="*/ 338 h 512"/>
              <a:gd name="T78" fmla="*/ 288 w 512"/>
              <a:gd name="T79" fmla="*/ 330 h 512"/>
              <a:gd name="T80" fmla="*/ 288 w 512"/>
              <a:gd name="T81" fmla="*/ 181 h 512"/>
              <a:gd name="T82" fmla="*/ 291 w 512"/>
              <a:gd name="T83" fmla="*/ 173 h 512"/>
              <a:gd name="T84" fmla="*/ 323 w 512"/>
              <a:gd name="T85" fmla="*/ 141 h 512"/>
              <a:gd name="T86" fmla="*/ 338 w 512"/>
              <a:gd name="T87" fmla="*/ 141 h 512"/>
              <a:gd name="T88" fmla="*/ 338 w 512"/>
              <a:gd name="T89" fmla="*/ 157 h 512"/>
              <a:gd name="T90" fmla="*/ 309 w 512"/>
              <a:gd name="T91" fmla="*/ 185 h 512"/>
              <a:gd name="T92" fmla="*/ 309 w 512"/>
              <a:gd name="T93" fmla="*/ 213 h 512"/>
              <a:gd name="T94" fmla="*/ 405 w 512"/>
              <a:gd name="T95" fmla="*/ 213 h 512"/>
              <a:gd name="T96" fmla="*/ 416 w 512"/>
              <a:gd name="T97" fmla="*/ 224 h 512"/>
              <a:gd name="T98" fmla="*/ 405 w 512"/>
              <a:gd name="T99" fmla="*/ 234 h 512"/>
              <a:gd name="T100" fmla="*/ 309 w 512"/>
              <a:gd name="T101" fmla="*/ 234 h 512"/>
              <a:gd name="T102" fmla="*/ 309 w 512"/>
              <a:gd name="T103" fmla="*/ 277 h 512"/>
              <a:gd name="T104" fmla="*/ 405 w 512"/>
              <a:gd name="T105" fmla="*/ 27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224" y="330"/>
                </a:moveTo>
                <a:cubicBezTo>
                  <a:pt x="224" y="333"/>
                  <a:pt x="223" y="336"/>
                  <a:pt x="221" y="338"/>
                </a:cubicBezTo>
                <a:cubicBezTo>
                  <a:pt x="189" y="370"/>
                  <a:pt x="189" y="370"/>
                  <a:pt x="189" y="370"/>
                </a:cubicBezTo>
                <a:cubicBezTo>
                  <a:pt x="186" y="372"/>
                  <a:pt x="184" y="373"/>
                  <a:pt x="181" y="373"/>
                </a:cubicBezTo>
                <a:cubicBezTo>
                  <a:pt x="178" y="373"/>
                  <a:pt x="176" y="372"/>
                  <a:pt x="173" y="370"/>
                </a:cubicBezTo>
                <a:cubicBezTo>
                  <a:pt x="169" y="366"/>
                  <a:pt x="169" y="359"/>
                  <a:pt x="173" y="355"/>
                </a:cubicBezTo>
                <a:cubicBezTo>
                  <a:pt x="202" y="326"/>
                  <a:pt x="202" y="326"/>
                  <a:pt x="202" y="326"/>
                </a:cubicBezTo>
                <a:cubicBezTo>
                  <a:pt x="202" y="298"/>
                  <a:pt x="202" y="298"/>
                  <a:pt x="202" y="298"/>
                </a:cubicBezTo>
                <a:cubicBezTo>
                  <a:pt x="106" y="298"/>
                  <a:pt x="106" y="298"/>
                  <a:pt x="106" y="298"/>
                </a:cubicBezTo>
                <a:cubicBezTo>
                  <a:pt x="100" y="298"/>
                  <a:pt x="96" y="294"/>
                  <a:pt x="96" y="288"/>
                </a:cubicBezTo>
                <a:cubicBezTo>
                  <a:pt x="96" y="282"/>
                  <a:pt x="100" y="277"/>
                  <a:pt x="106" y="277"/>
                </a:cubicBezTo>
                <a:cubicBezTo>
                  <a:pt x="202" y="277"/>
                  <a:pt x="202" y="277"/>
                  <a:pt x="202" y="277"/>
                </a:cubicBezTo>
                <a:cubicBezTo>
                  <a:pt x="202" y="234"/>
                  <a:pt x="202" y="234"/>
                  <a:pt x="202" y="234"/>
                </a:cubicBezTo>
                <a:cubicBezTo>
                  <a:pt x="106" y="234"/>
                  <a:pt x="106" y="234"/>
                  <a:pt x="106" y="234"/>
                </a:cubicBezTo>
                <a:cubicBezTo>
                  <a:pt x="100" y="234"/>
                  <a:pt x="96" y="230"/>
                  <a:pt x="96" y="224"/>
                </a:cubicBezTo>
                <a:cubicBezTo>
                  <a:pt x="96" y="218"/>
                  <a:pt x="100" y="213"/>
                  <a:pt x="106" y="213"/>
                </a:cubicBezTo>
                <a:cubicBezTo>
                  <a:pt x="202" y="213"/>
                  <a:pt x="202" y="213"/>
                  <a:pt x="202" y="213"/>
                </a:cubicBezTo>
                <a:cubicBezTo>
                  <a:pt x="202" y="185"/>
                  <a:pt x="202" y="185"/>
                  <a:pt x="202" y="185"/>
                </a:cubicBezTo>
                <a:cubicBezTo>
                  <a:pt x="173" y="157"/>
                  <a:pt x="173" y="157"/>
                  <a:pt x="173" y="157"/>
                </a:cubicBezTo>
                <a:cubicBezTo>
                  <a:pt x="169" y="152"/>
                  <a:pt x="169" y="146"/>
                  <a:pt x="173" y="141"/>
                </a:cubicBezTo>
                <a:cubicBezTo>
                  <a:pt x="178" y="137"/>
                  <a:pt x="184" y="137"/>
                  <a:pt x="189" y="141"/>
                </a:cubicBezTo>
                <a:cubicBezTo>
                  <a:pt x="221" y="173"/>
                  <a:pt x="221" y="173"/>
                  <a:pt x="221" y="173"/>
                </a:cubicBezTo>
                <a:cubicBezTo>
                  <a:pt x="223" y="175"/>
                  <a:pt x="224" y="178"/>
                  <a:pt x="224" y="181"/>
                </a:cubicBezTo>
                <a:lnTo>
                  <a:pt x="224" y="330"/>
                </a:lnTo>
                <a:close/>
                <a:moveTo>
                  <a:pt x="405" y="277"/>
                </a:moveTo>
                <a:cubicBezTo>
                  <a:pt x="411" y="277"/>
                  <a:pt x="416" y="282"/>
                  <a:pt x="416" y="288"/>
                </a:cubicBezTo>
                <a:cubicBezTo>
                  <a:pt x="416" y="294"/>
                  <a:pt x="411" y="298"/>
                  <a:pt x="405" y="298"/>
                </a:cubicBezTo>
                <a:cubicBezTo>
                  <a:pt x="309" y="298"/>
                  <a:pt x="309" y="298"/>
                  <a:pt x="309" y="298"/>
                </a:cubicBezTo>
                <a:cubicBezTo>
                  <a:pt x="309" y="326"/>
                  <a:pt x="309" y="326"/>
                  <a:pt x="309" y="326"/>
                </a:cubicBezTo>
                <a:cubicBezTo>
                  <a:pt x="338" y="355"/>
                  <a:pt x="338" y="355"/>
                  <a:pt x="338" y="355"/>
                </a:cubicBezTo>
                <a:cubicBezTo>
                  <a:pt x="342" y="359"/>
                  <a:pt x="342" y="366"/>
                  <a:pt x="338" y="370"/>
                </a:cubicBezTo>
                <a:cubicBezTo>
                  <a:pt x="336" y="372"/>
                  <a:pt x="333" y="373"/>
                  <a:pt x="330" y="373"/>
                </a:cubicBezTo>
                <a:cubicBezTo>
                  <a:pt x="328" y="373"/>
                  <a:pt x="325" y="372"/>
                  <a:pt x="323" y="370"/>
                </a:cubicBezTo>
                <a:cubicBezTo>
                  <a:pt x="291" y="338"/>
                  <a:pt x="291" y="338"/>
                  <a:pt x="291" y="338"/>
                </a:cubicBezTo>
                <a:cubicBezTo>
                  <a:pt x="289" y="336"/>
                  <a:pt x="288" y="333"/>
                  <a:pt x="288" y="330"/>
                </a:cubicBezTo>
                <a:cubicBezTo>
                  <a:pt x="288" y="181"/>
                  <a:pt x="288" y="181"/>
                  <a:pt x="288" y="181"/>
                </a:cubicBezTo>
                <a:cubicBezTo>
                  <a:pt x="288" y="178"/>
                  <a:pt x="289" y="175"/>
                  <a:pt x="291" y="173"/>
                </a:cubicBezTo>
                <a:cubicBezTo>
                  <a:pt x="323" y="141"/>
                  <a:pt x="323" y="141"/>
                  <a:pt x="323" y="141"/>
                </a:cubicBezTo>
                <a:cubicBezTo>
                  <a:pt x="327" y="137"/>
                  <a:pt x="334" y="137"/>
                  <a:pt x="338" y="141"/>
                </a:cubicBezTo>
                <a:cubicBezTo>
                  <a:pt x="342" y="146"/>
                  <a:pt x="342" y="152"/>
                  <a:pt x="338" y="157"/>
                </a:cubicBezTo>
                <a:cubicBezTo>
                  <a:pt x="309" y="185"/>
                  <a:pt x="309" y="185"/>
                  <a:pt x="309" y="185"/>
                </a:cubicBezTo>
                <a:cubicBezTo>
                  <a:pt x="309" y="213"/>
                  <a:pt x="309" y="213"/>
                  <a:pt x="309" y="213"/>
                </a:cubicBezTo>
                <a:cubicBezTo>
                  <a:pt x="405" y="213"/>
                  <a:pt x="405" y="213"/>
                  <a:pt x="405" y="213"/>
                </a:cubicBezTo>
                <a:cubicBezTo>
                  <a:pt x="411" y="213"/>
                  <a:pt x="416" y="218"/>
                  <a:pt x="416" y="224"/>
                </a:cubicBezTo>
                <a:cubicBezTo>
                  <a:pt x="416" y="230"/>
                  <a:pt x="411" y="234"/>
                  <a:pt x="405" y="234"/>
                </a:cubicBezTo>
                <a:cubicBezTo>
                  <a:pt x="309" y="234"/>
                  <a:pt x="309" y="234"/>
                  <a:pt x="309" y="234"/>
                </a:cubicBezTo>
                <a:cubicBezTo>
                  <a:pt x="309" y="277"/>
                  <a:pt x="309" y="277"/>
                  <a:pt x="309" y="277"/>
                </a:cubicBezTo>
                <a:lnTo>
                  <a:pt x="405" y="27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Freeform 841"/>
          <p:cNvSpPr>
            <a:spLocks noChangeAspect="1" noEditPoints="1"/>
          </p:cNvSpPr>
          <p:nvPr/>
        </p:nvSpPr>
        <p:spPr bwMode="auto">
          <a:xfrm>
            <a:off x="535826" y="4104632"/>
            <a:ext cx="829590" cy="829590"/>
          </a:xfrm>
          <a:custGeom>
            <a:avLst/>
            <a:gdLst>
              <a:gd name="T0" fmla="*/ 160 w 512"/>
              <a:gd name="T1" fmla="*/ 334 h 512"/>
              <a:gd name="T2" fmla="*/ 128 w 512"/>
              <a:gd name="T3" fmla="*/ 352 h 512"/>
              <a:gd name="T4" fmla="*/ 352 w 512"/>
              <a:gd name="T5" fmla="*/ 352 h 512"/>
              <a:gd name="T6" fmla="*/ 384 w 512"/>
              <a:gd name="T7" fmla="*/ 329 h 512"/>
              <a:gd name="T8" fmla="*/ 352 w 512"/>
              <a:gd name="T9" fmla="*/ 352 h 512"/>
              <a:gd name="T10" fmla="*/ 394 w 512"/>
              <a:gd name="T11" fmla="*/ 300 h 512"/>
              <a:gd name="T12" fmla="*/ 117 w 512"/>
              <a:gd name="T13" fmla="*/ 297 h 512"/>
              <a:gd name="T14" fmla="*/ 158 w 512"/>
              <a:gd name="T15" fmla="*/ 224 h 512"/>
              <a:gd name="T16" fmla="*/ 394 w 512"/>
              <a:gd name="T17" fmla="*/ 266 h 512"/>
              <a:gd name="T18" fmla="*/ 181 w 512"/>
              <a:gd name="T19" fmla="*/ 266 h 512"/>
              <a:gd name="T20" fmla="*/ 138 w 512"/>
              <a:gd name="T21" fmla="*/ 266 h 512"/>
              <a:gd name="T22" fmla="*/ 181 w 512"/>
              <a:gd name="T23" fmla="*/ 266 h 512"/>
              <a:gd name="T24" fmla="*/ 288 w 512"/>
              <a:gd name="T25" fmla="*/ 256 h 512"/>
              <a:gd name="T26" fmla="*/ 213 w 512"/>
              <a:gd name="T27" fmla="*/ 266 h 512"/>
              <a:gd name="T28" fmla="*/ 288 w 512"/>
              <a:gd name="T29" fmla="*/ 277 h 512"/>
              <a:gd name="T30" fmla="*/ 373 w 512"/>
              <a:gd name="T31" fmla="*/ 266 h 512"/>
              <a:gd name="T32" fmla="*/ 330 w 512"/>
              <a:gd name="T33" fmla="*/ 266 h 512"/>
              <a:gd name="T34" fmla="*/ 373 w 512"/>
              <a:gd name="T35" fmla="*/ 266 h 512"/>
              <a:gd name="T36" fmla="*/ 256 w 512"/>
              <a:gd name="T37" fmla="*/ 512 h 512"/>
              <a:gd name="T38" fmla="*/ 256 w 512"/>
              <a:gd name="T39" fmla="*/ 0 h 512"/>
              <a:gd name="T40" fmla="*/ 416 w 512"/>
              <a:gd name="T41" fmla="*/ 266 h 512"/>
              <a:gd name="T42" fmla="*/ 370 w 512"/>
              <a:gd name="T43" fmla="*/ 202 h 512"/>
              <a:gd name="T44" fmla="*/ 394 w 512"/>
              <a:gd name="T45" fmla="*/ 192 h 512"/>
              <a:gd name="T46" fmla="*/ 363 w 512"/>
              <a:gd name="T47" fmla="*/ 181 h 512"/>
              <a:gd name="T48" fmla="*/ 350 w 512"/>
              <a:gd name="T49" fmla="*/ 144 h 512"/>
              <a:gd name="T50" fmla="*/ 202 w 512"/>
              <a:gd name="T51" fmla="*/ 117 h 512"/>
              <a:gd name="T52" fmla="*/ 160 w 512"/>
              <a:gd name="T53" fmla="*/ 146 h 512"/>
              <a:gd name="T54" fmla="*/ 128 w 512"/>
              <a:gd name="T55" fmla="*/ 181 h 512"/>
              <a:gd name="T56" fmla="*/ 128 w 512"/>
              <a:gd name="T57" fmla="*/ 202 h 512"/>
              <a:gd name="T58" fmla="*/ 140 w 512"/>
              <a:gd name="T59" fmla="*/ 205 h 512"/>
              <a:gd name="T60" fmla="*/ 96 w 512"/>
              <a:gd name="T61" fmla="*/ 298 h 512"/>
              <a:gd name="T62" fmla="*/ 106 w 512"/>
              <a:gd name="T63" fmla="*/ 316 h 512"/>
              <a:gd name="T64" fmla="*/ 106 w 512"/>
              <a:gd name="T65" fmla="*/ 320 h 512"/>
              <a:gd name="T66" fmla="*/ 106 w 512"/>
              <a:gd name="T67" fmla="*/ 320 h 512"/>
              <a:gd name="T68" fmla="*/ 117 w 512"/>
              <a:gd name="T69" fmla="*/ 373 h 512"/>
              <a:gd name="T70" fmla="*/ 181 w 512"/>
              <a:gd name="T71" fmla="*/ 362 h 512"/>
              <a:gd name="T72" fmla="*/ 261 w 512"/>
              <a:gd name="T73" fmla="*/ 341 h 512"/>
              <a:gd name="T74" fmla="*/ 330 w 512"/>
              <a:gd name="T75" fmla="*/ 362 h 512"/>
              <a:gd name="T76" fmla="*/ 394 w 512"/>
              <a:gd name="T77" fmla="*/ 373 h 512"/>
              <a:gd name="T78" fmla="*/ 405 w 512"/>
              <a:gd name="T79" fmla="*/ 319 h 512"/>
              <a:gd name="T80" fmla="*/ 416 w 512"/>
              <a:gd name="T81" fmla="*/ 297 h 512"/>
              <a:gd name="T82" fmla="*/ 331 w 512"/>
              <a:gd name="T83" fmla="*/ 153 h 512"/>
              <a:gd name="T84" fmla="*/ 202 w 512"/>
              <a:gd name="T85" fmla="*/ 138 h 512"/>
              <a:gd name="T86" fmla="*/ 164 w 512"/>
              <a:gd name="T87" fmla="*/ 202 h 512"/>
              <a:gd name="T88" fmla="*/ 331 w 512"/>
              <a:gd name="T89" fmla="*/ 153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12" h="512">
                <a:moveTo>
                  <a:pt x="128" y="327"/>
                </a:moveTo>
                <a:cubicBezTo>
                  <a:pt x="137" y="330"/>
                  <a:pt x="147" y="332"/>
                  <a:pt x="160" y="334"/>
                </a:cubicBezTo>
                <a:cubicBezTo>
                  <a:pt x="160" y="352"/>
                  <a:pt x="160" y="352"/>
                  <a:pt x="160" y="352"/>
                </a:cubicBezTo>
                <a:cubicBezTo>
                  <a:pt x="128" y="352"/>
                  <a:pt x="128" y="352"/>
                  <a:pt x="128" y="352"/>
                </a:cubicBezTo>
                <a:lnTo>
                  <a:pt x="128" y="327"/>
                </a:lnTo>
                <a:close/>
                <a:moveTo>
                  <a:pt x="352" y="352"/>
                </a:moveTo>
                <a:cubicBezTo>
                  <a:pt x="384" y="352"/>
                  <a:pt x="384" y="352"/>
                  <a:pt x="384" y="352"/>
                </a:cubicBezTo>
                <a:cubicBezTo>
                  <a:pt x="384" y="329"/>
                  <a:pt x="384" y="329"/>
                  <a:pt x="384" y="329"/>
                </a:cubicBezTo>
                <a:cubicBezTo>
                  <a:pt x="375" y="332"/>
                  <a:pt x="364" y="334"/>
                  <a:pt x="352" y="336"/>
                </a:cubicBezTo>
                <a:lnTo>
                  <a:pt x="352" y="352"/>
                </a:lnTo>
                <a:close/>
                <a:moveTo>
                  <a:pt x="394" y="298"/>
                </a:moveTo>
                <a:cubicBezTo>
                  <a:pt x="394" y="299"/>
                  <a:pt x="394" y="299"/>
                  <a:pt x="394" y="300"/>
                </a:cubicBezTo>
                <a:cubicBezTo>
                  <a:pt x="392" y="302"/>
                  <a:pt x="374" y="320"/>
                  <a:pt x="261" y="320"/>
                </a:cubicBezTo>
                <a:cubicBezTo>
                  <a:pt x="139" y="320"/>
                  <a:pt x="119" y="300"/>
                  <a:pt x="117" y="297"/>
                </a:cubicBezTo>
                <a:cubicBezTo>
                  <a:pt x="117" y="266"/>
                  <a:pt x="117" y="266"/>
                  <a:pt x="117" y="266"/>
                </a:cubicBezTo>
                <a:cubicBezTo>
                  <a:pt x="117" y="243"/>
                  <a:pt x="135" y="224"/>
                  <a:pt x="158" y="224"/>
                </a:cubicBezTo>
                <a:cubicBezTo>
                  <a:pt x="354" y="224"/>
                  <a:pt x="354" y="224"/>
                  <a:pt x="354" y="224"/>
                </a:cubicBezTo>
                <a:cubicBezTo>
                  <a:pt x="376" y="224"/>
                  <a:pt x="394" y="243"/>
                  <a:pt x="394" y="266"/>
                </a:cubicBezTo>
                <a:lnTo>
                  <a:pt x="394" y="298"/>
                </a:lnTo>
                <a:close/>
                <a:moveTo>
                  <a:pt x="181" y="266"/>
                </a:moveTo>
                <a:cubicBezTo>
                  <a:pt x="181" y="255"/>
                  <a:pt x="171" y="245"/>
                  <a:pt x="160" y="245"/>
                </a:cubicBezTo>
                <a:cubicBezTo>
                  <a:pt x="148" y="245"/>
                  <a:pt x="138" y="255"/>
                  <a:pt x="138" y="266"/>
                </a:cubicBezTo>
                <a:cubicBezTo>
                  <a:pt x="138" y="278"/>
                  <a:pt x="148" y="288"/>
                  <a:pt x="160" y="288"/>
                </a:cubicBezTo>
                <a:cubicBezTo>
                  <a:pt x="171" y="288"/>
                  <a:pt x="181" y="278"/>
                  <a:pt x="181" y="266"/>
                </a:cubicBezTo>
                <a:close/>
                <a:moveTo>
                  <a:pt x="298" y="266"/>
                </a:moveTo>
                <a:cubicBezTo>
                  <a:pt x="298" y="260"/>
                  <a:pt x="294" y="256"/>
                  <a:pt x="288" y="256"/>
                </a:cubicBezTo>
                <a:cubicBezTo>
                  <a:pt x="224" y="256"/>
                  <a:pt x="224" y="256"/>
                  <a:pt x="224" y="256"/>
                </a:cubicBezTo>
                <a:cubicBezTo>
                  <a:pt x="218" y="256"/>
                  <a:pt x="213" y="260"/>
                  <a:pt x="213" y="266"/>
                </a:cubicBezTo>
                <a:cubicBezTo>
                  <a:pt x="213" y="272"/>
                  <a:pt x="218" y="277"/>
                  <a:pt x="224" y="277"/>
                </a:cubicBezTo>
                <a:cubicBezTo>
                  <a:pt x="288" y="277"/>
                  <a:pt x="288" y="277"/>
                  <a:pt x="288" y="277"/>
                </a:cubicBezTo>
                <a:cubicBezTo>
                  <a:pt x="294" y="277"/>
                  <a:pt x="298" y="272"/>
                  <a:pt x="298" y="266"/>
                </a:cubicBezTo>
                <a:close/>
                <a:moveTo>
                  <a:pt x="373" y="266"/>
                </a:moveTo>
                <a:cubicBezTo>
                  <a:pt x="373" y="255"/>
                  <a:pt x="363" y="245"/>
                  <a:pt x="352" y="245"/>
                </a:cubicBezTo>
                <a:cubicBezTo>
                  <a:pt x="340" y="245"/>
                  <a:pt x="330" y="255"/>
                  <a:pt x="330" y="266"/>
                </a:cubicBezTo>
                <a:cubicBezTo>
                  <a:pt x="330" y="278"/>
                  <a:pt x="340" y="288"/>
                  <a:pt x="352" y="288"/>
                </a:cubicBezTo>
                <a:cubicBezTo>
                  <a:pt x="363" y="288"/>
                  <a:pt x="373" y="278"/>
                  <a:pt x="373" y="26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266"/>
                </a:moveTo>
                <a:cubicBezTo>
                  <a:pt x="416" y="237"/>
                  <a:pt x="397" y="213"/>
                  <a:pt x="371" y="205"/>
                </a:cubicBezTo>
                <a:cubicBezTo>
                  <a:pt x="370" y="202"/>
                  <a:pt x="370" y="202"/>
                  <a:pt x="370" y="202"/>
                </a:cubicBezTo>
                <a:cubicBezTo>
                  <a:pt x="384" y="202"/>
                  <a:pt x="384" y="202"/>
                  <a:pt x="384" y="202"/>
                </a:cubicBezTo>
                <a:cubicBezTo>
                  <a:pt x="390" y="202"/>
                  <a:pt x="394" y="198"/>
                  <a:pt x="394" y="192"/>
                </a:cubicBezTo>
                <a:cubicBezTo>
                  <a:pt x="394" y="186"/>
                  <a:pt x="390" y="181"/>
                  <a:pt x="384" y="181"/>
                </a:cubicBezTo>
                <a:cubicBezTo>
                  <a:pt x="363" y="181"/>
                  <a:pt x="363" y="181"/>
                  <a:pt x="363" y="181"/>
                </a:cubicBezTo>
                <a:cubicBezTo>
                  <a:pt x="351" y="146"/>
                  <a:pt x="351" y="146"/>
                  <a:pt x="351" y="146"/>
                </a:cubicBezTo>
                <a:cubicBezTo>
                  <a:pt x="351" y="145"/>
                  <a:pt x="351" y="145"/>
                  <a:pt x="350" y="144"/>
                </a:cubicBezTo>
                <a:cubicBezTo>
                  <a:pt x="350" y="143"/>
                  <a:pt x="336" y="117"/>
                  <a:pt x="309" y="117"/>
                </a:cubicBezTo>
                <a:cubicBezTo>
                  <a:pt x="202" y="117"/>
                  <a:pt x="202" y="117"/>
                  <a:pt x="202" y="117"/>
                </a:cubicBezTo>
                <a:cubicBezTo>
                  <a:pt x="176" y="117"/>
                  <a:pt x="161" y="143"/>
                  <a:pt x="161" y="144"/>
                </a:cubicBezTo>
                <a:cubicBezTo>
                  <a:pt x="161" y="145"/>
                  <a:pt x="160" y="145"/>
                  <a:pt x="160" y="146"/>
                </a:cubicBezTo>
                <a:cubicBezTo>
                  <a:pt x="148" y="181"/>
                  <a:pt x="148" y="181"/>
                  <a:pt x="148" y="181"/>
                </a:cubicBezTo>
                <a:cubicBezTo>
                  <a:pt x="128" y="181"/>
                  <a:pt x="128" y="181"/>
                  <a:pt x="128" y="181"/>
                </a:cubicBezTo>
                <a:cubicBezTo>
                  <a:pt x="122" y="181"/>
                  <a:pt x="117" y="186"/>
                  <a:pt x="117" y="192"/>
                </a:cubicBezTo>
                <a:cubicBezTo>
                  <a:pt x="117" y="198"/>
                  <a:pt x="122" y="202"/>
                  <a:pt x="128" y="202"/>
                </a:cubicBezTo>
                <a:cubicBezTo>
                  <a:pt x="141" y="202"/>
                  <a:pt x="141" y="202"/>
                  <a:pt x="141" y="202"/>
                </a:cubicBezTo>
                <a:cubicBezTo>
                  <a:pt x="140" y="205"/>
                  <a:pt x="140" y="205"/>
                  <a:pt x="140" y="205"/>
                </a:cubicBezTo>
                <a:cubicBezTo>
                  <a:pt x="115" y="213"/>
                  <a:pt x="96" y="237"/>
                  <a:pt x="96" y="266"/>
                </a:cubicBezTo>
                <a:cubicBezTo>
                  <a:pt x="96" y="298"/>
                  <a:pt x="96" y="298"/>
                  <a:pt x="96" y="298"/>
                </a:cubicBezTo>
                <a:cubicBezTo>
                  <a:pt x="96" y="300"/>
                  <a:pt x="96" y="306"/>
                  <a:pt x="102" y="312"/>
                </a:cubicBezTo>
                <a:cubicBezTo>
                  <a:pt x="103" y="314"/>
                  <a:pt x="106" y="316"/>
                  <a:pt x="106" y="316"/>
                </a:cubicBezTo>
                <a:cubicBezTo>
                  <a:pt x="106" y="320"/>
                  <a:pt x="106" y="320"/>
                  <a:pt x="106" y="320"/>
                </a:cubicBezTo>
                <a:cubicBezTo>
                  <a:pt x="106" y="320"/>
                  <a:pt x="106" y="320"/>
                  <a:pt x="106" y="320"/>
                </a:cubicBezTo>
                <a:cubicBezTo>
                  <a:pt x="106" y="320"/>
                  <a:pt x="106" y="320"/>
                  <a:pt x="106" y="320"/>
                </a:cubicBezTo>
                <a:cubicBezTo>
                  <a:pt x="106" y="320"/>
                  <a:pt x="106" y="320"/>
                  <a:pt x="106" y="320"/>
                </a:cubicBezTo>
                <a:cubicBezTo>
                  <a:pt x="106" y="362"/>
                  <a:pt x="106" y="362"/>
                  <a:pt x="106" y="362"/>
                </a:cubicBezTo>
                <a:cubicBezTo>
                  <a:pt x="106" y="368"/>
                  <a:pt x="111" y="373"/>
                  <a:pt x="117" y="373"/>
                </a:cubicBezTo>
                <a:cubicBezTo>
                  <a:pt x="170" y="373"/>
                  <a:pt x="170" y="373"/>
                  <a:pt x="170" y="373"/>
                </a:cubicBezTo>
                <a:cubicBezTo>
                  <a:pt x="176" y="373"/>
                  <a:pt x="181" y="368"/>
                  <a:pt x="181" y="362"/>
                </a:cubicBezTo>
                <a:cubicBezTo>
                  <a:pt x="181" y="337"/>
                  <a:pt x="181" y="337"/>
                  <a:pt x="181" y="337"/>
                </a:cubicBezTo>
                <a:cubicBezTo>
                  <a:pt x="203" y="340"/>
                  <a:pt x="230" y="341"/>
                  <a:pt x="261" y="341"/>
                </a:cubicBezTo>
                <a:cubicBezTo>
                  <a:pt x="288" y="341"/>
                  <a:pt x="311" y="340"/>
                  <a:pt x="330" y="338"/>
                </a:cubicBezTo>
                <a:cubicBezTo>
                  <a:pt x="330" y="362"/>
                  <a:pt x="330" y="362"/>
                  <a:pt x="330" y="362"/>
                </a:cubicBezTo>
                <a:cubicBezTo>
                  <a:pt x="330" y="368"/>
                  <a:pt x="335" y="373"/>
                  <a:pt x="341" y="373"/>
                </a:cubicBezTo>
                <a:cubicBezTo>
                  <a:pt x="394" y="373"/>
                  <a:pt x="394" y="373"/>
                  <a:pt x="394" y="373"/>
                </a:cubicBezTo>
                <a:cubicBezTo>
                  <a:pt x="400" y="373"/>
                  <a:pt x="405" y="368"/>
                  <a:pt x="405" y="362"/>
                </a:cubicBezTo>
                <a:cubicBezTo>
                  <a:pt x="405" y="362"/>
                  <a:pt x="405" y="319"/>
                  <a:pt x="405" y="319"/>
                </a:cubicBezTo>
                <a:cubicBezTo>
                  <a:pt x="408" y="316"/>
                  <a:pt x="410" y="314"/>
                  <a:pt x="412" y="311"/>
                </a:cubicBezTo>
                <a:cubicBezTo>
                  <a:pt x="416" y="306"/>
                  <a:pt x="416" y="301"/>
                  <a:pt x="416" y="297"/>
                </a:cubicBezTo>
                <a:lnTo>
                  <a:pt x="416" y="266"/>
                </a:lnTo>
                <a:close/>
                <a:moveTo>
                  <a:pt x="331" y="153"/>
                </a:moveTo>
                <a:cubicBezTo>
                  <a:pt x="329" y="151"/>
                  <a:pt x="321" y="138"/>
                  <a:pt x="309" y="138"/>
                </a:cubicBezTo>
                <a:cubicBezTo>
                  <a:pt x="202" y="138"/>
                  <a:pt x="202" y="138"/>
                  <a:pt x="202" y="138"/>
                </a:cubicBezTo>
                <a:cubicBezTo>
                  <a:pt x="190" y="138"/>
                  <a:pt x="182" y="150"/>
                  <a:pt x="180" y="153"/>
                </a:cubicBezTo>
                <a:cubicBezTo>
                  <a:pt x="164" y="202"/>
                  <a:pt x="164" y="202"/>
                  <a:pt x="164" y="202"/>
                </a:cubicBezTo>
                <a:cubicBezTo>
                  <a:pt x="348" y="202"/>
                  <a:pt x="348" y="202"/>
                  <a:pt x="348" y="202"/>
                </a:cubicBezTo>
                <a:lnTo>
                  <a:pt x="331" y="15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9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59D0318E-EB17-41ED-84A0-4708C1325D64}"/>
</file>

<file path=customXml/itemProps2.xml><?xml version="1.0" encoding="utf-8"?>
<ds:datastoreItem xmlns:ds="http://schemas.openxmlformats.org/officeDocument/2006/customXml" ds:itemID="{60E64DE6-3C81-46A8-8699-E53236882667}"/>
</file>

<file path=customXml/itemProps3.xml><?xml version="1.0" encoding="utf-8"?>
<ds:datastoreItem xmlns:ds="http://schemas.openxmlformats.org/officeDocument/2006/customXml" ds:itemID="{5DEBEEBC-C5DC-449B-A896-6B8C784A890A}"/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1512</Words>
  <Application>Microsoft Office PowerPoint</Application>
  <PresentationFormat>Widescreen</PresentationFormat>
  <Paragraphs>171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Wingdings</vt:lpstr>
      <vt:lpstr>Office Theme</vt:lpstr>
      <vt:lpstr>Road network in India</vt:lpstr>
      <vt:lpstr>Institutional Framework for road development in India</vt:lpstr>
      <vt:lpstr>Traditional PPP models</vt:lpstr>
      <vt:lpstr>Non-PPP models for road projects</vt:lpstr>
      <vt:lpstr>New PPP models in India (1/2)</vt:lpstr>
      <vt:lpstr>New PPP models in India (2/2)</vt:lpstr>
      <vt:lpstr>Incentives and Challenges to PPP in road sector in India</vt:lpstr>
      <vt:lpstr>PPP road projects in India at glance and outlook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Mukherjee, Shouvik</dc:creator>
  <cp:lastModifiedBy>Mukherjee, Shouvik</cp:lastModifiedBy>
  <cp:revision>80</cp:revision>
  <dcterms:created xsi:type="dcterms:W3CDTF">2020-01-29T09:17:34Z</dcterms:created>
  <dcterms:modified xsi:type="dcterms:W3CDTF">2020-01-30T08:18:07Z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